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317" r:id="rId2"/>
    <p:sldId id="323" r:id="rId3"/>
    <p:sldId id="322" r:id="rId4"/>
    <p:sldId id="315" r:id="rId5"/>
    <p:sldId id="311" r:id="rId6"/>
    <p:sldId id="316" r:id="rId7"/>
    <p:sldId id="318" r:id="rId8"/>
    <p:sldId id="324" r:id="rId9"/>
    <p:sldId id="319" r:id="rId10"/>
    <p:sldId id="320" r:id="rId11"/>
    <p:sldId id="321" r:id="rId12"/>
    <p:sldId id="325" r:id="rId13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1440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theme" Target="theme/theme1.xml" /><Relationship Id="rId2" Type="http://schemas.openxmlformats.org/officeDocument/2006/relationships/slide" Target="slides/slid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presProps" Target="presProps.xml" /><Relationship Id="rId10" Type="http://schemas.openxmlformats.org/officeDocument/2006/relationships/slide" Target="slides/slide9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849FF4-C7A6-4C3A-9C9D-C19E69A0DD29}" type="datetimeFigureOut">
              <a:rPr lang="en-IN" smtClean="0"/>
              <a:t>05-02-2025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5FB18C-60DA-4FE0-8A8A-126916E762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1070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01674" y="16255"/>
            <a:ext cx="7140651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F1F1F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F1F1F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200" b="0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F1F1F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F1F1F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theme" Target="../theme/theme1.xml" /><Relationship Id="rId5" Type="http://schemas.openxmlformats.org/officeDocument/2006/relationships/slideLayout" Target="../slideLayouts/slideLayout5.xml" /><Relationship Id="rId4" Type="http://schemas.openxmlformats.org/officeDocument/2006/relationships/slideLayout" Target="../slideLayouts/slideLayout4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18617" y="16255"/>
            <a:ext cx="8506764" cy="635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F1F1F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07340" y="1314957"/>
            <a:ext cx="8263890" cy="4319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1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2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 /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2.xml" 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 /><Relationship Id="rId13" Type="http://schemas.openxmlformats.org/officeDocument/2006/relationships/image" Target="../media/image16.png" /><Relationship Id="rId18" Type="http://schemas.openxmlformats.org/officeDocument/2006/relationships/image" Target="../media/image21.png" /><Relationship Id="rId26" Type="http://schemas.openxmlformats.org/officeDocument/2006/relationships/image" Target="../media/image29.png" /><Relationship Id="rId3" Type="http://schemas.openxmlformats.org/officeDocument/2006/relationships/image" Target="../media/image6.png" /><Relationship Id="rId21" Type="http://schemas.openxmlformats.org/officeDocument/2006/relationships/image" Target="../media/image24.png" /><Relationship Id="rId34" Type="http://schemas.openxmlformats.org/officeDocument/2006/relationships/image" Target="../media/image37.png" /><Relationship Id="rId7" Type="http://schemas.openxmlformats.org/officeDocument/2006/relationships/image" Target="../media/image10.png" /><Relationship Id="rId12" Type="http://schemas.openxmlformats.org/officeDocument/2006/relationships/image" Target="../media/image15.png" /><Relationship Id="rId17" Type="http://schemas.openxmlformats.org/officeDocument/2006/relationships/image" Target="../media/image20.png" /><Relationship Id="rId25" Type="http://schemas.openxmlformats.org/officeDocument/2006/relationships/image" Target="../media/image28.png" /><Relationship Id="rId33" Type="http://schemas.openxmlformats.org/officeDocument/2006/relationships/image" Target="../media/image36.png" /><Relationship Id="rId2" Type="http://schemas.openxmlformats.org/officeDocument/2006/relationships/image" Target="../media/image5.png" /><Relationship Id="rId16" Type="http://schemas.openxmlformats.org/officeDocument/2006/relationships/image" Target="../media/image19.png" /><Relationship Id="rId20" Type="http://schemas.openxmlformats.org/officeDocument/2006/relationships/image" Target="../media/image23.png" /><Relationship Id="rId29" Type="http://schemas.openxmlformats.org/officeDocument/2006/relationships/image" Target="../media/image32.png" /><Relationship Id="rId1" Type="http://schemas.openxmlformats.org/officeDocument/2006/relationships/slideLayout" Target="../slideLayouts/slideLayout2.xml" /><Relationship Id="rId6" Type="http://schemas.openxmlformats.org/officeDocument/2006/relationships/image" Target="../media/image9.png" /><Relationship Id="rId11" Type="http://schemas.openxmlformats.org/officeDocument/2006/relationships/image" Target="../media/image14.png" /><Relationship Id="rId24" Type="http://schemas.openxmlformats.org/officeDocument/2006/relationships/image" Target="../media/image27.png" /><Relationship Id="rId32" Type="http://schemas.openxmlformats.org/officeDocument/2006/relationships/image" Target="../media/image35.png" /><Relationship Id="rId5" Type="http://schemas.openxmlformats.org/officeDocument/2006/relationships/image" Target="../media/image8.png" /><Relationship Id="rId15" Type="http://schemas.openxmlformats.org/officeDocument/2006/relationships/image" Target="../media/image18.png" /><Relationship Id="rId23" Type="http://schemas.openxmlformats.org/officeDocument/2006/relationships/image" Target="../media/image26.png" /><Relationship Id="rId28" Type="http://schemas.openxmlformats.org/officeDocument/2006/relationships/image" Target="../media/image31.png" /><Relationship Id="rId10" Type="http://schemas.openxmlformats.org/officeDocument/2006/relationships/image" Target="../media/image13.png" /><Relationship Id="rId19" Type="http://schemas.openxmlformats.org/officeDocument/2006/relationships/image" Target="../media/image22.png" /><Relationship Id="rId31" Type="http://schemas.openxmlformats.org/officeDocument/2006/relationships/image" Target="../media/image34.png" /><Relationship Id="rId4" Type="http://schemas.openxmlformats.org/officeDocument/2006/relationships/image" Target="../media/image7.png" /><Relationship Id="rId9" Type="http://schemas.openxmlformats.org/officeDocument/2006/relationships/image" Target="../media/image12.png" /><Relationship Id="rId14" Type="http://schemas.openxmlformats.org/officeDocument/2006/relationships/image" Target="../media/image17.png" /><Relationship Id="rId22" Type="http://schemas.openxmlformats.org/officeDocument/2006/relationships/image" Target="../media/image25.png" /><Relationship Id="rId27" Type="http://schemas.openxmlformats.org/officeDocument/2006/relationships/image" Target="../media/image30.png" /><Relationship Id="rId30" Type="http://schemas.openxmlformats.org/officeDocument/2006/relationships/image" Target="../media/image33.png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 /><Relationship Id="rId1" Type="http://schemas.openxmlformats.org/officeDocument/2006/relationships/slideLayout" Target="../slideLayouts/slideLayout2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 /><Relationship Id="rId1" Type="http://schemas.openxmlformats.org/officeDocument/2006/relationships/slideLayout" Target="../slideLayouts/slideLayout2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 /><Relationship Id="rId1" Type="http://schemas.openxmlformats.org/officeDocument/2006/relationships/slideLayout" Target="../slideLayouts/slideLayout2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 /><Relationship Id="rId1" Type="http://schemas.openxmlformats.org/officeDocument/2006/relationships/slideLayout" Target="../slideLayouts/slideLayout2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 /><Relationship Id="rId1" Type="http://schemas.openxmlformats.org/officeDocument/2006/relationships/slideLayout" Target="../slideLayouts/slideLayout2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 /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 /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0759DF5-389E-40EE-AB76-7B11457103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22"/>
          <a:stretch/>
        </p:blipFill>
        <p:spPr>
          <a:xfrm>
            <a:off x="3810000" y="430605"/>
            <a:ext cx="4343400" cy="6192488"/>
          </a:xfrm>
          <a:prstGeom prst="rect">
            <a:avLst/>
          </a:prstGeom>
        </p:spPr>
      </p:pic>
      <p:sp>
        <p:nvSpPr>
          <p:cNvPr id="4" name="object 343">
            <a:extLst>
              <a:ext uri="{FF2B5EF4-FFF2-40B4-BE49-F238E27FC236}">
                <a16:creationId xmlns:a16="http://schemas.microsoft.com/office/drawing/2014/main" id="{BDCE56ED-379C-4A70-AC13-899B88179C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400" y="2286000"/>
            <a:ext cx="3505200" cy="2714217"/>
          </a:xfrm>
          <a:prstGeom prst="rect">
            <a:avLst/>
          </a:prstGeom>
        </p:spPr>
        <p:txBody>
          <a:bodyPr vert="horz" wrap="square" lIns="0" tIns="37540" rIns="0" bIns="0" rtlCol="0">
            <a:spAutoFit/>
          </a:bodyPr>
          <a:lstStyle/>
          <a:p>
            <a:pPr marL="77325" marR="157451" algn="ctr">
              <a:lnSpc>
                <a:spcPct val="150000"/>
              </a:lnSpc>
              <a:spcBef>
                <a:spcPts val="296"/>
              </a:spcBef>
            </a:pPr>
            <a:r>
              <a:rPr lang="en-IN" spc="-9" dirty="0">
                <a:solidFill>
                  <a:schemeClr val="tx1"/>
                </a:solidFill>
              </a:rPr>
              <a:t>Properties</a:t>
            </a:r>
            <a:r>
              <a:rPr spc="-9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of</a:t>
            </a:r>
            <a:r>
              <a:rPr spc="26" dirty="0">
                <a:solidFill>
                  <a:schemeClr val="tx1"/>
                </a:solidFill>
              </a:rPr>
              <a:t> </a:t>
            </a:r>
            <a:r>
              <a:rPr spc="-22" dirty="0">
                <a:solidFill>
                  <a:schemeClr val="tx1"/>
                </a:solidFill>
              </a:rPr>
              <a:t>the </a:t>
            </a:r>
            <a:r>
              <a:rPr lang="en-IN" spc="-9" dirty="0">
                <a:solidFill>
                  <a:schemeClr val="tx1"/>
                </a:solidFill>
              </a:rPr>
              <a:t>e</a:t>
            </a:r>
            <a:r>
              <a:rPr spc="-9" dirty="0" err="1">
                <a:solidFill>
                  <a:schemeClr val="tx1"/>
                </a:solidFill>
              </a:rPr>
              <a:t>lements</a:t>
            </a:r>
            <a:endParaRPr spc="-9" dirty="0">
              <a:solidFill>
                <a:schemeClr val="tx1"/>
              </a:solidFill>
            </a:endParaRPr>
          </a:p>
          <a:p>
            <a:pPr marL="11206" marR="4483">
              <a:lnSpc>
                <a:spcPct val="113900"/>
              </a:lnSpc>
              <a:spcBef>
                <a:spcPts val="202"/>
              </a:spcBef>
            </a:pPr>
            <a:br>
              <a:rPr lang="en-IN" sz="750" b="0" dirty="0">
                <a:solidFill>
                  <a:schemeClr val="tx1"/>
                </a:solidFill>
                <a:latin typeface="Arial MT"/>
                <a:cs typeface="Arial MT"/>
              </a:rPr>
            </a:br>
            <a:b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276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4A75-CE29-4AAB-83FF-B5D6E3C0D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4" descr="Big-Bang.jpg">
            <a:extLst>
              <a:ext uri="{FF2B5EF4-FFF2-40B4-BE49-F238E27FC236}">
                <a16:creationId xmlns:a16="http://schemas.microsoft.com/office/drawing/2014/main" id="{123F345A-9F91-4A99-8E6F-49FE329420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228600"/>
            <a:ext cx="7010400" cy="6481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117073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97363FA-95A5-4D94-BD55-EE08BE153DC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8" r="8623"/>
          <a:stretch/>
        </p:blipFill>
        <p:spPr>
          <a:xfrm>
            <a:off x="381000" y="908401"/>
            <a:ext cx="8382000" cy="5949599"/>
          </a:xfrm>
          <a:prstGeom prst="rect">
            <a:avLst/>
          </a:prstGeom>
        </p:spPr>
      </p:pic>
      <p:sp>
        <p:nvSpPr>
          <p:cNvPr id="6" name="object 343">
            <a:extLst>
              <a:ext uri="{FF2B5EF4-FFF2-40B4-BE49-F238E27FC236}">
                <a16:creationId xmlns:a16="http://schemas.microsoft.com/office/drawing/2014/main" id="{C9F465A5-B58C-4E51-95D7-793D117050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450057" y="283779"/>
            <a:ext cx="10044113" cy="1085566"/>
          </a:xfrm>
          <a:prstGeom prst="rect">
            <a:avLst/>
          </a:prstGeom>
        </p:spPr>
        <p:txBody>
          <a:bodyPr vert="horz" wrap="square" lIns="0" tIns="37540" rIns="0" bIns="0" rtlCol="0">
            <a:spAutoFit/>
          </a:bodyPr>
          <a:lstStyle/>
          <a:p>
            <a:pPr marL="77325" marR="157451" algn="ctr">
              <a:lnSpc>
                <a:spcPts val="1659"/>
              </a:lnSpc>
              <a:spcBef>
                <a:spcPts val="296"/>
              </a:spcBef>
            </a:pPr>
            <a:r>
              <a:rPr lang="en-IN" sz="3200" spc="-9" dirty="0">
                <a:solidFill>
                  <a:schemeClr val="tx1"/>
                </a:solidFill>
              </a:rPr>
              <a:t>Solar system a</a:t>
            </a:r>
            <a:r>
              <a:rPr sz="3200" spc="-9" dirty="0">
                <a:solidFill>
                  <a:schemeClr val="tx1"/>
                </a:solidFill>
              </a:rPr>
              <a:t>abundance </a:t>
            </a:r>
            <a:r>
              <a:rPr sz="3200" dirty="0">
                <a:solidFill>
                  <a:schemeClr val="tx1"/>
                </a:solidFill>
              </a:rPr>
              <a:t>of</a:t>
            </a:r>
            <a:r>
              <a:rPr sz="3200" spc="26" dirty="0">
                <a:solidFill>
                  <a:schemeClr val="tx1"/>
                </a:solidFill>
              </a:rPr>
              <a:t> </a:t>
            </a:r>
            <a:r>
              <a:rPr sz="3200" spc="-22" dirty="0">
                <a:solidFill>
                  <a:schemeClr val="tx1"/>
                </a:solidFill>
              </a:rPr>
              <a:t>the </a:t>
            </a:r>
            <a:r>
              <a:rPr sz="3200" spc="-9" dirty="0">
                <a:solidFill>
                  <a:schemeClr val="tx1"/>
                </a:solidFill>
              </a:rPr>
              <a:t>Elements</a:t>
            </a:r>
          </a:p>
          <a:p>
            <a:pPr marL="11206" marR="4483">
              <a:lnSpc>
                <a:spcPct val="113900"/>
              </a:lnSpc>
              <a:spcBef>
                <a:spcPts val="202"/>
              </a:spcBef>
            </a:pPr>
            <a:br>
              <a:rPr lang="en-IN" sz="750" b="0" dirty="0">
                <a:solidFill>
                  <a:schemeClr val="tx1"/>
                </a:solidFill>
                <a:latin typeface="Arial MT"/>
                <a:cs typeface="Arial MT"/>
              </a:rPr>
            </a:br>
            <a:b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962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436041-BDD5-4DDB-92A6-EEBAA72D8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" y="866372"/>
            <a:ext cx="7448550" cy="5829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684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object 343"/>
          <p:cNvSpPr txBox="1">
            <a:spLocks noGrp="1"/>
          </p:cNvSpPr>
          <p:nvPr>
            <p:ph type="title"/>
          </p:nvPr>
        </p:nvSpPr>
        <p:spPr>
          <a:xfrm>
            <a:off x="460606" y="300732"/>
            <a:ext cx="8149994" cy="1436431"/>
          </a:xfrm>
          <a:prstGeom prst="rect">
            <a:avLst/>
          </a:prstGeom>
        </p:spPr>
        <p:txBody>
          <a:bodyPr vert="horz" wrap="square" lIns="0" tIns="37540" rIns="0" bIns="0" rtlCol="0">
            <a:spAutoFit/>
          </a:bodyPr>
          <a:lstStyle/>
          <a:p>
            <a:pPr marL="77325" marR="157451" algn="ctr">
              <a:lnSpc>
                <a:spcPts val="1659"/>
              </a:lnSpc>
              <a:spcBef>
                <a:spcPts val="296"/>
              </a:spcBef>
            </a:pPr>
            <a:r>
              <a:rPr spc="-9" dirty="0">
                <a:solidFill>
                  <a:schemeClr val="tx1"/>
                </a:solidFill>
              </a:rPr>
              <a:t>Abundance </a:t>
            </a:r>
            <a:r>
              <a:rPr dirty="0">
                <a:solidFill>
                  <a:schemeClr val="tx1"/>
                </a:solidFill>
              </a:rPr>
              <a:t>of</a:t>
            </a:r>
            <a:r>
              <a:rPr spc="26" dirty="0">
                <a:solidFill>
                  <a:schemeClr val="tx1"/>
                </a:solidFill>
              </a:rPr>
              <a:t> </a:t>
            </a:r>
            <a:r>
              <a:rPr spc="-22" dirty="0">
                <a:solidFill>
                  <a:schemeClr val="tx1"/>
                </a:solidFill>
              </a:rPr>
              <a:t>the </a:t>
            </a:r>
            <a:r>
              <a:rPr spc="-9" dirty="0">
                <a:solidFill>
                  <a:schemeClr val="tx1"/>
                </a:solidFill>
              </a:rPr>
              <a:t>Elements</a:t>
            </a:r>
          </a:p>
          <a:p>
            <a:pPr marL="11206" marR="4483">
              <a:lnSpc>
                <a:spcPct val="113900"/>
              </a:lnSpc>
              <a:spcBef>
                <a:spcPts val="202"/>
              </a:spcBef>
            </a:pPr>
            <a:br>
              <a:rPr lang="en-IN" sz="750" b="0" dirty="0">
                <a:solidFill>
                  <a:schemeClr val="tx1"/>
                </a:solidFill>
                <a:latin typeface="Arial MT"/>
                <a:cs typeface="Arial MT"/>
              </a:rPr>
            </a:br>
            <a:b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000" b="0" spc="1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diagram</a:t>
            </a:r>
            <a:r>
              <a:rPr lang="en-US" sz="2000" b="0" spc="22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below</a:t>
            </a:r>
            <a:r>
              <a:rPr lang="en-US" sz="2000" b="0" spc="1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spc="-1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shows</a:t>
            </a:r>
            <a:r>
              <a:rPr lang="en-US" sz="2000" b="0" spc="44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sz="2000" b="0" spc="-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lang="en-US" sz="2000" b="0" spc="3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abundance</a:t>
            </a:r>
            <a:r>
              <a:rPr lang="en-US" sz="2000" b="0" spc="26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2000" b="0" spc="-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spc="-22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elements</a:t>
            </a:r>
            <a:r>
              <a:rPr lang="en-US" sz="2000" b="0" spc="1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</a:t>
            </a:r>
            <a:r>
              <a:rPr lang="en-US" sz="2000" b="0" spc="3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cosmos</a:t>
            </a:r>
            <a:r>
              <a:rPr lang="en-US" sz="2000" b="0" spc="1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spc="-22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en-US" sz="2000" b="0" spc="44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</a:t>
            </a:r>
            <a:r>
              <a:rPr lang="en-US" sz="2000" b="0" spc="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Earth’s</a:t>
            </a:r>
            <a:r>
              <a:rPr lang="en-US" sz="2000" b="0" spc="1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crust.</a:t>
            </a:r>
            <a:r>
              <a:rPr lang="en-US" sz="2000" b="0" spc="25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08" name="Group 407">
            <a:extLst>
              <a:ext uri="{FF2B5EF4-FFF2-40B4-BE49-F238E27FC236}">
                <a16:creationId xmlns:a16="http://schemas.microsoft.com/office/drawing/2014/main" id="{DC19FFCB-9A8D-4A2E-8229-2D12A9ED7284}"/>
              </a:ext>
            </a:extLst>
          </p:cNvPr>
          <p:cNvGrpSpPr/>
          <p:nvPr/>
        </p:nvGrpSpPr>
        <p:grpSpPr>
          <a:xfrm>
            <a:off x="468488" y="1981200"/>
            <a:ext cx="8142111" cy="4271601"/>
            <a:chOff x="1064255" y="3106654"/>
            <a:chExt cx="7817191" cy="4063908"/>
          </a:xfrm>
        </p:grpSpPr>
        <p:sp>
          <p:nvSpPr>
            <p:cNvPr id="2" name="object 2"/>
            <p:cNvSpPr txBox="1"/>
            <p:nvPr/>
          </p:nvSpPr>
          <p:spPr>
            <a:xfrm>
              <a:off x="1252708" y="3119749"/>
              <a:ext cx="210820" cy="2351764"/>
            </a:xfrm>
            <a:prstGeom prst="rect">
              <a:avLst/>
            </a:prstGeom>
          </p:spPr>
          <p:txBody>
            <a:bodyPr vert="horz" wrap="square" lIns="0" tIns="20731" rIns="0" bIns="0" rtlCol="0">
              <a:spAutoFit/>
            </a:bodyPr>
            <a:lstStyle/>
            <a:p>
              <a:pPr marL="11206">
                <a:spcBef>
                  <a:spcPts val="163"/>
                </a:spcBef>
              </a:pPr>
              <a:r>
                <a:rPr sz="1015" spc="-22" dirty="0">
                  <a:latin typeface="Arial MT"/>
                  <a:cs typeface="Arial MT"/>
                </a:rPr>
                <a:t>10</a:t>
              </a:r>
              <a:endParaRPr sz="1015">
                <a:latin typeface="Arial MT"/>
                <a:cs typeface="Arial MT"/>
              </a:endParaRPr>
            </a:p>
            <a:p>
              <a:pPr marL="99738">
                <a:lnSpc>
                  <a:spcPts val="1187"/>
                </a:lnSpc>
                <a:spcBef>
                  <a:spcPts val="75"/>
                </a:spcBef>
              </a:pPr>
              <a:r>
                <a:rPr sz="1015" spc="-44" dirty="0">
                  <a:latin typeface="Arial MT"/>
                  <a:cs typeface="Arial MT"/>
                </a:rPr>
                <a:t>9</a:t>
              </a:r>
              <a:endParaRPr sz="1015">
                <a:latin typeface="Arial MT"/>
                <a:cs typeface="Arial MT"/>
              </a:endParaRPr>
            </a:p>
            <a:p>
              <a:pPr marL="101419">
                <a:lnSpc>
                  <a:spcPts val="1187"/>
                </a:lnSpc>
              </a:pPr>
              <a:r>
                <a:rPr sz="1015" spc="-44" dirty="0">
                  <a:latin typeface="Arial MT"/>
                  <a:cs typeface="Arial MT"/>
                </a:rPr>
                <a:t>8</a:t>
              </a:r>
              <a:endParaRPr sz="1015">
                <a:latin typeface="Arial MT"/>
                <a:cs typeface="Arial MT"/>
              </a:endParaRPr>
            </a:p>
            <a:p>
              <a:pPr marL="103099">
                <a:lnSpc>
                  <a:spcPts val="1187"/>
                </a:lnSpc>
                <a:spcBef>
                  <a:spcPts val="62"/>
                </a:spcBef>
              </a:pPr>
              <a:r>
                <a:rPr sz="1015" spc="-44" dirty="0">
                  <a:latin typeface="Arial MT"/>
                  <a:cs typeface="Arial MT"/>
                </a:rPr>
                <a:t>7</a:t>
              </a:r>
              <a:endParaRPr sz="1015">
                <a:latin typeface="Arial MT"/>
                <a:cs typeface="Arial MT"/>
              </a:endParaRPr>
            </a:p>
            <a:p>
              <a:pPr marL="100858">
                <a:lnSpc>
                  <a:spcPts val="1152"/>
                </a:lnSpc>
              </a:pPr>
              <a:r>
                <a:rPr sz="1015" spc="-44" dirty="0">
                  <a:latin typeface="Arial MT"/>
                  <a:cs typeface="Arial MT"/>
                </a:rPr>
                <a:t>6</a:t>
              </a:r>
              <a:endParaRPr sz="1015">
                <a:latin typeface="Arial MT"/>
                <a:cs typeface="Arial MT"/>
              </a:endParaRPr>
            </a:p>
            <a:p>
              <a:pPr marL="103099">
                <a:lnSpc>
                  <a:spcPts val="1187"/>
                </a:lnSpc>
              </a:pPr>
              <a:r>
                <a:rPr sz="1015" spc="-44" dirty="0">
                  <a:latin typeface="Arial MT"/>
                  <a:cs typeface="Arial MT"/>
                </a:rPr>
                <a:t>5</a:t>
              </a:r>
              <a:endParaRPr sz="1015">
                <a:latin typeface="Arial MT"/>
                <a:cs typeface="Arial MT"/>
              </a:endParaRPr>
            </a:p>
            <a:p>
              <a:pPr marL="100297">
                <a:lnSpc>
                  <a:spcPts val="1187"/>
                </a:lnSpc>
                <a:spcBef>
                  <a:spcPts val="62"/>
                </a:spcBef>
              </a:pPr>
              <a:r>
                <a:rPr sz="1015" spc="-44" dirty="0">
                  <a:latin typeface="Arial MT"/>
                  <a:cs typeface="Arial MT"/>
                </a:rPr>
                <a:t>4</a:t>
              </a:r>
              <a:endParaRPr sz="1015">
                <a:latin typeface="Arial MT"/>
                <a:cs typeface="Arial MT"/>
              </a:endParaRPr>
            </a:p>
            <a:p>
              <a:pPr marL="102539">
                <a:lnSpc>
                  <a:spcPts val="1152"/>
                </a:lnSpc>
              </a:pPr>
              <a:r>
                <a:rPr sz="1015" spc="-44" dirty="0">
                  <a:latin typeface="Arial MT"/>
                  <a:cs typeface="Arial MT"/>
                </a:rPr>
                <a:t>3</a:t>
              </a:r>
              <a:endParaRPr sz="1015">
                <a:latin typeface="Arial MT"/>
                <a:cs typeface="Arial MT"/>
              </a:endParaRPr>
            </a:p>
            <a:p>
              <a:pPr marL="100297">
                <a:lnSpc>
                  <a:spcPts val="1187"/>
                </a:lnSpc>
              </a:pPr>
              <a:r>
                <a:rPr sz="1015" spc="-44" dirty="0">
                  <a:latin typeface="Arial MT"/>
                  <a:cs typeface="Arial MT"/>
                </a:rPr>
                <a:t>2</a:t>
              </a:r>
              <a:endParaRPr sz="1015">
                <a:latin typeface="Arial MT"/>
                <a:cs typeface="Arial MT"/>
              </a:endParaRPr>
            </a:p>
            <a:p>
              <a:pPr marL="101419">
                <a:lnSpc>
                  <a:spcPts val="1187"/>
                </a:lnSpc>
                <a:spcBef>
                  <a:spcPts val="62"/>
                </a:spcBef>
              </a:pPr>
              <a:r>
                <a:rPr sz="1015" spc="-44" dirty="0">
                  <a:latin typeface="Arial MT"/>
                  <a:cs typeface="Arial MT"/>
                </a:rPr>
                <a:t>1</a:t>
              </a:r>
              <a:endParaRPr sz="1015">
                <a:latin typeface="Arial MT"/>
                <a:cs typeface="Arial MT"/>
              </a:endParaRPr>
            </a:p>
            <a:p>
              <a:pPr marL="99738">
                <a:lnSpc>
                  <a:spcPts val="1187"/>
                </a:lnSpc>
              </a:pPr>
              <a:r>
                <a:rPr sz="1015" spc="-44" dirty="0">
                  <a:latin typeface="Arial MT"/>
                  <a:cs typeface="Arial MT"/>
                </a:rPr>
                <a:t>0</a:t>
              </a:r>
              <a:endParaRPr sz="1015">
                <a:latin typeface="Arial MT"/>
                <a:cs typeface="Arial MT"/>
              </a:endParaRPr>
            </a:p>
            <a:p>
              <a:pPr marL="43705">
                <a:lnSpc>
                  <a:spcPts val="1187"/>
                </a:lnSpc>
                <a:spcBef>
                  <a:spcPts val="40"/>
                </a:spcBef>
              </a:pPr>
              <a:r>
                <a:rPr sz="1015" spc="-9" dirty="0">
                  <a:latin typeface="Arial MT"/>
                  <a:cs typeface="Arial MT"/>
                </a:rPr>
                <a:t>-</a:t>
              </a:r>
              <a:r>
                <a:rPr sz="1015" spc="-44" dirty="0">
                  <a:latin typeface="Arial MT"/>
                  <a:cs typeface="Arial MT"/>
                </a:rPr>
                <a:t>1</a:t>
              </a:r>
              <a:endParaRPr sz="1015">
                <a:latin typeface="Arial MT"/>
                <a:cs typeface="Arial MT"/>
              </a:endParaRPr>
            </a:p>
            <a:p>
              <a:pPr marL="41464">
                <a:lnSpc>
                  <a:spcPts val="1187"/>
                </a:lnSpc>
              </a:pPr>
              <a:r>
                <a:rPr sz="1015" spc="-9" dirty="0">
                  <a:latin typeface="Arial MT"/>
                  <a:cs typeface="Arial MT"/>
                </a:rPr>
                <a:t>-</a:t>
              </a:r>
              <a:r>
                <a:rPr sz="1015" spc="-44" dirty="0">
                  <a:latin typeface="Arial MT"/>
                  <a:cs typeface="Arial MT"/>
                </a:rPr>
                <a:t>2</a:t>
              </a:r>
              <a:endParaRPr sz="1015">
                <a:latin typeface="Arial MT"/>
                <a:cs typeface="Arial MT"/>
              </a:endParaRPr>
            </a:p>
          </p:txBody>
        </p:sp>
        <p:sp>
          <p:nvSpPr>
            <p:cNvPr id="3" name="object 3"/>
            <p:cNvSpPr/>
            <p:nvPr/>
          </p:nvSpPr>
          <p:spPr>
            <a:xfrm>
              <a:off x="1480591" y="3160026"/>
              <a:ext cx="80010" cy="2161540"/>
            </a:xfrm>
            <a:custGeom>
              <a:avLst/>
              <a:gdLst/>
              <a:ahLst/>
              <a:cxnLst/>
              <a:rect l="l" t="t" r="r" b="b"/>
              <a:pathLst>
                <a:path w="80009" h="2161540">
                  <a:moveTo>
                    <a:pt x="79730" y="2159063"/>
                  </a:moveTo>
                  <a:lnTo>
                    <a:pt x="0" y="2159063"/>
                  </a:lnTo>
                </a:path>
                <a:path w="80009" h="2161540">
                  <a:moveTo>
                    <a:pt x="79730" y="2066251"/>
                  </a:moveTo>
                  <a:lnTo>
                    <a:pt x="39776" y="2066251"/>
                  </a:lnTo>
                </a:path>
                <a:path w="80009" h="2161540">
                  <a:moveTo>
                    <a:pt x="79730" y="1991118"/>
                  </a:moveTo>
                  <a:lnTo>
                    <a:pt x="0" y="1991118"/>
                  </a:lnTo>
                </a:path>
                <a:path w="80009" h="2161540">
                  <a:moveTo>
                    <a:pt x="79730" y="1898307"/>
                  </a:moveTo>
                  <a:lnTo>
                    <a:pt x="39776" y="1898307"/>
                  </a:lnTo>
                </a:path>
                <a:path w="80009" h="2161540">
                  <a:moveTo>
                    <a:pt x="79730" y="1809915"/>
                  </a:moveTo>
                  <a:lnTo>
                    <a:pt x="0" y="1809915"/>
                  </a:lnTo>
                </a:path>
                <a:path w="80009" h="2161540">
                  <a:moveTo>
                    <a:pt x="79730" y="1734781"/>
                  </a:moveTo>
                  <a:lnTo>
                    <a:pt x="39776" y="1734781"/>
                  </a:lnTo>
                </a:path>
                <a:path w="80009" h="2161540">
                  <a:moveTo>
                    <a:pt x="79730" y="1641970"/>
                  </a:moveTo>
                  <a:lnTo>
                    <a:pt x="0" y="1641970"/>
                  </a:lnTo>
                </a:path>
                <a:path w="80009" h="2161540">
                  <a:moveTo>
                    <a:pt x="79730" y="1549158"/>
                  </a:moveTo>
                  <a:lnTo>
                    <a:pt x="39776" y="1549158"/>
                  </a:lnTo>
                </a:path>
                <a:path w="80009" h="2161540">
                  <a:moveTo>
                    <a:pt x="79730" y="1456347"/>
                  </a:moveTo>
                  <a:lnTo>
                    <a:pt x="0" y="1456347"/>
                  </a:lnTo>
                </a:path>
                <a:path w="80009" h="2161540">
                  <a:moveTo>
                    <a:pt x="79730" y="1385633"/>
                  </a:moveTo>
                  <a:lnTo>
                    <a:pt x="39776" y="1385633"/>
                  </a:lnTo>
                </a:path>
                <a:path w="80009" h="2161540">
                  <a:moveTo>
                    <a:pt x="79730" y="1292821"/>
                  </a:moveTo>
                  <a:lnTo>
                    <a:pt x="0" y="1292821"/>
                  </a:lnTo>
                </a:path>
                <a:path w="80009" h="2161540">
                  <a:moveTo>
                    <a:pt x="79730" y="1200010"/>
                  </a:moveTo>
                  <a:lnTo>
                    <a:pt x="39776" y="1200010"/>
                  </a:lnTo>
                </a:path>
                <a:path w="80009" h="2161540">
                  <a:moveTo>
                    <a:pt x="79730" y="1124877"/>
                  </a:moveTo>
                  <a:lnTo>
                    <a:pt x="0" y="1124877"/>
                  </a:lnTo>
                </a:path>
                <a:path w="80009" h="2161540">
                  <a:moveTo>
                    <a:pt x="79730" y="1036485"/>
                  </a:moveTo>
                  <a:lnTo>
                    <a:pt x="39776" y="1036485"/>
                  </a:lnTo>
                </a:path>
                <a:path w="80009" h="2161540">
                  <a:moveTo>
                    <a:pt x="79730" y="943673"/>
                  </a:moveTo>
                  <a:lnTo>
                    <a:pt x="0" y="943673"/>
                  </a:lnTo>
                </a:path>
                <a:path w="80009" h="2161540">
                  <a:moveTo>
                    <a:pt x="79730" y="868540"/>
                  </a:moveTo>
                  <a:lnTo>
                    <a:pt x="39776" y="868540"/>
                  </a:lnTo>
                </a:path>
                <a:path w="80009" h="2161540">
                  <a:moveTo>
                    <a:pt x="79730" y="775728"/>
                  </a:moveTo>
                  <a:lnTo>
                    <a:pt x="0" y="775728"/>
                  </a:lnTo>
                </a:path>
                <a:path w="80009" h="2161540">
                  <a:moveTo>
                    <a:pt x="79730" y="682917"/>
                  </a:moveTo>
                  <a:lnTo>
                    <a:pt x="39776" y="682917"/>
                  </a:lnTo>
                </a:path>
                <a:path w="80009" h="2161540">
                  <a:moveTo>
                    <a:pt x="79730" y="612203"/>
                  </a:moveTo>
                  <a:lnTo>
                    <a:pt x="0" y="612203"/>
                  </a:lnTo>
                </a:path>
                <a:path w="80009" h="2161540">
                  <a:moveTo>
                    <a:pt x="79730" y="519391"/>
                  </a:moveTo>
                  <a:lnTo>
                    <a:pt x="39776" y="519391"/>
                  </a:lnTo>
                </a:path>
                <a:path w="80009" h="2161540">
                  <a:moveTo>
                    <a:pt x="79730" y="426580"/>
                  </a:moveTo>
                  <a:lnTo>
                    <a:pt x="0" y="426580"/>
                  </a:lnTo>
                </a:path>
                <a:path w="80009" h="2161540">
                  <a:moveTo>
                    <a:pt x="79730" y="333768"/>
                  </a:moveTo>
                  <a:lnTo>
                    <a:pt x="39776" y="333768"/>
                  </a:lnTo>
                </a:path>
                <a:path w="80009" h="2161540">
                  <a:moveTo>
                    <a:pt x="79730" y="263055"/>
                  </a:moveTo>
                  <a:lnTo>
                    <a:pt x="0" y="263055"/>
                  </a:lnTo>
                </a:path>
                <a:path w="80009" h="2161540">
                  <a:moveTo>
                    <a:pt x="79730" y="170243"/>
                  </a:moveTo>
                  <a:lnTo>
                    <a:pt x="39776" y="170243"/>
                  </a:lnTo>
                </a:path>
                <a:path w="80009" h="2161540">
                  <a:moveTo>
                    <a:pt x="79730" y="77431"/>
                  </a:moveTo>
                  <a:lnTo>
                    <a:pt x="0" y="77431"/>
                  </a:lnTo>
                </a:path>
                <a:path w="80009" h="2161540">
                  <a:moveTo>
                    <a:pt x="79730" y="2298"/>
                  </a:moveTo>
                  <a:lnTo>
                    <a:pt x="39776" y="2298"/>
                  </a:lnTo>
                </a:path>
                <a:path w="80009" h="2161540">
                  <a:moveTo>
                    <a:pt x="77431" y="0"/>
                  </a:moveTo>
                  <a:lnTo>
                    <a:pt x="77431" y="2161362"/>
                  </a:lnTo>
                </a:path>
              </a:pathLst>
            </a:custGeom>
            <a:ln w="459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4" name="object 4"/>
            <p:cNvGrpSpPr/>
            <p:nvPr/>
          </p:nvGrpSpPr>
          <p:grpSpPr>
            <a:xfrm>
              <a:off x="1553184" y="3159937"/>
              <a:ext cx="7116445" cy="3242945"/>
              <a:chOff x="1553184" y="3159937"/>
              <a:chExt cx="7116445" cy="3242945"/>
            </a:xfrm>
          </p:grpSpPr>
          <p:pic>
            <p:nvPicPr>
              <p:cNvPr id="5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08848" y="3159937"/>
                <a:ext cx="97320" cy="154952"/>
              </a:xfrm>
              <a:prstGeom prst="rect">
                <a:avLst/>
              </a:prstGeom>
            </p:spPr>
          </p:pic>
          <p:sp>
            <p:nvSpPr>
              <p:cNvPr id="6" name="object 6"/>
              <p:cNvSpPr/>
              <p:nvPr/>
            </p:nvSpPr>
            <p:spPr>
              <a:xfrm>
                <a:off x="1701571" y="3310293"/>
                <a:ext cx="80010" cy="130873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308735">
                    <a:moveTo>
                      <a:pt x="79730" y="1308379"/>
                    </a:moveTo>
                    <a:lnTo>
                      <a:pt x="79730" y="1303781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308379"/>
                    </a:lnTo>
                    <a:lnTo>
                      <a:pt x="79730" y="130837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" name="object 7"/>
              <p:cNvSpPr/>
              <p:nvPr/>
            </p:nvSpPr>
            <p:spPr>
              <a:xfrm>
                <a:off x="1684070" y="3288195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30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8"/>
              <p:cNvSpPr/>
              <p:nvPr/>
            </p:nvSpPr>
            <p:spPr>
              <a:xfrm>
                <a:off x="1686280" y="3290404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" name="object 9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1759115" y="4596307"/>
                <a:ext cx="168033" cy="190131"/>
              </a:xfrm>
              <a:prstGeom prst="rect">
                <a:avLst/>
              </a:prstGeom>
            </p:spPr>
          </p:pic>
          <p:sp>
            <p:nvSpPr>
              <p:cNvPr id="10" name="object 10"/>
              <p:cNvSpPr/>
              <p:nvPr/>
            </p:nvSpPr>
            <p:spPr>
              <a:xfrm>
                <a:off x="1922551" y="3769931"/>
                <a:ext cx="80010" cy="95948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959485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954633"/>
                    </a:lnTo>
                    <a:lnTo>
                      <a:pt x="0" y="959230"/>
                    </a:lnTo>
                    <a:lnTo>
                      <a:pt x="4597" y="959230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1905050" y="4706886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30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1907260" y="4709096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" name="object 1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80095" y="3694798"/>
                <a:ext cx="168033" cy="225399"/>
              </a:xfrm>
              <a:prstGeom prst="rect">
                <a:avLst/>
              </a:prstGeom>
            </p:spPr>
          </p:pic>
          <p:sp>
            <p:nvSpPr>
              <p:cNvPr id="14" name="object 14"/>
              <p:cNvSpPr/>
              <p:nvPr/>
            </p:nvSpPr>
            <p:spPr>
              <a:xfrm>
                <a:off x="2143531" y="3694798"/>
                <a:ext cx="80010" cy="74295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742950">
                    <a:moveTo>
                      <a:pt x="79730" y="742670"/>
                    </a:moveTo>
                    <a:lnTo>
                      <a:pt x="79730" y="738073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742670"/>
                    </a:lnTo>
                    <a:lnTo>
                      <a:pt x="79730" y="7426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126030" y="3677119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30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128240" y="367932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2218664" y="3933456"/>
                <a:ext cx="80010" cy="50419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504189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499414"/>
                    </a:lnTo>
                    <a:lnTo>
                      <a:pt x="0" y="504012"/>
                    </a:lnTo>
                    <a:lnTo>
                      <a:pt x="4597" y="504012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2201163" y="4415193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2203373" y="4417402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" name="object 20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271788" y="3915689"/>
                <a:ext cx="318300" cy="28294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2585491" y="3933456"/>
                <a:ext cx="80010" cy="35433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354329">
                    <a:moveTo>
                      <a:pt x="79730" y="353745"/>
                    </a:moveTo>
                    <a:lnTo>
                      <a:pt x="79730" y="34914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353745"/>
                    </a:lnTo>
                    <a:lnTo>
                      <a:pt x="79730" y="35374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22"/>
              <p:cNvSpPr/>
              <p:nvPr/>
            </p:nvSpPr>
            <p:spPr>
              <a:xfrm>
                <a:off x="2567990" y="3915778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30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3"/>
              <p:cNvSpPr/>
              <p:nvPr/>
            </p:nvSpPr>
            <p:spPr>
              <a:xfrm>
                <a:off x="2570200" y="3917988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2660624" y="4008589"/>
                <a:ext cx="80010" cy="27876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78764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274015"/>
                    </a:lnTo>
                    <a:lnTo>
                      <a:pt x="0" y="278612"/>
                    </a:lnTo>
                    <a:lnTo>
                      <a:pt x="4597" y="278612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2643123" y="4264926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6"/>
              <p:cNvSpPr/>
              <p:nvPr/>
            </p:nvSpPr>
            <p:spPr>
              <a:xfrm>
                <a:off x="2645333" y="4267136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7"/>
              <p:cNvSpPr/>
              <p:nvPr/>
            </p:nvSpPr>
            <p:spPr>
              <a:xfrm>
                <a:off x="2735757" y="4008589"/>
                <a:ext cx="75565" cy="371475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371475">
                    <a:moveTo>
                      <a:pt x="75311" y="371424"/>
                    </a:moveTo>
                    <a:lnTo>
                      <a:pt x="75311" y="36682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371424"/>
                    </a:lnTo>
                    <a:lnTo>
                      <a:pt x="75311" y="3714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2713837" y="3990911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30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2716047" y="3993121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2806471" y="4083723"/>
                <a:ext cx="80010" cy="29654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96545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291693"/>
                    </a:lnTo>
                    <a:lnTo>
                      <a:pt x="0" y="296290"/>
                    </a:lnTo>
                    <a:lnTo>
                      <a:pt x="4597" y="296290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2788970" y="4357738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30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2791180" y="4359948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2881604" y="4083723"/>
                <a:ext cx="80010" cy="29654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96545">
                    <a:moveTo>
                      <a:pt x="79730" y="296290"/>
                    </a:moveTo>
                    <a:lnTo>
                      <a:pt x="79730" y="291693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296290"/>
                    </a:lnTo>
                    <a:lnTo>
                      <a:pt x="79730" y="29629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2864103" y="4061625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2866313" y="4063834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6" name="object 3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934728" y="4154436"/>
                <a:ext cx="97320" cy="265176"/>
              </a:xfrm>
              <a:prstGeom prst="rect">
                <a:avLst/>
              </a:prstGeom>
            </p:spPr>
          </p:pic>
          <p:sp>
            <p:nvSpPr>
              <p:cNvPr id="37" name="object 37"/>
              <p:cNvSpPr/>
              <p:nvPr/>
            </p:nvSpPr>
            <p:spPr>
              <a:xfrm>
                <a:off x="3027451" y="4154436"/>
                <a:ext cx="80010" cy="57531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575310">
                    <a:moveTo>
                      <a:pt x="79730" y="574725"/>
                    </a:moveTo>
                    <a:lnTo>
                      <a:pt x="79730" y="57012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574725"/>
                    </a:lnTo>
                    <a:lnTo>
                      <a:pt x="79730" y="57472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009950" y="4136758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30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012160" y="4138968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3102584" y="4415193"/>
                <a:ext cx="80010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314325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309371"/>
                    </a:lnTo>
                    <a:lnTo>
                      <a:pt x="0" y="313969"/>
                    </a:lnTo>
                    <a:lnTo>
                      <a:pt x="4597" y="313969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3085083" y="4706886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3087293" y="4709096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155708" y="4393006"/>
                <a:ext cx="97320" cy="190309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3248431" y="4304703"/>
                <a:ext cx="97790" cy="278765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278764">
                    <a:moveTo>
                      <a:pt x="97408" y="4597"/>
                    </a:moveTo>
                    <a:lnTo>
                      <a:pt x="97408" y="0"/>
                    </a:lnTo>
                    <a:lnTo>
                      <a:pt x="92811" y="0"/>
                    </a:lnTo>
                    <a:lnTo>
                      <a:pt x="0" y="274015"/>
                    </a:lnTo>
                    <a:lnTo>
                      <a:pt x="0" y="278612"/>
                    </a:lnTo>
                    <a:lnTo>
                      <a:pt x="4597" y="278612"/>
                    </a:lnTo>
                    <a:lnTo>
                      <a:pt x="97408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3230930" y="4561039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3233140" y="456324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7" name="object 47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323653" y="4119079"/>
                <a:ext cx="168033" cy="225399"/>
              </a:xfrm>
              <a:prstGeom prst="rect">
                <a:avLst/>
              </a:prstGeom>
            </p:spPr>
          </p:pic>
          <p:sp>
            <p:nvSpPr>
              <p:cNvPr id="48" name="object 48"/>
              <p:cNvSpPr/>
              <p:nvPr/>
            </p:nvSpPr>
            <p:spPr>
              <a:xfrm>
                <a:off x="3487089" y="4119079"/>
                <a:ext cx="80010" cy="30099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300989">
                    <a:moveTo>
                      <a:pt x="79730" y="300710"/>
                    </a:moveTo>
                    <a:lnTo>
                      <a:pt x="79730" y="296113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300710"/>
                    </a:lnTo>
                    <a:lnTo>
                      <a:pt x="79730" y="30071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3469589" y="4101401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3471799" y="4103611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51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3544633" y="4194213"/>
                <a:ext cx="97320" cy="260756"/>
              </a:xfrm>
              <a:prstGeom prst="rect">
                <a:avLst/>
              </a:prstGeom>
            </p:spPr>
          </p:pic>
          <p:sp>
            <p:nvSpPr>
              <p:cNvPr id="52" name="object 52"/>
              <p:cNvSpPr/>
              <p:nvPr/>
            </p:nvSpPr>
            <p:spPr>
              <a:xfrm>
                <a:off x="3637356" y="4194213"/>
                <a:ext cx="75565" cy="371475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371475">
                    <a:moveTo>
                      <a:pt x="75311" y="371424"/>
                    </a:moveTo>
                    <a:lnTo>
                      <a:pt x="75311" y="36682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371424"/>
                    </a:lnTo>
                    <a:lnTo>
                      <a:pt x="75311" y="3714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619855" y="4172115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3622065" y="4174324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3752443" y="4563338"/>
                <a:ext cx="355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5560">
                    <a:moveTo>
                      <a:pt x="0" y="0"/>
                    </a:moveTo>
                    <a:lnTo>
                      <a:pt x="35356" y="0"/>
                    </a:lnTo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3690569" y="4543361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3692778" y="4545571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3783202" y="4561039"/>
                <a:ext cx="80010" cy="24384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43839">
                    <a:moveTo>
                      <a:pt x="79730" y="243255"/>
                    </a:moveTo>
                    <a:lnTo>
                      <a:pt x="79730" y="23865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243255"/>
                    </a:lnTo>
                    <a:lnTo>
                      <a:pt x="79730" y="2432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3765702" y="4543361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3767912" y="454557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3858336" y="4724565"/>
                <a:ext cx="75565" cy="80010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80010">
                    <a:moveTo>
                      <a:pt x="75311" y="4597"/>
                    </a:moveTo>
                    <a:lnTo>
                      <a:pt x="75311" y="0"/>
                    </a:lnTo>
                    <a:lnTo>
                      <a:pt x="70713" y="0"/>
                    </a:lnTo>
                    <a:lnTo>
                      <a:pt x="0" y="75133"/>
                    </a:lnTo>
                    <a:lnTo>
                      <a:pt x="0" y="79730"/>
                    </a:lnTo>
                    <a:lnTo>
                      <a:pt x="4597" y="79730"/>
                    </a:lnTo>
                    <a:lnTo>
                      <a:pt x="75311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3840835" y="478201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3843045" y="478422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3929049" y="4724565"/>
                <a:ext cx="80010" cy="208279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08279">
                    <a:moveTo>
                      <a:pt x="79730" y="207899"/>
                    </a:moveTo>
                    <a:lnTo>
                      <a:pt x="79730" y="203301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207899"/>
                    </a:lnTo>
                    <a:lnTo>
                      <a:pt x="79730" y="20789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3911549" y="4706886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3913758" y="4709096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0"/>
                    </a:moveTo>
                    <a:lnTo>
                      <a:pt x="3977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4004183" y="4746663"/>
                <a:ext cx="80010" cy="18605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86054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81203"/>
                    </a:lnTo>
                    <a:lnTo>
                      <a:pt x="0" y="185800"/>
                    </a:lnTo>
                    <a:lnTo>
                      <a:pt x="4597" y="185800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3986682" y="4910188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3988892" y="4912398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4079316" y="4746663"/>
                <a:ext cx="75565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133350">
                    <a:moveTo>
                      <a:pt x="75311" y="132765"/>
                    </a:moveTo>
                    <a:lnTo>
                      <a:pt x="75311" y="12816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132765"/>
                    </a:lnTo>
                    <a:lnTo>
                      <a:pt x="75311" y="13276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4061815" y="4724565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4064025" y="4726774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4150029" y="4689208"/>
                <a:ext cx="8001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9050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85623"/>
                    </a:lnTo>
                    <a:lnTo>
                      <a:pt x="0" y="190220"/>
                    </a:lnTo>
                    <a:lnTo>
                      <a:pt x="4597" y="190220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4132529" y="4857153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4134738" y="4859362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225162" y="4689208"/>
                <a:ext cx="8001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33350">
                    <a:moveTo>
                      <a:pt x="79730" y="132765"/>
                    </a:moveTo>
                    <a:lnTo>
                      <a:pt x="79730" y="12816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32765"/>
                    </a:lnTo>
                    <a:lnTo>
                      <a:pt x="79730" y="13276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207662" y="467152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209872" y="467373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300296" y="4653851"/>
                <a:ext cx="75565" cy="168275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168275">
                    <a:moveTo>
                      <a:pt x="75311" y="4597"/>
                    </a:moveTo>
                    <a:lnTo>
                      <a:pt x="75311" y="0"/>
                    </a:lnTo>
                    <a:lnTo>
                      <a:pt x="70713" y="0"/>
                    </a:lnTo>
                    <a:lnTo>
                      <a:pt x="0" y="163525"/>
                    </a:lnTo>
                    <a:lnTo>
                      <a:pt x="0" y="168122"/>
                    </a:lnTo>
                    <a:lnTo>
                      <a:pt x="4597" y="168122"/>
                    </a:lnTo>
                    <a:lnTo>
                      <a:pt x="75311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282795" y="4799698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285005" y="4801908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371009" y="4653851"/>
                <a:ext cx="8001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50495">
                    <a:moveTo>
                      <a:pt x="79730" y="150444"/>
                    </a:moveTo>
                    <a:lnTo>
                      <a:pt x="79730" y="14584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50444"/>
                    </a:lnTo>
                    <a:lnTo>
                      <a:pt x="79730" y="15044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4353509" y="4636173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4355718" y="4638382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4446143" y="4782019"/>
                <a:ext cx="80010" cy="2286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286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7678"/>
                    </a:lnTo>
                    <a:lnTo>
                      <a:pt x="0" y="22275"/>
                    </a:lnTo>
                    <a:lnTo>
                      <a:pt x="4597" y="22275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4428642" y="478201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4430852" y="478422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4521276" y="4782019"/>
                <a:ext cx="75565" cy="208279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208279">
                    <a:moveTo>
                      <a:pt x="75311" y="207899"/>
                    </a:moveTo>
                    <a:lnTo>
                      <a:pt x="75311" y="203301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207899"/>
                    </a:lnTo>
                    <a:lnTo>
                      <a:pt x="75311" y="20789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4503775" y="4764341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4505985" y="476655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4591989" y="4892509"/>
                <a:ext cx="80010" cy="9779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97789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92811"/>
                    </a:lnTo>
                    <a:lnTo>
                      <a:pt x="0" y="97408"/>
                    </a:lnTo>
                    <a:lnTo>
                      <a:pt x="4597" y="97408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4574489" y="4967643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4576699" y="4969852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667122" y="4932286"/>
                <a:ext cx="31115" cy="486409"/>
              </a:xfrm>
              <a:custGeom>
                <a:avLst/>
                <a:gdLst/>
                <a:ahLst/>
                <a:cxnLst/>
                <a:rect l="l" t="t" r="r" b="b"/>
                <a:pathLst>
                  <a:path w="31114" h="486410">
                    <a:moveTo>
                      <a:pt x="0" y="486333"/>
                    </a:moveTo>
                    <a:lnTo>
                      <a:pt x="31114" y="486333"/>
                    </a:lnTo>
                    <a:lnTo>
                      <a:pt x="31114" y="0"/>
                    </a:lnTo>
                    <a:lnTo>
                      <a:pt x="0" y="0"/>
                    </a:lnTo>
                    <a:lnTo>
                      <a:pt x="0" y="48633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4649622" y="4874831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651832" y="487704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773193" y="4985321"/>
                <a:ext cx="120014" cy="415925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415925">
                    <a:moveTo>
                      <a:pt x="119507" y="128168"/>
                    </a:moveTo>
                    <a:lnTo>
                      <a:pt x="44373" y="0"/>
                    </a:lnTo>
                    <a:lnTo>
                      <a:pt x="39776" y="0"/>
                    </a:lnTo>
                    <a:lnTo>
                      <a:pt x="0" y="411022"/>
                    </a:lnTo>
                    <a:lnTo>
                      <a:pt x="0" y="415620"/>
                    </a:lnTo>
                    <a:lnTo>
                      <a:pt x="4597" y="415620"/>
                    </a:lnTo>
                    <a:lnTo>
                      <a:pt x="43713" y="11341"/>
                    </a:lnTo>
                    <a:lnTo>
                      <a:pt x="114909" y="132765"/>
                    </a:lnTo>
                    <a:lnTo>
                      <a:pt x="119507" y="132765"/>
                    </a:lnTo>
                    <a:lnTo>
                      <a:pt x="119507" y="1281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795469" y="4967643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797678" y="4969852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888103" y="5002999"/>
                <a:ext cx="80010" cy="11557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1557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10489"/>
                    </a:lnTo>
                    <a:lnTo>
                      <a:pt x="0" y="115087"/>
                    </a:lnTo>
                    <a:lnTo>
                      <a:pt x="4597" y="115087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870602" y="5095811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4872812" y="509802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4963236" y="5002999"/>
                <a:ext cx="75565" cy="80010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80010">
                    <a:moveTo>
                      <a:pt x="75311" y="79730"/>
                    </a:moveTo>
                    <a:lnTo>
                      <a:pt x="75311" y="75133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79730"/>
                    </a:lnTo>
                    <a:lnTo>
                      <a:pt x="75311" y="797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4945735" y="4985321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4947945" y="498753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5033949" y="4985321"/>
                <a:ext cx="80010" cy="9779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97789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92811"/>
                    </a:lnTo>
                    <a:lnTo>
                      <a:pt x="0" y="97408"/>
                    </a:lnTo>
                    <a:lnTo>
                      <a:pt x="4597" y="97408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5016449" y="5056034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5018659" y="5058244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0"/>
                    </a:moveTo>
                    <a:lnTo>
                      <a:pt x="3977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5109083" y="4985321"/>
                <a:ext cx="8001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50495">
                    <a:moveTo>
                      <a:pt x="79730" y="150444"/>
                    </a:moveTo>
                    <a:lnTo>
                      <a:pt x="79730" y="14584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50444"/>
                    </a:lnTo>
                    <a:lnTo>
                      <a:pt x="79730" y="15044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5091582" y="4967643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5093792" y="4969852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5184216" y="4945545"/>
                <a:ext cx="7556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190500">
                    <a:moveTo>
                      <a:pt x="75311" y="4597"/>
                    </a:moveTo>
                    <a:lnTo>
                      <a:pt x="75311" y="0"/>
                    </a:lnTo>
                    <a:lnTo>
                      <a:pt x="70713" y="0"/>
                    </a:lnTo>
                    <a:lnTo>
                      <a:pt x="0" y="185623"/>
                    </a:lnTo>
                    <a:lnTo>
                      <a:pt x="0" y="190220"/>
                    </a:lnTo>
                    <a:lnTo>
                      <a:pt x="4597" y="190220"/>
                    </a:lnTo>
                    <a:lnTo>
                      <a:pt x="75311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5166715" y="511348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5168925" y="511569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5254929" y="4945545"/>
                <a:ext cx="80010" cy="13779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37795">
                    <a:moveTo>
                      <a:pt x="79730" y="137185"/>
                    </a:moveTo>
                    <a:lnTo>
                      <a:pt x="79730" y="132587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37185"/>
                    </a:lnTo>
                    <a:lnTo>
                      <a:pt x="79730" y="13718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5237429" y="4927866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5239638" y="4930076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0"/>
                    </a:moveTo>
                    <a:lnTo>
                      <a:pt x="3977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5330062" y="4874831"/>
                <a:ext cx="80010" cy="208279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08279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203301"/>
                    </a:lnTo>
                    <a:lnTo>
                      <a:pt x="0" y="207898"/>
                    </a:lnTo>
                    <a:lnTo>
                      <a:pt x="4597" y="207898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5312562" y="5056034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5314772" y="5058244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5405196" y="4874831"/>
                <a:ext cx="75565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133350">
                    <a:moveTo>
                      <a:pt x="75311" y="132765"/>
                    </a:moveTo>
                    <a:lnTo>
                      <a:pt x="75311" y="12816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132765"/>
                    </a:lnTo>
                    <a:lnTo>
                      <a:pt x="75311" y="13276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5387695" y="4857153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389905" y="4859362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5475909" y="4874831"/>
                <a:ext cx="8001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3335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28168"/>
                    </a:lnTo>
                    <a:lnTo>
                      <a:pt x="0" y="132765"/>
                    </a:lnTo>
                    <a:lnTo>
                      <a:pt x="4597" y="132765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5458408" y="4985321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460618" y="4987531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5551042" y="4874831"/>
                <a:ext cx="8001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50495">
                    <a:moveTo>
                      <a:pt x="79730" y="150444"/>
                    </a:moveTo>
                    <a:lnTo>
                      <a:pt x="79730" y="14584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50444"/>
                    </a:lnTo>
                    <a:lnTo>
                      <a:pt x="79730" y="15044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5533542" y="4857153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535752" y="4859362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5626176" y="4874831"/>
                <a:ext cx="75565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150495">
                    <a:moveTo>
                      <a:pt x="75311" y="4597"/>
                    </a:moveTo>
                    <a:lnTo>
                      <a:pt x="75311" y="0"/>
                    </a:lnTo>
                    <a:lnTo>
                      <a:pt x="70713" y="0"/>
                    </a:lnTo>
                    <a:lnTo>
                      <a:pt x="0" y="145846"/>
                    </a:lnTo>
                    <a:lnTo>
                      <a:pt x="0" y="150444"/>
                    </a:lnTo>
                    <a:lnTo>
                      <a:pt x="4597" y="150444"/>
                    </a:lnTo>
                    <a:lnTo>
                      <a:pt x="75311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5608675" y="500299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5610885" y="500520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696889" y="4874831"/>
                <a:ext cx="8001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50495">
                    <a:moveTo>
                      <a:pt x="79730" y="150444"/>
                    </a:moveTo>
                    <a:lnTo>
                      <a:pt x="79730" y="14584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50444"/>
                    </a:lnTo>
                    <a:lnTo>
                      <a:pt x="79730" y="15044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5679389" y="4857153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5681598" y="4859362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5772022" y="4967643"/>
                <a:ext cx="8001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57785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53035"/>
                    </a:lnTo>
                    <a:lnTo>
                      <a:pt x="0" y="57632"/>
                    </a:lnTo>
                    <a:lnTo>
                      <a:pt x="4597" y="57632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5754522" y="500299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5756732" y="500520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47156" y="4967643"/>
                <a:ext cx="75565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133350">
                    <a:moveTo>
                      <a:pt x="75311" y="132765"/>
                    </a:moveTo>
                    <a:lnTo>
                      <a:pt x="75311" y="12816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132765"/>
                    </a:lnTo>
                    <a:lnTo>
                      <a:pt x="75311" y="13276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5829655" y="4945545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5831865" y="4947754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5917869" y="4985321"/>
                <a:ext cx="80010" cy="11557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1557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10489"/>
                    </a:lnTo>
                    <a:lnTo>
                      <a:pt x="0" y="115087"/>
                    </a:lnTo>
                    <a:lnTo>
                      <a:pt x="4597" y="115087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5900369" y="5078133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5902578" y="5080342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5993003" y="5025097"/>
                <a:ext cx="40005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98145">
                    <a:moveTo>
                      <a:pt x="0" y="397941"/>
                    </a:moveTo>
                    <a:lnTo>
                      <a:pt x="39954" y="397941"/>
                    </a:lnTo>
                    <a:lnTo>
                      <a:pt x="39954" y="0"/>
                    </a:lnTo>
                    <a:lnTo>
                      <a:pt x="0" y="0"/>
                    </a:lnTo>
                    <a:lnTo>
                      <a:pt x="0" y="39794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5975502" y="4967643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5977712" y="4969852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103493" y="5078132"/>
                <a:ext cx="115570" cy="345440"/>
              </a:xfrm>
              <a:custGeom>
                <a:avLst/>
                <a:gdLst/>
                <a:ahLst/>
                <a:cxnLst/>
                <a:rect l="l" t="t" r="r" b="b"/>
                <a:pathLst>
                  <a:path w="115570" h="345439">
                    <a:moveTo>
                      <a:pt x="115087" y="53035"/>
                    </a:moveTo>
                    <a:lnTo>
                      <a:pt x="39954" y="0"/>
                    </a:lnTo>
                    <a:lnTo>
                      <a:pt x="35356" y="0"/>
                    </a:lnTo>
                    <a:lnTo>
                      <a:pt x="0" y="340309"/>
                    </a:lnTo>
                    <a:lnTo>
                      <a:pt x="0" y="344893"/>
                    </a:lnTo>
                    <a:lnTo>
                      <a:pt x="4597" y="344893"/>
                    </a:lnTo>
                    <a:lnTo>
                      <a:pt x="39636" y="7632"/>
                    </a:lnTo>
                    <a:lnTo>
                      <a:pt x="110490" y="57632"/>
                    </a:lnTo>
                    <a:lnTo>
                      <a:pt x="115087" y="57632"/>
                    </a:lnTo>
                    <a:lnTo>
                      <a:pt x="115087" y="5303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121349" y="5056034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6123559" y="5058244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0"/>
                    </a:moveTo>
                    <a:lnTo>
                      <a:pt x="3977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6213983" y="5020678"/>
                <a:ext cx="80010" cy="115570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1557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10489"/>
                    </a:lnTo>
                    <a:lnTo>
                      <a:pt x="0" y="115087"/>
                    </a:lnTo>
                    <a:lnTo>
                      <a:pt x="4597" y="115087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6196482" y="511348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6198692" y="511569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6289116" y="5020678"/>
                <a:ext cx="75565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75564" h="133350">
                    <a:moveTo>
                      <a:pt x="75311" y="132765"/>
                    </a:moveTo>
                    <a:lnTo>
                      <a:pt x="75311" y="12816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132765"/>
                    </a:lnTo>
                    <a:lnTo>
                      <a:pt x="75311" y="13276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6271615" y="5002999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5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6273825" y="500520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6359829" y="5002999"/>
                <a:ext cx="8001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150495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45846"/>
                    </a:lnTo>
                    <a:lnTo>
                      <a:pt x="0" y="150444"/>
                    </a:lnTo>
                    <a:lnTo>
                      <a:pt x="4597" y="150444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6342329" y="5131168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6344538" y="5133378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6434962" y="5002999"/>
                <a:ext cx="80010" cy="9779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97789">
                    <a:moveTo>
                      <a:pt x="79730" y="97409"/>
                    </a:moveTo>
                    <a:lnTo>
                      <a:pt x="79730" y="92811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97409"/>
                    </a:lnTo>
                    <a:lnTo>
                      <a:pt x="79730" y="974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6417462" y="4985321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39776"/>
                    </a:moveTo>
                    <a:lnTo>
                      <a:pt x="39776" y="0"/>
                    </a:lnTo>
                    <a:lnTo>
                      <a:pt x="0" y="0"/>
                    </a:lnTo>
                    <a:lnTo>
                      <a:pt x="0" y="39776"/>
                    </a:lnTo>
                    <a:lnTo>
                      <a:pt x="39776" y="3977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6419672" y="498753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6510096" y="5020678"/>
                <a:ext cx="75565" cy="80010"/>
              </a:xfrm>
              <a:custGeom>
                <a:avLst/>
                <a:gdLst/>
                <a:ahLst/>
                <a:cxnLst/>
                <a:rect l="l" t="t" r="r" b="b"/>
                <a:pathLst>
                  <a:path w="75565" h="80010">
                    <a:moveTo>
                      <a:pt x="75310" y="4597"/>
                    </a:moveTo>
                    <a:lnTo>
                      <a:pt x="75310" y="0"/>
                    </a:lnTo>
                    <a:lnTo>
                      <a:pt x="70713" y="0"/>
                    </a:lnTo>
                    <a:lnTo>
                      <a:pt x="0" y="75133"/>
                    </a:lnTo>
                    <a:lnTo>
                      <a:pt x="0" y="79730"/>
                    </a:lnTo>
                    <a:lnTo>
                      <a:pt x="4597" y="79730"/>
                    </a:lnTo>
                    <a:lnTo>
                      <a:pt x="7531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492595" y="5078133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39776"/>
                    </a:moveTo>
                    <a:lnTo>
                      <a:pt x="39776" y="0"/>
                    </a:lnTo>
                    <a:lnTo>
                      <a:pt x="0" y="0"/>
                    </a:lnTo>
                    <a:lnTo>
                      <a:pt x="0" y="39776"/>
                    </a:lnTo>
                    <a:lnTo>
                      <a:pt x="39776" y="3977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494805" y="5080342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6580809" y="5020678"/>
                <a:ext cx="8001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133350">
                    <a:moveTo>
                      <a:pt x="79730" y="132765"/>
                    </a:moveTo>
                    <a:lnTo>
                      <a:pt x="79730" y="12816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32765"/>
                    </a:lnTo>
                    <a:lnTo>
                      <a:pt x="79730" y="13276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6563308" y="5002999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4">
                    <a:moveTo>
                      <a:pt x="44196" y="39776"/>
                    </a:moveTo>
                    <a:lnTo>
                      <a:pt x="44196" y="0"/>
                    </a:lnTo>
                    <a:lnTo>
                      <a:pt x="0" y="0"/>
                    </a:lnTo>
                    <a:lnTo>
                      <a:pt x="0" y="39776"/>
                    </a:lnTo>
                    <a:lnTo>
                      <a:pt x="44196" y="3977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6565518" y="5005209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6655942" y="5038356"/>
                <a:ext cx="80010" cy="11557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11557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10489"/>
                    </a:lnTo>
                    <a:lnTo>
                      <a:pt x="0" y="115087"/>
                    </a:lnTo>
                    <a:lnTo>
                      <a:pt x="4597" y="115087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6638442" y="5131168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4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6640652" y="5133378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6731076" y="5038356"/>
                <a:ext cx="7556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5565" h="190500">
                    <a:moveTo>
                      <a:pt x="75311" y="190220"/>
                    </a:moveTo>
                    <a:lnTo>
                      <a:pt x="75311" y="185623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190220"/>
                    </a:lnTo>
                    <a:lnTo>
                      <a:pt x="75311" y="19022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6713575" y="5020678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39776"/>
                    </a:moveTo>
                    <a:lnTo>
                      <a:pt x="39776" y="0"/>
                    </a:lnTo>
                    <a:lnTo>
                      <a:pt x="0" y="0"/>
                    </a:lnTo>
                    <a:lnTo>
                      <a:pt x="0" y="39776"/>
                    </a:lnTo>
                    <a:lnTo>
                      <a:pt x="39776" y="3977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6715785" y="5022887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6801789" y="5131168"/>
                <a:ext cx="97790" cy="97790"/>
              </a:xfrm>
              <a:custGeom>
                <a:avLst/>
                <a:gdLst/>
                <a:ahLst/>
                <a:cxnLst/>
                <a:rect l="l" t="t" r="r" b="b"/>
                <a:pathLst>
                  <a:path w="97790" h="97789">
                    <a:moveTo>
                      <a:pt x="97409" y="4597"/>
                    </a:moveTo>
                    <a:lnTo>
                      <a:pt x="97409" y="0"/>
                    </a:lnTo>
                    <a:lnTo>
                      <a:pt x="92811" y="0"/>
                    </a:lnTo>
                    <a:lnTo>
                      <a:pt x="0" y="92811"/>
                    </a:lnTo>
                    <a:lnTo>
                      <a:pt x="0" y="97409"/>
                    </a:lnTo>
                    <a:lnTo>
                      <a:pt x="4597" y="97409"/>
                    </a:lnTo>
                    <a:lnTo>
                      <a:pt x="97409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6784289" y="5206301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6786498" y="5208511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6894601" y="5131168"/>
                <a:ext cx="8001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150495">
                    <a:moveTo>
                      <a:pt x="79730" y="150444"/>
                    </a:moveTo>
                    <a:lnTo>
                      <a:pt x="79730" y="14584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50444"/>
                    </a:lnTo>
                    <a:lnTo>
                      <a:pt x="79730" y="15044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6877100" y="5113489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79310" y="5115699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969734" y="5148846"/>
                <a:ext cx="8001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13335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28168"/>
                    </a:lnTo>
                    <a:lnTo>
                      <a:pt x="0" y="132765"/>
                    </a:lnTo>
                    <a:lnTo>
                      <a:pt x="4597" y="132765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6952234" y="5259336"/>
                <a:ext cx="5778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57784" h="62229">
                    <a:moveTo>
                      <a:pt x="57454" y="6187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5745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6954443" y="5261546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7044867" y="5148846"/>
                <a:ext cx="7556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75565" h="44450">
                    <a:moveTo>
                      <a:pt x="75310" y="44373"/>
                    </a:moveTo>
                    <a:lnTo>
                      <a:pt x="75310" y="39776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44373"/>
                    </a:lnTo>
                    <a:lnTo>
                      <a:pt x="75310" y="4437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7022947" y="5131168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7025157" y="5133378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7115581" y="5002999"/>
                <a:ext cx="8001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19050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85623"/>
                    </a:lnTo>
                    <a:lnTo>
                      <a:pt x="0" y="190220"/>
                    </a:lnTo>
                    <a:lnTo>
                      <a:pt x="4597" y="190220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7098080" y="5166524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7100290" y="5168734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7190714" y="5002999"/>
                <a:ext cx="80010" cy="2286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22860">
                    <a:moveTo>
                      <a:pt x="79730" y="22275"/>
                    </a:moveTo>
                    <a:lnTo>
                      <a:pt x="79730" y="1767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22275"/>
                    </a:lnTo>
                    <a:lnTo>
                      <a:pt x="79730" y="222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7173213" y="4985321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4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/>
              <p:cNvSpPr/>
              <p:nvPr/>
            </p:nvSpPr>
            <p:spPr>
              <a:xfrm>
                <a:off x="7175423" y="498753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/>
              <p:cNvSpPr/>
              <p:nvPr/>
            </p:nvSpPr>
            <p:spPr>
              <a:xfrm>
                <a:off x="7265847" y="4945545"/>
                <a:ext cx="75565" cy="80010"/>
              </a:xfrm>
              <a:custGeom>
                <a:avLst/>
                <a:gdLst/>
                <a:ahLst/>
                <a:cxnLst/>
                <a:rect l="l" t="t" r="r" b="b"/>
                <a:pathLst>
                  <a:path w="75565" h="80010">
                    <a:moveTo>
                      <a:pt x="75310" y="4597"/>
                    </a:moveTo>
                    <a:lnTo>
                      <a:pt x="75310" y="0"/>
                    </a:lnTo>
                    <a:lnTo>
                      <a:pt x="70713" y="0"/>
                    </a:lnTo>
                    <a:lnTo>
                      <a:pt x="0" y="75133"/>
                    </a:lnTo>
                    <a:lnTo>
                      <a:pt x="0" y="79730"/>
                    </a:lnTo>
                    <a:lnTo>
                      <a:pt x="4597" y="79730"/>
                    </a:lnTo>
                    <a:lnTo>
                      <a:pt x="7531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/>
              <p:cNvSpPr/>
              <p:nvPr/>
            </p:nvSpPr>
            <p:spPr>
              <a:xfrm>
                <a:off x="7243927" y="5002999"/>
                <a:ext cx="6223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57785">
                    <a:moveTo>
                      <a:pt x="61874" y="5745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6187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/>
              <p:cNvSpPr/>
              <p:nvPr/>
            </p:nvSpPr>
            <p:spPr>
              <a:xfrm>
                <a:off x="7246137" y="5005209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/>
              <p:cNvSpPr/>
              <p:nvPr/>
            </p:nvSpPr>
            <p:spPr>
              <a:xfrm>
                <a:off x="7336561" y="4945545"/>
                <a:ext cx="80010" cy="17272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172720">
                    <a:moveTo>
                      <a:pt x="79730" y="172542"/>
                    </a:moveTo>
                    <a:lnTo>
                      <a:pt x="79730" y="167944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172542"/>
                    </a:lnTo>
                    <a:lnTo>
                      <a:pt x="79730" y="17254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/>
              <p:cNvSpPr/>
              <p:nvPr/>
            </p:nvSpPr>
            <p:spPr>
              <a:xfrm>
                <a:off x="7319060" y="4927866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/>
              <p:cNvSpPr/>
              <p:nvPr/>
            </p:nvSpPr>
            <p:spPr>
              <a:xfrm>
                <a:off x="7321270" y="4930076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/>
              <p:cNvSpPr/>
              <p:nvPr/>
            </p:nvSpPr>
            <p:spPr>
              <a:xfrm>
                <a:off x="7411694" y="5038356"/>
                <a:ext cx="80010" cy="80010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80010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75133"/>
                    </a:lnTo>
                    <a:lnTo>
                      <a:pt x="0" y="79730"/>
                    </a:lnTo>
                    <a:lnTo>
                      <a:pt x="4597" y="79730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/>
              <p:cNvSpPr/>
              <p:nvPr/>
            </p:nvSpPr>
            <p:spPr>
              <a:xfrm>
                <a:off x="7394193" y="5095811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4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/>
              <p:cNvSpPr/>
              <p:nvPr/>
            </p:nvSpPr>
            <p:spPr>
              <a:xfrm>
                <a:off x="7396403" y="509802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2"/>
              <p:cNvSpPr/>
              <p:nvPr/>
            </p:nvSpPr>
            <p:spPr>
              <a:xfrm>
                <a:off x="7486827" y="5038356"/>
                <a:ext cx="75565" cy="22860"/>
              </a:xfrm>
              <a:custGeom>
                <a:avLst/>
                <a:gdLst/>
                <a:ahLst/>
                <a:cxnLst/>
                <a:rect l="l" t="t" r="r" b="b"/>
                <a:pathLst>
                  <a:path w="75565" h="22860">
                    <a:moveTo>
                      <a:pt x="75310" y="22275"/>
                    </a:moveTo>
                    <a:lnTo>
                      <a:pt x="75310" y="17678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0713" y="22275"/>
                    </a:lnTo>
                    <a:lnTo>
                      <a:pt x="75310" y="2227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3"/>
              <p:cNvSpPr/>
              <p:nvPr/>
            </p:nvSpPr>
            <p:spPr>
              <a:xfrm>
                <a:off x="7464907" y="5020678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/>
              <p:cNvSpPr/>
              <p:nvPr/>
            </p:nvSpPr>
            <p:spPr>
              <a:xfrm>
                <a:off x="7467117" y="5022887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/>
              <p:cNvSpPr/>
              <p:nvPr/>
            </p:nvSpPr>
            <p:spPr>
              <a:xfrm>
                <a:off x="7557541" y="4874831"/>
                <a:ext cx="80010" cy="186055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186054">
                    <a:moveTo>
                      <a:pt x="79730" y="4597"/>
                    </a:moveTo>
                    <a:lnTo>
                      <a:pt x="79730" y="0"/>
                    </a:lnTo>
                    <a:lnTo>
                      <a:pt x="75133" y="0"/>
                    </a:lnTo>
                    <a:lnTo>
                      <a:pt x="0" y="181203"/>
                    </a:lnTo>
                    <a:lnTo>
                      <a:pt x="0" y="185800"/>
                    </a:lnTo>
                    <a:lnTo>
                      <a:pt x="4597" y="185800"/>
                    </a:lnTo>
                    <a:lnTo>
                      <a:pt x="79730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/>
              <p:cNvSpPr/>
              <p:nvPr/>
            </p:nvSpPr>
            <p:spPr>
              <a:xfrm>
                <a:off x="7540040" y="5038356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/>
              <p:cNvSpPr/>
              <p:nvPr/>
            </p:nvSpPr>
            <p:spPr>
              <a:xfrm>
                <a:off x="7542250" y="5040566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40004">
                    <a:moveTo>
                      <a:pt x="35356" y="0"/>
                    </a:moveTo>
                    <a:lnTo>
                      <a:pt x="3535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/>
              <p:cNvSpPr/>
              <p:nvPr/>
            </p:nvSpPr>
            <p:spPr>
              <a:xfrm>
                <a:off x="7632674" y="4874831"/>
                <a:ext cx="80010" cy="208279"/>
              </a:xfrm>
              <a:custGeom>
                <a:avLst/>
                <a:gdLst/>
                <a:ahLst/>
                <a:cxnLst/>
                <a:rect l="l" t="t" r="r" b="b"/>
                <a:pathLst>
                  <a:path w="80009" h="208279">
                    <a:moveTo>
                      <a:pt x="79730" y="207898"/>
                    </a:moveTo>
                    <a:lnTo>
                      <a:pt x="79730" y="203301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207898"/>
                    </a:lnTo>
                    <a:lnTo>
                      <a:pt x="79730" y="2078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/>
              <p:cNvSpPr/>
              <p:nvPr/>
            </p:nvSpPr>
            <p:spPr>
              <a:xfrm>
                <a:off x="7615173" y="4857153"/>
                <a:ext cx="57785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57784" h="57785">
                    <a:moveTo>
                      <a:pt x="57454" y="57454"/>
                    </a:moveTo>
                    <a:lnTo>
                      <a:pt x="57454" y="0"/>
                    </a:lnTo>
                    <a:lnTo>
                      <a:pt x="0" y="0"/>
                    </a:lnTo>
                    <a:lnTo>
                      <a:pt x="0" y="57454"/>
                    </a:lnTo>
                    <a:lnTo>
                      <a:pt x="57454" y="5745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/>
              <p:cNvSpPr/>
              <p:nvPr/>
            </p:nvSpPr>
            <p:spPr>
              <a:xfrm>
                <a:off x="7617383" y="4859362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35356" y="0"/>
                    </a:moveTo>
                    <a:lnTo>
                      <a:pt x="3535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535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/>
              <p:cNvSpPr/>
              <p:nvPr/>
            </p:nvSpPr>
            <p:spPr>
              <a:xfrm>
                <a:off x="7685887" y="5056034"/>
                <a:ext cx="62230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62229">
                    <a:moveTo>
                      <a:pt x="61874" y="61874"/>
                    </a:moveTo>
                    <a:lnTo>
                      <a:pt x="61874" y="0"/>
                    </a:lnTo>
                    <a:lnTo>
                      <a:pt x="0" y="0"/>
                    </a:lnTo>
                    <a:lnTo>
                      <a:pt x="0" y="61874"/>
                    </a:lnTo>
                    <a:lnTo>
                      <a:pt x="61874" y="618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/>
              <p:cNvSpPr/>
              <p:nvPr/>
            </p:nvSpPr>
            <p:spPr>
              <a:xfrm>
                <a:off x="7688097" y="5058244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0"/>
                    </a:moveTo>
                    <a:lnTo>
                      <a:pt x="39776" y="39776"/>
                    </a:lnTo>
                    <a:lnTo>
                      <a:pt x="0" y="3977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3" name="object 213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2731338" y="4105820"/>
                <a:ext cx="22275" cy="1136014"/>
              </a:xfrm>
              <a:prstGeom prst="rect">
                <a:avLst/>
              </a:prstGeom>
            </p:spPr>
          </p:pic>
          <p:pic>
            <p:nvPicPr>
              <p:cNvPr id="214" name="object 214"/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4658359" y="4945545"/>
                <a:ext cx="8889" cy="778014"/>
              </a:xfrm>
              <a:prstGeom prst="rect">
                <a:avLst/>
              </a:prstGeom>
            </p:spPr>
          </p:pic>
          <p:pic>
            <p:nvPicPr>
              <p:cNvPr id="215" name="object 215"/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036028" y="5197462"/>
                <a:ext cx="4597" cy="596823"/>
              </a:xfrm>
              <a:prstGeom prst="rect">
                <a:avLst/>
              </a:prstGeom>
            </p:spPr>
          </p:pic>
          <p:pic>
            <p:nvPicPr>
              <p:cNvPr id="216" name="object 216"/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7398435" y="5170944"/>
                <a:ext cx="4597" cy="1074140"/>
              </a:xfrm>
              <a:prstGeom prst="rect">
                <a:avLst/>
              </a:prstGeom>
            </p:spPr>
          </p:pic>
          <p:pic>
            <p:nvPicPr>
              <p:cNvPr id="217" name="object 217"/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2434589" y="4004170"/>
                <a:ext cx="5080" cy="381076"/>
              </a:xfrm>
              <a:prstGeom prst="rect">
                <a:avLst/>
              </a:prstGeom>
            </p:spPr>
          </p:pic>
          <p:pic>
            <p:nvPicPr>
              <p:cNvPr id="218" name="object 218"/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2439669" y="4479302"/>
                <a:ext cx="5079" cy="408965"/>
              </a:xfrm>
              <a:prstGeom prst="rect">
                <a:avLst/>
              </a:prstGeom>
            </p:spPr>
          </p:pic>
          <p:sp>
            <p:nvSpPr>
              <p:cNvPr id="219" name="object 219"/>
              <p:cNvSpPr/>
              <p:nvPr/>
            </p:nvSpPr>
            <p:spPr>
              <a:xfrm>
                <a:off x="1555724" y="4587557"/>
                <a:ext cx="7111365" cy="1812289"/>
              </a:xfrm>
              <a:custGeom>
                <a:avLst/>
                <a:gdLst/>
                <a:ahLst/>
                <a:cxnLst/>
                <a:rect l="l" t="t" r="r" b="b"/>
                <a:pathLst>
                  <a:path w="7111365" h="1812289">
                    <a:moveTo>
                      <a:pt x="2298" y="1736902"/>
                    </a:moveTo>
                    <a:lnTo>
                      <a:pt x="2298" y="1812213"/>
                    </a:lnTo>
                  </a:path>
                  <a:path w="7111365" h="1812289">
                    <a:moveTo>
                      <a:pt x="77431" y="1736902"/>
                    </a:moveTo>
                    <a:lnTo>
                      <a:pt x="77431" y="1776857"/>
                    </a:lnTo>
                  </a:path>
                  <a:path w="7111365" h="1812289">
                    <a:moveTo>
                      <a:pt x="152565" y="1736902"/>
                    </a:moveTo>
                    <a:lnTo>
                      <a:pt x="152565" y="1776857"/>
                    </a:lnTo>
                  </a:path>
                  <a:path w="7111365" h="1812289">
                    <a:moveTo>
                      <a:pt x="223278" y="1736902"/>
                    </a:moveTo>
                    <a:lnTo>
                      <a:pt x="223278" y="1776857"/>
                    </a:lnTo>
                  </a:path>
                  <a:path w="7111365" h="1812289">
                    <a:moveTo>
                      <a:pt x="298411" y="1736902"/>
                    </a:moveTo>
                    <a:lnTo>
                      <a:pt x="298411" y="1776857"/>
                    </a:lnTo>
                  </a:path>
                  <a:path w="7111365" h="1812289">
                    <a:moveTo>
                      <a:pt x="373545" y="1736902"/>
                    </a:moveTo>
                    <a:lnTo>
                      <a:pt x="373545" y="1812213"/>
                    </a:lnTo>
                  </a:path>
                  <a:path w="7111365" h="1812289">
                    <a:moveTo>
                      <a:pt x="448678" y="1736902"/>
                    </a:moveTo>
                    <a:lnTo>
                      <a:pt x="448678" y="1776857"/>
                    </a:lnTo>
                  </a:path>
                  <a:path w="7111365" h="1812289">
                    <a:moveTo>
                      <a:pt x="519391" y="1736902"/>
                    </a:moveTo>
                    <a:lnTo>
                      <a:pt x="519391" y="1776857"/>
                    </a:lnTo>
                  </a:path>
                  <a:path w="7111365" h="1812289">
                    <a:moveTo>
                      <a:pt x="594525" y="1736902"/>
                    </a:moveTo>
                    <a:lnTo>
                      <a:pt x="594525" y="1776857"/>
                    </a:lnTo>
                  </a:path>
                  <a:path w="7111365" h="1812289">
                    <a:moveTo>
                      <a:pt x="669658" y="1736902"/>
                    </a:moveTo>
                    <a:lnTo>
                      <a:pt x="669658" y="1776857"/>
                    </a:lnTo>
                  </a:path>
                  <a:path w="7111365" h="1812289">
                    <a:moveTo>
                      <a:pt x="744791" y="1736902"/>
                    </a:moveTo>
                    <a:lnTo>
                      <a:pt x="744791" y="1812213"/>
                    </a:lnTo>
                  </a:path>
                  <a:path w="7111365" h="1812289">
                    <a:moveTo>
                      <a:pt x="815505" y="1736902"/>
                    </a:moveTo>
                    <a:lnTo>
                      <a:pt x="815505" y="1776857"/>
                    </a:lnTo>
                  </a:path>
                  <a:path w="7111365" h="1812289">
                    <a:moveTo>
                      <a:pt x="890638" y="1736902"/>
                    </a:moveTo>
                    <a:lnTo>
                      <a:pt x="890638" y="1776857"/>
                    </a:lnTo>
                  </a:path>
                  <a:path w="7111365" h="1812289">
                    <a:moveTo>
                      <a:pt x="965771" y="1736902"/>
                    </a:moveTo>
                    <a:lnTo>
                      <a:pt x="965771" y="1776857"/>
                    </a:lnTo>
                  </a:path>
                  <a:path w="7111365" h="1812289">
                    <a:moveTo>
                      <a:pt x="1040904" y="1736902"/>
                    </a:moveTo>
                    <a:lnTo>
                      <a:pt x="1040904" y="1776857"/>
                    </a:lnTo>
                  </a:path>
                  <a:path w="7111365" h="1812289">
                    <a:moveTo>
                      <a:pt x="1111618" y="1736902"/>
                    </a:moveTo>
                    <a:lnTo>
                      <a:pt x="1111618" y="1812213"/>
                    </a:lnTo>
                  </a:path>
                  <a:path w="7111365" h="1812289">
                    <a:moveTo>
                      <a:pt x="1186751" y="1736902"/>
                    </a:moveTo>
                    <a:lnTo>
                      <a:pt x="1186751" y="1776857"/>
                    </a:lnTo>
                  </a:path>
                  <a:path w="7111365" h="1812289">
                    <a:moveTo>
                      <a:pt x="1261884" y="1736902"/>
                    </a:moveTo>
                    <a:lnTo>
                      <a:pt x="1261884" y="1776857"/>
                    </a:lnTo>
                  </a:path>
                  <a:path w="7111365" h="1812289">
                    <a:moveTo>
                      <a:pt x="1337017" y="1736902"/>
                    </a:moveTo>
                    <a:lnTo>
                      <a:pt x="1337017" y="1776857"/>
                    </a:lnTo>
                  </a:path>
                  <a:path w="7111365" h="1812289">
                    <a:moveTo>
                      <a:pt x="1407731" y="1736902"/>
                    </a:moveTo>
                    <a:lnTo>
                      <a:pt x="1407731" y="1776857"/>
                    </a:lnTo>
                  </a:path>
                  <a:path w="7111365" h="1812289">
                    <a:moveTo>
                      <a:pt x="1482864" y="1736902"/>
                    </a:moveTo>
                    <a:lnTo>
                      <a:pt x="1482864" y="1812213"/>
                    </a:lnTo>
                  </a:path>
                  <a:path w="7111365" h="1812289">
                    <a:moveTo>
                      <a:pt x="1557997" y="1736902"/>
                    </a:moveTo>
                    <a:lnTo>
                      <a:pt x="1557997" y="1776857"/>
                    </a:lnTo>
                  </a:path>
                  <a:path w="7111365" h="1812289">
                    <a:moveTo>
                      <a:pt x="1633131" y="1736902"/>
                    </a:moveTo>
                    <a:lnTo>
                      <a:pt x="1633131" y="1776857"/>
                    </a:lnTo>
                  </a:path>
                  <a:path w="7111365" h="1812289">
                    <a:moveTo>
                      <a:pt x="1703844" y="1736902"/>
                    </a:moveTo>
                    <a:lnTo>
                      <a:pt x="1703844" y="1776857"/>
                    </a:lnTo>
                  </a:path>
                  <a:path w="7111365" h="1812289">
                    <a:moveTo>
                      <a:pt x="1778977" y="1736902"/>
                    </a:moveTo>
                    <a:lnTo>
                      <a:pt x="1778977" y="1776857"/>
                    </a:lnTo>
                  </a:path>
                  <a:path w="7111365" h="1812289">
                    <a:moveTo>
                      <a:pt x="1854111" y="1736902"/>
                    </a:moveTo>
                    <a:lnTo>
                      <a:pt x="1854111" y="1812213"/>
                    </a:lnTo>
                  </a:path>
                  <a:path w="7111365" h="1812289">
                    <a:moveTo>
                      <a:pt x="1929244" y="1736902"/>
                    </a:moveTo>
                    <a:lnTo>
                      <a:pt x="1929244" y="1776857"/>
                    </a:lnTo>
                  </a:path>
                  <a:path w="7111365" h="1812289">
                    <a:moveTo>
                      <a:pt x="1999957" y="1736902"/>
                    </a:moveTo>
                    <a:lnTo>
                      <a:pt x="1999957" y="1776857"/>
                    </a:lnTo>
                  </a:path>
                  <a:path w="7111365" h="1812289">
                    <a:moveTo>
                      <a:pt x="2075091" y="1736902"/>
                    </a:moveTo>
                    <a:lnTo>
                      <a:pt x="2075091" y="1776857"/>
                    </a:lnTo>
                  </a:path>
                  <a:path w="7111365" h="1812289">
                    <a:moveTo>
                      <a:pt x="2150224" y="1736902"/>
                    </a:moveTo>
                    <a:lnTo>
                      <a:pt x="2150224" y="1776857"/>
                    </a:lnTo>
                  </a:path>
                  <a:path w="7111365" h="1812289">
                    <a:moveTo>
                      <a:pt x="2225357" y="1736902"/>
                    </a:moveTo>
                    <a:lnTo>
                      <a:pt x="2225357" y="1812213"/>
                    </a:lnTo>
                  </a:path>
                  <a:path w="7111365" h="1812289">
                    <a:moveTo>
                      <a:pt x="2296071" y="1736902"/>
                    </a:moveTo>
                    <a:lnTo>
                      <a:pt x="2296071" y="1776857"/>
                    </a:lnTo>
                  </a:path>
                  <a:path w="7111365" h="1812289">
                    <a:moveTo>
                      <a:pt x="2371204" y="1736902"/>
                    </a:moveTo>
                    <a:lnTo>
                      <a:pt x="2371204" y="1776857"/>
                    </a:lnTo>
                  </a:path>
                  <a:path w="7111365" h="1812289">
                    <a:moveTo>
                      <a:pt x="2446337" y="1736902"/>
                    </a:moveTo>
                    <a:lnTo>
                      <a:pt x="2446337" y="1776857"/>
                    </a:lnTo>
                  </a:path>
                  <a:path w="7111365" h="1812289">
                    <a:moveTo>
                      <a:pt x="2521470" y="1736902"/>
                    </a:moveTo>
                    <a:lnTo>
                      <a:pt x="2521470" y="1776857"/>
                    </a:lnTo>
                  </a:path>
                  <a:path w="7111365" h="1812289">
                    <a:moveTo>
                      <a:pt x="2592184" y="1736902"/>
                    </a:moveTo>
                    <a:lnTo>
                      <a:pt x="2592184" y="1812213"/>
                    </a:lnTo>
                  </a:path>
                  <a:path w="7111365" h="1812289">
                    <a:moveTo>
                      <a:pt x="2667317" y="1736902"/>
                    </a:moveTo>
                    <a:lnTo>
                      <a:pt x="2667317" y="1776857"/>
                    </a:lnTo>
                  </a:path>
                  <a:path w="7111365" h="1812289">
                    <a:moveTo>
                      <a:pt x="2742450" y="1736902"/>
                    </a:moveTo>
                    <a:lnTo>
                      <a:pt x="2742450" y="1776857"/>
                    </a:lnTo>
                  </a:path>
                  <a:path w="7111365" h="1812289">
                    <a:moveTo>
                      <a:pt x="2817583" y="1736902"/>
                    </a:moveTo>
                    <a:lnTo>
                      <a:pt x="2817583" y="1776857"/>
                    </a:lnTo>
                  </a:path>
                  <a:path w="7111365" h="1812289">
                    <a:moveTo>
                      <a:pt x="2888297" y="1736902"/>
                    </a:moveTo>
                    <a:lnTo>
                      <a:pt x="2888297" y="1776857"/>
                    </a:lnTo>
                  </a:path>
                  <a:path w="7111365" h="1812289">
                    <a:moveTo>
                      <a:pt x="2963430" y="1736902"/>
                    </a:moveTo>
                    <a:lnTo>
                      <a:pt x="2963430" y="1812213"/>
                    </a:lnTo>
                  </a:path>
                  <a:path w="7111365" h="1812289">
                    <a:moveTo>
                      <a:pt x="3038563" y="1736902"/>
                    </a:moveTo>
                    <a:lnTo>
                      <a:pt x="3038563" y="1776857"/>
                    </a:lnTo>
                  </a:path>
                  <a:path w="7111365" h="1812289">
                    <a:moveTo>
                      <a:pt x="3113697" y="1736902"/>
                    </a:moveTo>
                    <a:lnTo>
                      <a:pt x="3113697" y="1776857"/>
                    </a:lnTo>
                  </a:path>
                  <a:path w="7111365" h="1812289">
                    <a:moveTo>
                      <a:pt x="3184410" y="1736902"/>
                    </a:moveTo>
                    <a:lnTo>
                      <a:pt x="3184410" y="1776857"/>
                    </a:lnTo>
                  </a:path>
                  <a:path w="7111365" h="1812289">
                    <a:moveTo>
                      <a:pt x="3259543" y="1736902"/>
                    </a:moveTo>
                    <a:lnTo>
                      <a:pt x="3259543" y="1776857"/>
                    </a:lnTo>
                  </a:path>
                  <a:path w="7111365" h="1812289">
                    <a:moveTo>
                      <a:pt x="3334677" y="1736902"/>
                    </a:moveTo>
                    <a:lnTo>
                      <a:pt x="3334677" y="1812213"/>
                    </a:lnTo>
                  </a:path>
                  <a:path w="7111365" h="1812289">
                    <a:moveTo>
                      <a:pt x="3409810" y="1736902"/>
                    </a:moveTo>
                    <a:lnTo>
                      <a:pt x="3409810" y="1776857"/>
                    </a:lnTo>
                  </a:path>
                  <a:path w="7111365" h="1812289">
                    <a:moveTo>
                      <a:pt x="3480523" y="1736902"/>
                    </a:moveTo>
                    <a:lnTo>
                      <a:pt x="3480523" y="1776857"/>
                    </a:lnTo>
                  </a:path>
                  <a:path w="7111365" h="1812289">
                    <a:moveTo>
                      <a:pt x="3555657" y="1736902"/>
                    </a:moveTo>
                    <a:lnTo>
                      <a:pt x="3555657" y="1776857"/>
                    </a:lnTo>
                  </a:path>
                  <a:path w="7111365" h="1812289">
                    <a:moveTo>
                      <a:pt x="3630790" y="1736902"/>
                    </a:moveTo>
                    <a:lnTo>
                      <a:pt x="3630790" y="1776857"/>
                    </a:lnTo>
                  </a:path>
                  <a:path w="7111365" h="1812289">
                    <a:moveTo>
                      <a:pt x="3705923" y="1736902"/>
                    </a:moveTo>
                    <a:lnTo>
                      <a:pt x="3705923" y="1812213"/>
                    </a:lnTo>
                  </a:path>
                  <a:path w="7111365" h="1812289">
                    <a:moveTo>
                      <a:pt x="3776637" y="1736902"/>
                    </a:moveTo>
                    <a:lnTo>
                      <a:pt x="3776637" y="1776857"/>
                    </a:lnTo>
                  </a:path>
                  <a:path w="7111365" h="1812289">
                    <a:moveTo>
                      <a:pt x="3851770" y="1736902"/>
                    </a:moveTo>
                    <a:lnTo>
                      <a:pt x="3851770" y="1776857"/>
                    </a:lnTo>
                  </a:path>
                  <a:path w="7111365" h="1812289">
                    <a:moveTo>
                      <a:pt x="3926903" y="1736902"/>
                    </a:moveTo>
                    <a:lnTo>
                      <a:pt x="3926903" y="1776857"/>
                    </a:lnTo>
                  </a:path>
                  <a:path w="7111365" h="1812289">
                    <a:moveTo>
                      <a:pt x="4002036" y="1736902"/>
                    </a:moveTo>
                    <a:lnTo>
                      <a:pt x="4002036" y="1776857"/>
                    </a:lnTo>
                  </a:path>
                  <a:path w="7111365" h="1812289">
                    <a:moveTo>
                      <a:pt x="4072750" y="1736902"/>
                    </a:moveTo>
                    <a:lnTo>
                      <a:pt x="4072750" y="1812213"/>
                    </a:lnTo>
                  </a:path>
                  <a:path w="7111365" h="1812289">
                    <a:moveTo>
                      <a:pt x="4147883" y="1736902"/>
                    </a:moveTo>
                    <a:lnTo>
                      <a:pt x="4147883" y="1776857"/>
                    </a:lnTo>
                  </a:path>
                  <a:path w="7111365" h="1812289">
                    <a:moveTo>
                      <a:pt x="4223016" y="1736902"/>
                    </a:moveTo>
                    <a:lnTo>
                      <a:pt x="4223016" y="1776857"/>
                    </a:lnTo>
                  </a:path>
                  <a:path w="7111365" h="1812289">
                    <a:moveTo>
                      <a:pt x="4298149" y="1736902"/>
                    </a:moveTo>
                    <a:lnTo>
                      <a:pt x="4298149" y="1776857"/>
                    </a:lnTo>
                  </a:path>
                  <a:path w="7111365" h="1812289">
                    <a:moveTo>
                      <a:pt x="4368863" y="1736902"/>
                    </a:moveTo>
                    <a:lnTo>
                      <a:pt x="4368863" y="1776856"/>
                    </a:lnTo>
                  </a:path>
                  <a:path w="7111365" h="1812289">
                    <a:moveTo>
                      <a:pt x="4443996" y="1736902"/>
                    </a:moveTo>
                    <a:lnTo>
                      <a:pt x="4443996" y="1812213"/>
                    </a:lnTo>
                  </a:path>
                  <a:path w="7111365" h="1812289">
                    <a:moveTo>
                      <a:pt x="4519129" y="1736902"/>
                    </a:moveTo>
                    <a:lnTo>
                      <a:pt x="4519129" y="1776856"/>
                    </a:lnTo>
                  </a:path>
                  <a:path w="7111365" h="1812289">
                    <a:moveTo>
                      <a:pt x="4594263" y="1736902"/>
                    </a:moveTo>
                    <a:lnTo>
                      <a:pt x="4594263" y="1776856"/>
                    </a:lnTo>
                  </a:path>
                  <a:path w="7111365" h="1812289">
                    <a:moveTo>
                      <a:pt x="4664976" y="1736902"/>
                    </a:moveTo>
                    <a:lnTo>
                      <a:pt x="4664976" y="1776856"/>
                    </a:lnTo>
                  </a:path>
                  <a:path w="7111365" h="1812289">
                    <a:moveTo>
                      <a:pt x="4740109" y="1736902"/>
                    </a:moveTo>
                    <a:lnTo>
                      <a:pt x="4740109" y="1776856"/>
                    </a:lnTo>
                  </a:path>
                  <a:path w="7111365" h="1812289">
                    <a:moveTo>
                      <a:pt x="4815243" y="1736902"/>
                    </a:moveTo>
                    <a:lnTo>
                      <a:pt x="4815243" y="1812213"/>
                    </a:lnTo>
                  </a:path>
                  <a:path w="7111365" h="1812289">
                    <a:moveTo>
                      <a:pt x="4890376" y="1736902"/>
                    </a:moveTo>
                    <a:lnTo>
                      <a:pt x="4890376" y="1776856"/>
                    </a:lnTo>
                  </a:path>
                  <a:path w="7111365" h="1812289">
                    <a:moveTo>
                      <a:pt x="4961089" y="1736902"/>
                    </a:moveTo>
                    <a:lnTo>
                      <a:pt x="4961089" y="1776856"/>
                    </a:lnTo>
                  </a:path>
                  <a:path w="7111365" h="1812289">
                    <a:moveTo>
                      <a:pt x="5036223" y="1736902"/>
                    </a:moveTo>
                    <a:lnTo>
                      <a:pt x="5036223" y="1776856"/>
                    </a:lnTo>
                  </a:path>
                  <a:path w="7111365" h="1812289">
                    <a:moveTo>
                      <a:pt x="5111356" y="1736902"/>
                    </a:moveTo>
                    <a:lnTo>
                      <a:pt x="5111356" y="1776856"/>
                    </a:lnTo>
                  </a:path>
                  <a:path w="7111365" h="1812289">
                    <a:moveTo>
                      <a:pt x="5186489" y="1736902"/>
                    </a:moveTo>
                    <a:lnTo>
                      <a:pt x="5186489" y="1812213"/>
                    </a:lnTo>
                  </a:path>
                  <a:path w="7111365" h="1812289">
                    <a:moveTo>
                      <a:pt x="5257203" y="1736902"/>
                    </a:moveTo>
                    <a:lnTo>
                      <a:pt x="5257203" y="1776856"/>
                    </a:lnTo>
                  </a:path>
                  <a:path w="7111365" h="1812289">
                    <a:moveTo>
                      <a:pt x="5332336" y="1736902"/>
                    </a:moveTo>
                    <a:lnTo>
                      <a:pt x="5332336" y="1776856"/>
                    </a:lnTo>
                  </a:path>
                  <a:path w="7111365" h="1812289">
                    <a:moveTo>
                      <a:pt x="5407469" y="1736902"/>
                    </a:moveTo>
                    <a:lnTo>
                      <a:pt x="5407469" y="1776856"/>
                    </a:lnTo>
                  </a:path>
                  <a:path w="7111365" h="1812289">
                    <a:moveTo>
                      <a:pt x="5482602" y="1736902"/>
                    </a:moveTo>
                    <a:lnTo>
                      <a:pt x="5482602" y="1776856"/>
                    </a:lnTo>
                  </a:path>
                  <a:path w="7111365" h="1812289">
                    <a:moveTo>
                      <a:pt x="5553316" y="1736902"/>
                    </a:moveTo>
                    <a:lnTo>
                      <a:pt x="5553316" y="1812213"/>
                    </a:lnTo>
                  </a:path>
                  <a:path w="7111365" h="1812289">
                    <a:moveTo>
                      <a:pt x="5628449" y="1736902"/>
                    </a:moveTo>
                    <a:lnTo>
                      <a:pt x="5628449" y="1776856"/>
                    </a:lnTo>
                  </a:path>
                  <a:path w="7111365" h="1812289">
                    <a:moveTo>
                      <a:pt x="5703582" y="1736902"/>
                    </a:moveTo>
                    <a:lnTo>
                      <a:pt x="5703582" y="1776856"/>
                    </a:lnTo>
                  </a:path>
                  <a:path w="7111365" h="1812289">
                    <a:moveTo>
                      <a:pt x="5778715" y="1736902"/>
                    </a:moveTo>
                    <a:lnTo>
                      <a:pt x="5778715" y="1776856"/>
                    </a:lnTo>
                  </a:path>
                  <a:path w="7111365" h="1812289">
                    <a:moveTo>
                      <a:pt x="5849429" y="1736902"/>
                    </a:moveTo>
                    <a:lnTo>
                      <a:pt x="5849429" y="1776856"/>
                    </a:lnTo>
                  </a:path>
                  <a:path w="7111365" h="1812289">
                    <a:moveTo>
                      <a:pt x="5924562" y="1736902"/>
                    </a:moveTo>
                    <a:lnTo>
                      <a:pt x="5924562" y="1812213"/>
                    </a:lnTo>
                  </a:path>
                  <a:path w="7111365" h="1812289">
                    <a:moveTo>
                      <a:pt x="5999695" y="1736902"/>
                    </a:moveTo>
                    <a:lnTo>
                      <a:pt x="5999695" y="1776856"/>
                    </a:lnTo>
                  </a:path>
                  <a:path w="7111365" h="1812289">
                    <a:moveTo>
                      <a:pt x="6074829" y="1736902"/>
                    </a:moveTo>
                    <a:lnTo>
                      <a:pt x="6074829" y="1776856"/>
                    </a:lnTo>
                  </a:path>
                  <a:path w="7111365" h="1812289">
                    <a:moveTo>
                      <a:pt x="6145542" y="1736902"/>
                    </a:moveTo>
                    <a:lnTo>
                      <a:pt x="6145542" y="1776856"/>
                    </a:lnTo>
                  </a:path>
                  <a:path w="7111365" h="1812289">
                    <a:moveTo>
                      <a:pt x="6220675" y="1736902"/>
                    </a:moveTo>
                    <a:lnTo>
                      <a:pt x="6220675" y="1776856"/>
                    </a:lnTo>
                  </a:path>
                  <a:path w="7111365" h="1812289">
                    <a:moveTo>
                      <a:pt x="6295809" y="1736902"/>
                    </a:moveTo>
                    <a:lnTo>
                      <a:pt x="6295809" y="1812213"/>
                    </a:lnTo>
                  </a:path>
                  <a:path w="7111365" h="1812289">
                    <a:moveTo>
                      <a:pt x="6370942" y="1736902"/>
                    </a:moveTo>
                    <a:lnTo>
                      <a:pt x="6370942" y="1776856"/>
                    </a:lnTo>
                  </a:path>
                  <a:path w="7111365" h="1812289">
                    <a:moveTo>
                      <a:pt x="6441655" y="1736902"/>
                    </a:moveTo>
                    <a:lnTo>
                      <a:pt x="6441655" y="1776856"/>
                    </a:lnTo>
                  </a:path>
                  <a:path w="7111365" h="1812289">
                    <a:moveTo>
                      <a:pt x="6516789" y="1736902"/>
                    </a:moveTo>
                    <a:lnTo>
                      <a:pt x="6516789" y="1776856"/>
                    </a:lnTo>
                  </a:path>
                  <a:path w="7111365" h="1812289">
                    <a:moveTo>
                      <a:pt x="6591922" y="1736902"/>
                    </a:moveTo>
                    <a:lnTo>
                      <a:pt x="6591922" y="1776856"/>
                    </a:lnTo>
                  </a:path>
                  <a:path w="7111365" h="1812289">
                    <a:moveTo>
                      <a:pt x="6667055" y="1736902"/>
                    </a:moveTo>
                    <a:lnTo>
                      <a:pt x="6667055" y="1812213"/>
                    </a:lnTo>
                  </a:path>
                  <a:path w="7111365" h="1812289">
                    <a:moveTo>
                      <a:pt x="6737769" y="1736902"/>
                    </a:moveTo>
                    <a:lnTo>
                      <a:pt x="6737769" y="1776856"/>
                    </a:lnTo>
                  </a:path>
                  <a:path w="7111365" h="1812289">
                    <a:moveTo>
                      <a:pt x="6812902" y="1736902"/>
                    </a:moveTo>
                    <a:lnTo>
                      <a:pt x="6812902" y="1776856"/>
                    </a:lnTo>
                  </a:path>
                  <a:path w="7111365" h="1812289">
                    <a:moveTo>
                      <a:pt x="6888035" y="1736902"/>
                    </a:moveTo>
                    <a:lnTo>
                      <a:pt x="6888035" y="1776856"/>
                    </a:lnTo>
                  </a:path>
                  <a:path w="7111365" h="1812289">
                    <a:moveTo>
                      <a:pt x="6963168" y="1736902"/>
                    </a:moveTo>
                    <a:lnTo>
                      <a:pt x="6963168" y="1776856"/>
                    </a:lnTo>
                  </a:path>
                  <a:path w="7111365" h="1812289">
                    <a:moveTo>
                      <a:pt x="7033882" y="1736902"/>
                    </a:moveTo>
                    <a:lnTo>
                      <a:pt x="7033882" y="1812213"/>
                    </a:lnTo>
                  </a:path>
                  <a:path w="7111365" h="1812289">
                    <a:moveTo>
                      <a:pt x="7036181" y="1739201"/>
                    </a:moveTo>
                    <a:lnTo>
                      <a:pt x="0" y="1739201"/>
                    </a:lnTo>
                  </a:path>
                  <a:path w="7111365" h="1812289">
                    <a:moveTo>
                      <a:pt x="7111314" y="1739201"/>
                    </a:moveTo>
                    <a:lnTo>
                      <a:pt x="7031596" y="1739201"/>
                    </a:lnTo>
                  </a:path>
                  <a:path w="7111365" h="1812289">
                    <a:moveTo>
                      <a:pt x="7075957" y="1646389"/>
                    </a:moveTo>
                    <a:lnTo>
                      <a:pt x="7031583" y="1646389"/>
                    </a:lnTo>
                  </a:path>
                  <a:path w="7111365" h="1812289">
                    <a:moveTo>
                      <a:pt x="7111314" y="1553578"/>
                    </a:moveTo>
                    <a:lnTo>
                      <a:pt x="7031596" y="1553578"/>
                    </a:lnTo>
                  </a:path>
                  <a:path w="7111365" h="1812289">
                    <a:moveTo>
                      <a:pt x="7075957" y="1482864"/>
                    </a:moveTo>
                    <a:lnTo>
                      <a:pt x="7031583" y="1482864"/>
                    </a:lnTo>
                  </a:path>
                  <a:path w="7111365" h="1812289">
                    <a:moveTo>
                      <a:pt x="7111314" y="1390053"/>
                    </a:moveTo>
                    <a:lnTo>
                      <a:pt x="7031596" y="1390053"/>
                    </a:lnTo>
                  </a:path>
                  <a:path w="7111365" h="1812289">
                    <a:moveTo>
                      <a:pt x="7075957" y="1297241"/>
                    </a:moveTo>
                    <a:lnTo>
                      <a:pt x="7031583" y="1297241"/>
                    </a:lnTo>
                  </a:path>
                  <a:path w="7111365" h="1812289">
                    <a:moveTo>
                      <a:pt x="7111314" y="1226527"/>
                    </a:moveTo>
                    <a:lnTo>
                      <a:pt x="7031596" y="1226527"/>
                    </a:lnTo>
                  </a:path>
                  <a:path w="7111365" h="1812289">
                    <a:moveTo>
                      <a:pt x="7075957" y="1133716"/>
                    </a:moveTo>
                    <a:lnTo>
                      <a:pt x="7031583" y="1133716"/>
                    </a:lnTo>
                  </a:path>
                  <a:path w="7111365" h="1812289">
                    <a:moveTo>
                      <a:pt x="7111314" y="1040904"/>
                    </a:moveTo>
                    <a:lnTo>
                      <a:pt x="7031596" y="1040904"/>
                    </a:lnTo>
                  </a:path>
                  <a:path w="7111365" h="1812289">
                    <a:moveTo>
                      <a:pt x="7075957" y="952512"/>
                    </a:moveTo>
                    <a:lnTo>
                      <a:pt x="7031583" y="952512"/>
                    </a:lnTo>
                  </a:path>
                  <a:path w="7111365" h="1812289">
                    <a:moveTo>
                      <a:pt x="7111314" y="859701"/>
                    </a:moveTo>
                    <a:lnTo>
                      <a:pt x="7031596" y="859701"/>
                    </a:lnTo>
                  </a:path>
                  <a:path w="7111365" h="1812289">
                    <a:moveTo>
                      <a:pt x="7075957" y="788987"/>
                    </a:moveTo>
                    <a:lnTo>
                      <a:pt x="7031583" y="788987"/>
                    </a:lnTo>
                  </a:path>
                  <a:path w="7111365" h="1812289">
                    <a:moveTo>
                      <a:pt x="7111314" y="696175"/>
                    </a:moveTo>
                    <a:lnTo>
                      <a:pt x="7031596" y="696175"/>
                    </a:lnTo>
                  </a:path>
                  <a:path w="7111365" h="1812289">
                    <a:moveTo>
                      <a:pt x="7075957" y="603364"/>
                    </a:moveTo>
                    <a:lnTo>
                      <a:pt x="7031583" y="603364"/>
                    </a:lnTo>
                  </a:path>
                  <a:path w="7111365" h="1812289">
                    <a:moveTo>
                      <a:pt x="7111314" y="532650"/>
                    </a:moveTo>
                    <a:lnTo>
                      <a:pt x="7031596" y="532650"/>
                    </a:lnTo>
                  </a:path>
                  <a:path w="7111365" h="1812289">
                    <a:moveTo>
                      <a:pt x="7075957" y="439839"/>
                    </a:moveTo>
                    <a:lnTo>
                      <a:pt x="7031583" y="439839"/>
                    </a:lnTo>
                  </a:path>
                  <a:path w="7111365" h="1812289">
                    <a:moveTo>
                      <a:pt x="7111314" y="347027"/>
                    </a:moveTo>
                    <a:lnTo>
                      <a:pt x="7031596" y="347027"/>
                    </a:lnTo>
                  </a:path>
                  <a:path w="7111365" h="1812289">
                    <a:moveTo>
                      <a:pt x="7075957" y="258635"/>
                    </a:moveTo>
                    <a:lnTo>
                      <a:pt x="7031583" y="258635"/>
                    </a:lnTo>
                  </a:path>
                  <a:path w="7111365" h="1812289">
                    <a:moveTo>
                      <a:pt x="7111314" y="165823"/>
                    </a:moveTo>
                    <a:lnTo>
                      <a:pt x="7031596" y="165823"/>
                    </a:lnTo>
                  </a:path>
                  <a:path w="7111365" h="1812289">
                    <a:moveTo>
                      <a:pt x="7075957" y="95110"/>
                    </a:moveTo>
                    <a:lnTo>
                      <a:pt x="7031583" y="95110"/>
                    </a:lnTo>
                  </a:path>
                  <a:path w="7111365" h="1812289">
                    <a:moveTo>
                      <a:pt x="7111314" y="2298"/>
                    </a:moveTo>
                    <a:lnTo>
                      <a:pt x="7031596" y="2298"/>
                    </a:lnTo>
                  </a:path>
                  <a:path w="7111365" h="1812289">
                    <a:moveTo>
                      <a:pt x="7036181" y="1739201"/>
                    </a:moveTo>
                    <a:lnTo>
                      <a:pt x="7031583" y="1739201"/>
                    </a:lnTo>
                  </a:path>
                  <a:path w="7111365" h="1812289">
                    <a:moveTo>
                      <a:pt x="7033882" y="0"/>
                    </a:moveTo>
                    <a:lnTo>
                      <a:pt x="7033882" y="1741500"/>
                    </a:lnTo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/>
              <p:cNvSpPr/>
              <p:nvPr/>
            </p:nvSpPr>
            <p:spPr>
              <a:xfrm>
                <a:off x="1613839" y="4897297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0004">
                    <a:moveTo>
                      <a:pt x="39776" y="19888"/>
                    </a:moveTo>
                    <a:lnTo>
                      <a:pt x="38211" y="12151"/>
                    </a:lnTo>
                    <a:lnTo>
                      <a:pt x="33947" y="5829"/>
                    </a:lnTo>
                    <a:lnTo>
                      <a:pt x="27624" y="1564"/>
                    </a:lnTo>
                    <a:lnTo>
                      <a:pt x="19888" y="0"/>
                    </a:lnTo>
                    <a:lnTo>
                      <a:pt x="12151" y="1564"/>
                    </a:lnTo>
                    <a:lnTo>
                      <a:pt x="5829" y="5829"/>
                    </a:lnTo>
                    <a:lnTo>
                      <a:pt x="1564" y="12151"/>
                    </a:lnTo>
                    <a:lnTo>
                      <a:pt x="0" y="19888"/>
                    </a:lnTo>
                    <a:lnTo>
                      <a:pt x="1564" y="27624"/>
                    </a:lnTo>
                    <a:lnTo>
                      <a:pt x="5829" y="33947"/>
                    </a:lnTo>
                    <a:lnTo>
                      <a:pt x="12151" y="38211"/>
                    </a:lnTo>
                    <a:lnTo>
                      <a:pt x="19888" y="39776"/>
                    </a:lnTo>
                    <a:lnTo>
                      <a:pt x="27624" y="38211"/>
                    </a:lnTo>
                    <a:lnTo>
                      <a:pt x="33947" y="33947"/>
                    </a:lnTo>
                    <a:lnTo>
                      <a:pt x="38211" y="27624"/>
                    </a:lnTo>
                    <a:lnTo>
                      <a:pt x="3977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/>
              <p:cNvSpPr/>
              <p:nvPr/>
            </p:nvSpPr>
            <p:spPr>
              <a:xfrm>
                <a:off x="1615287" y="489874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22" name="object 222"/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1758619" y="5228005"/>
                <a:ext cx="318795" cy="332384"/>
              </a:xfrm>
              <a:prstGeom prst="rect">
                <a:avLst/>
              </a:prstGeom>
            </p:spPr>
          </p:pic>
          <p:sp>
            <p:nvSpPr>
              <p:cNvPr id="223" name="object 223"/>
              <p:cNvSpPr/>
              <p:nvPr/>
            </p:nvSpPr>
            <p:spPr>
              <a:xfrm>
                <a:off x="2055799" y="4680368"/>
                <a:ext cx="97155" cy="768985"/>
              </a:xfrm>
              <a:custGeom>
                <a:avLst/>
                <a:gdLst/>
                <a:ahLst/>
                <a:cxnLst/>
                <a:rect l="l" t="t" r="r" b="b"/>
                <a:pathLst>
                  <a:path w="97155" h="768985">
                    <a:moveTo>
                      <a:pt x="96748" y="0"/>
                    </a:moveTo>
                    <a:lnTo>
                      <a:pt x="92151" y="0"/>
                    </a:lnTo>
                    <a:lnTo>
                      <a:pt x="18796" y="729221"/>
                    </a:lnTo>
                    <a:lnTo>
                      <a:pt x="12141" y="730567"/>
                    </a:lnTo>
                    <a:lnTo>
                      <a:pt x="5829" y="734822"/>
                    </a:lnTo>
                    <a:lnTo>
                      <a:pt x="1562" y="741146"/>
                    </a:lnTo>
                    <a:lnTo>
                      <a:pt x="0" y="748880"/>
                    </a:lnTo>
                    <a:lnTo>
                      <a:pt x="1562" y="756627"/>
                    </a:lnTo>
                    <a:lnTo>
                      <a:pt x="5829" y="762939"/>
                    </a:lnTo>
                    <a:lnTo>
                      <a:pt x="12141" y="767207"/>
                    </a:lnTo>
                    <a:lnTo>
                      <a:pt x="19888" y="768769"/>
                    </a:lnTo>
                    <a:lnTo>
                      <a:pt x="27622" y="767207"/>
                    </a:lnTo>
                    <a:lnTo>
                      <a:pt x="33947" y="762939"/>
                    </a:lnTo>
                    <a:lnTo>
                      <a:pt x="38201" y="756627"/>
                    </a:lnTo>
                    <a:lnTo>
                      <a:pt x="39776" y="748880"/>
                    </a:lnTo>
                    <a:lnTo>
                      <a:pt x="38201" y="741146"/>
                    </a:lnTo>
                    <a:lnTo>
                      <a:pt x="33947" y="734822"/>
                    </a:lnTo>
                    <a:lnTo>
                      <a:pt x="27622" y="730567"/>
                    </a:lnTo>
                    <a:lnTo>
                      <a:pt x="23799" y="729792"/>
                    </a:lnTo>
                    <a:lnTo>
                      <a:pt x="96748" y="4597"/>
                    </a:lnTo>
                    <a:lnTo>
                      <a:pt x="96748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/>
              <p:cNvSpPr/>
              <p:nvPr/>
            </p:nvSpPr>
            <p:spPr>
              <a:xfrm>
                <a:off x="2057247" y="5412333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/>
              <p:cNvSpPr/>
              <p:nvPr/>
            </p:nvSpPr>
            <p:spPr>
              <a:xfrm>
                <a:off x="2130475" y="4658105"/>
                <a:ext cx="97790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535304">
                    <a:moveTo>
                      <a:pt x="97205" y="530517"/>
                    </a:moveTo>
                    <a:lnTo>
                      <a:pt x="25133" y="43027"/>
                    </a:lnTo>
                    <a:lnTo>
                      <a:pt x="27622" y="42468"/>
                    </a:lnTo>
                    <a:lnTo>
                      <a:pt x="33947" y="37719"/>
                    </a:lnTo>
                    <a:lnTo>
                      <a:pt x="38201" y="30695"/>
                    </a:lnTo>
                    <a:lnTo>
                      <a:pt x="39776" y="22098"/>
                    </a:lnTo>
                    <a:lnTo>
                      <a:pt x="38201" y="13512"/>
                    </a:lnTo>
                    <a:lnTo>
                      <a:pt x="33947" y="6477"/>
                    </a:lnTo>
                    <a:lnTo>
                      <a:pt x="27622" y="1739"/>
                    </a:lnTo>
                    <a:lnTo>
                      <a:pt x="19888" y="0"/>
                    </a:lnTo>
                    <a:lnTo>
                      <a:pt x="12141" y="1739"/>
                    </a:lnTo>
                    <a:lnTo>
                      <a:pt x="5829" y="6477"/>
                    </a:lnTo>
                    <a:lnTo>
                      <a:pt x="1562" y="13512"/>
                    </a:lnTo>
                    <a:lnTo>
                      <a:pt x="0" y="22098"/>
                    </a:lnTo>
                    <a:lnTo>
                      <a:pt x="1562" y="30695"/>
                    </a:lnTo>
                    <a:lnTo>
                      <a:pt x="5829" y="37719"/>
                    </a:lnTo>
                    <a:lnTo>
                      <a:pt x="12141" y="42468"/>
                    </a:lnTo>
                    <a:lnTo>
                      <a:pt x="19888" y="44196"/>
                    </a:lnTo>
                    <a:lnTo>
                      <a:pt x="20027" y="44170"/>
                    </a:lnTo>
                    <a:lnTo>
                      <a:pt x="92608" y="535114"/>
                    </a:lnTo>
                    <a:lnTo>
                      <a:pt x="97205" y="535114"/>
                    </a:lnTo>
                    <a:lnTo>
                      <a:pt x="97205" y="53051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/>
              <p:cNvSpPr/>
              <p:nvPr/>
            </p:nvSpPr>
            <p:spPr>
              <a:xfrm>
                <a:off x="2132685" y="4661077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17678" y="39776"/>
                    </a:moveTo>
                    <a:lnTo>
                      <a:pt x="10801" y="38211"/>
                    </a:lnTo>
                    <a:lnTo>
                      <a:pt x="5181" y="33947"/>
                    </a:lnTo>
                    <a:lnTo>
                      <a:pt x="1390" y="27624"/>
                    </a:lnTo>
                    <a:lnTo>
                      <a:pt x="0" y="19888"/>
                    </a:lnTo>
                    <a:lnTo>
                      <a:pt x="1390" y="12151"/>
                    </a:lnTo>
                    <a:lnTo>
                      <a:pt x="5181" y="5829"/>
                    </a:lnTo>
                    <a:lnTo>
                      <a:pt x="10801" y="1564"/>
                    </a:lnTo>
                    <a:lnTo>
                      <a:pt x="17678" y="0"/>
                    </a:lnTo>
                    <a:lnTo>
                      <a:pt x="24555" y="1564"/>
                    </a:lnTo>
                    <a:lnTo>
                      <a:pt x="30175" y="5829"/>
                    </a:lnTo>
                    <a:lnTo>
                      <a:pt x="33966" y="12151"/>
                    </a:lnTo>
                    <a:lnTo>
                      <a:pt x="35356" y="19888"/>
                    </a:lnTo>
                    <a:lnTo>
                      <a:pt x="33966" y="27624"/>
                    </a:lnTo>
                    <a:lnTo>
                      <a:pt x="30175" y="33947"/>
                    </a:lnTo>
                    <a:lnTo>
                      <a:pt x="24555" y="38211"/>
                    </a:lnTo>
                    <a:lnTo>
                      <a:pt x="1767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/>
              <p:cNvSpPr/>
              <p:nvPr/>
            </p:nvSpPr>
            <p:spPr>
              <a:xfrm>
                <a:off x="2205151" y="5171617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0004">
                    <a:moveTo>
                      <a:pt x="39776" y="19888"/>
                    </a:moveTo>
                    <a:lnTo>
                      <a:pt x="38211" y="12151"/>
                    </a:lnTo>
                    <a:lnTo>
                      <a:pt x="33947" y="5829"/>
                    </a:lnTo>
                    <a:lnTo>
                      <a:pt x="27624" y="1564"/>
                    </a:lnTo>
                    <a:lnTo>
                      <a:pt x="19888" y="0"/>
                    </a:lnTo>
                    <a:lnTo>
                      <a:pt x="12151" y="1564"/>
                    </a:lnTo>
                    <a:lnTo>
                      <a:pt x="5829" y="5829"/>
                    </a:lnTo>
                    <a:lnTo>
                      <a:pt x="1564" y="12151"/>
                    </a:lnTo>
                    <a:lnTo>
                      <a:pt x="0" y="19888"/>
                    </a:lnTo>
                    <a:lnTo>
                      <a:pt x="1564" y="27624"/>
                    </a:lnTo>
                    <a:lnTo>
                      <a:pt x="5829" y="33947"/>
                    </a:lnTo>
                    <a:lnTo>
                      <a:pt x="12151" y="38211"/>
                    </a:lnTo>
                    <a:lnTo>
                      <a:pt x="19888" y="39776"/>
                    </a:lnTo>
                    <a:lnTo>
                      <a:pt x="27624" y="38211"/>
                    </a:lnTo>
                    <a:lnTo>
                      <a:pt x="33947" y="33947"/>
                    </a:lnTo>
                    <a:lnTo>
                      <a:pt x="38211" y="27624"/>
                    </a:lnTo>
                    <a:lnTo>
                      <a:pt x="3977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/>
              <p:cNvSpPr/>
              <p:nvPr/>
            </p:nvSpPr>
            <p:spPr>
              <a:xfrm>
                <a:off x="2208123" y="517306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29" name="object 229"/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351366" y="4768761"/>
                <a:ext cx="247561" cy="190423"/>
              </a:xfrm>
              <a:prstGeom prst="rect">
                <a:avLst/>
              </a:prstGeom>
            </p:spPr>
          </p:pic>
          <p:sp>
            <p:nvSpPr>
              <p:cNvPr id="230" name="object 230"/>
              <p:cNvSpPr/>
              <p:nvPr/>
            </p:nvSpPr>
            <p:spPr>
              <a:xfrm>
                <a:off x="2572512" y="4750993"/>
                <a:ext cx="97155" cy="442595"/>
              </a:xfrm>
              <a:custGeom>
                <a:avLst/>
                <a:gdLst/>
                <a:ahLst/>
                <a:cxnLst/>
                <a:rect l="l" t="t" r="r" b="b"/>
                <a:pathLst>
                  <a:path w="97155" h="442595">
                    <a:moveTo>
                      <a:pt x="97129" y="437629"/>
                    </a:moveTo>
                    <a:lnTo>
                      <a:pt x="29883" y="38366"/>
                    </a:lnTo>
                    <a:lnTo>
                      <a:pt x="30683" y="38214"/>
                    </a:lnTo>
                    <a:lnTo>
                      <a:pt x="37719" y="33947"/>
                    </a:lnTo>
                    <a:lnTo>
                      <a:pt x="42456" y="27635"/>
                    </a:lnTo>
                    <a:lnTo>
                      <a:pt x="44196" y="19888"/>
                    </a:lnTo>
                    <a:lnTo>
                      <a:pt x="42456" y="12153"/>
                    </a:lnTo>
                    <a:lnTo>
                      <a:pt x="37719" y="5829"/>
                    </a:lnTo>
                    <a:lnTo>
                      <a:pt x="30683" y="1574"/>
                    </a:lnTo>
                    <a:lnTo>
                      <a:pt x="22098" y="0"/>
                    </a:lnTo>
                    <a:lnTo>
                      <a:pt x="13500" y="1574"/>
                    </a:lnTo>
                    <a:lnTo>
                      <a:pt x="6477" y="5829"/>
                    </a:lnTo>
                    <a:lnTo>
                      <a:pt x="1727" y="12153"/>
                    </a:lnTo>
                    <a:lnTo>
                      <a:pt x="0" y="19888"/>
                    </a:lnTo>
                    <a:lnTo>
                      <a:pt x="1727" y="27635"/>
                    </a:lnTo>
                    <a:lnTo>
                      <a:pt x="6477" y="33959"/>
                    </a:lnTo>
                    <a:lnTo>
                      <a:pt x="13500" y="38214"/>
                    </a:lnTo>
                    <a:lnTo>
                      <a:pt x="22098" y="39776"/>
                    </a:lnTo>
                    <a:lnTo>
                      <a:pt x="24663" y="39319"/>
                    </a:lnTo>
                    <a:lnTo>
                      <a:pt x="92532" y="442226"/>
                    </a:lnTo>
                    <a:lnTo>
                      <a:pt x="97129" y="442226"/>
                    </a:lnTo>
                    <a:lnTo>
                      <a:pt x="97129" y="43762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/>
              <p:cNvSpPr/>
              <p:nvPr/>
            </p:nvSpPr>
            <p:spPr>
              <a:xfrm>
                <a:off x="2573959" y="4753203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32" name="object 232"/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647111" y="5170766"/>
                <a:ext cx="190652" cy="208191"/>
              </a:xfrm>
              <a:prstGeom prst="rect">
                <a:avLst/>
              </a:prstGeom>
            </p:spPr>
          </p:pic>
          <p:pic>
            <p:nvPicPr>
              <p:cNvPr id="233" name="object 233"/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2943440" y="4932286"/>
                <a:ext cx="97447" cy="79552"/>
              </a:xfrm>
              <a:prstGeom prst="rect">
                <a:avLst/>
              </a:prstGeom>
            </p:spPr>
          </p:pic>
          <p:sp>
            <p:nvSpPr>
              <p:cNvPr id="234" name="object 234"/>
              <p:cNvSpPr/>
              <p:nvPr/>
            </p:nvSpPr>
            <p:spPr>
              <a:xfrm>
                <a:off x="3018967" y="4914137"/>
                <a:ext cx="97155" cy="610870"/>
              </a:xfrm>
              <a:custGeom>
                <a:avLst/>
                <a:gdLst/>
                <a:ahLst/>
                <a:cxnLst/>
                <a:rect l="l" t="t" r="r" b="b"/>
                <a:pathLst>
                  <a:path w="97155" h="610870">
                    <a:moveTo>
                      <a:pt x="97053" y="605955"/>
                    </a:moveTo>
                    <a:lnTo>
                      <a:pt x="25095" y="43040"/>
                    </a:lnTo>
                    <a:lnTo>
                      <a:pt x="27622" y="42468"/>
                    </a:lnTo>
                    <a:lnTo>
                      <a:pt x="33947" y="37731"/>
                    </a:lnTo>
                    <a:lnTo>
                      <a:pt x="38201" y="30708"/>
                    </a:lnTo>
                    <a:lnTo>
                      <a:pt x="39776" y="22098"/>
                    </a:lnTo>
                    <a:lnTo>
                      <a:pt x="38201" y="13512"/>
                    </a:lnTo>
                    <a:lnTo>
                      <a:pt x="33947" y="6489"/>
                    </a:lnTo>
                    <a:lnTo>
                      <a:pt x="27622" y="1739"/>
                    </a:lnTo>
                    <a:lnTo>
                      <a:pt x="19888" y="0"/>
                    </a:lnTo>
                    <a:lnTo>
                      <a:pt x="12141" y="1739"/>
                    </a:lnTo>
                    <a:lnTo>
                      <a:pt x="5829" y="6477"/>
                    </a:lnTo>
                    <a:lnTo>
                      <a:pt x="1562" y="13512"/>
                    </a:lnTo>
                    <a:lnTo>
                      <a:pt x="0" y="22098"/>
                    </a:lnTo>
                    <a:lnTo>
                      <a:pt x="1562" y="30708"/>
                    </a:lnTo>
                    <a:lnTo>
                      <a:pt x="5829" y="37731"/>
                    </a:lnTo>
                    <a:lnTo>
                      <a:pt x="12141" y="42468"/>
                    </a:lnTo>
                    <a:lnTo>
                      <a:pt x="19888" y="44196"/>
                    </a:lnTo>
                    <a:lnTo>
                      <a:pt x="20053" y="44157"/>
                    </a:lnTo>
                    <a:lnTo>
                      <a:pt x="92456" y="610552"/>
                    </a:lnTo>
                    <a:lnTo>
                      <a:pt x="97053" y="610552"/>
                    </a:lnTo>
                    <a:lnTo>
                      <a:pt x="97053" y="6059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/>
              <p:cNvSpPr/>
              <p:nvPr/>
            </p:nvSpPr>
            <p:spPr>
              <a:xfrm>
                <a:off x="3020415" y="4917109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17678" y="39776"/>
                    </a:moveTo>
                    <a:lnTo>
                      <a:pt x="10801" y="38211"/>
                    </a:lnTo>
                    <a:lnTo>
                      <a:pt x="5181" y="33947"/>
                    </a:lnTo>
                    <a:lnTo>
                      <a:pt x="1390" y="27624"/>
                    </a:lnTo>
                    <a:lnTo>
                      <a:pt x="0" y="19888"/>
                    </a:lnTo>
                    <a:lnTo>
                      <a:pt x="1390" y="12151"/>
                    </a:lnTo>
                    <a:lnTo>
                      <a:pt x="5181" y="5829"/>
                    </a:lnTo>
                    <a:lnTo>
                      <a:pt x="10801" y="1564"/>
                    </a:lnTo>
                    <a:lnTo>
                      <a:pt x="17678" y="0"/>
                    </a:lnTo>
                    <a:lnTo>
                      <a:pt x="24555" y="1564"/>
                    </a:lnTo>
                    <a:lnTo>
                      <a:pt x="30175" y="5829"/>
                    </a:lnTo>
                    <a:lnTo>
                      <a:pt x="33966" y="12151"/>
                    </a:lnTo>
                    <a:lnTo>
                      <a:pt x="35356" y="19888"/>
                    </a:lnTo>
                    <a:lnTo>
                      <a:pt x="33966" y="27624"/>
                    </a:lnTo>
                    <a:lnTo>
                      <a:pt x="30175" y="33947"/>
                    </a:lnTo>
                    <a:lnTo>
                      <a:pt x="24555" y="38211"/>
                    </a:lnTo>
                    <a:lnTo>
                      <a:pt x="1767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/>
              <p:cNvSpPr/>
              <p:nvPr/>
            </p:nvSpPr>
            <p:spPr>
              <a:xfrm>
                <a:off x="3093643" y="5100230"/>
                <a:ext cx="97790" cy="441959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441960">
                    <a:moveTo>
                      <a:pt x="97510" y="0"/>
                    </a:moveTo>
                    <a:lnTo>
                      <a:pt x="92913" y="0"/>
                    </a:lnTo>
                    <a:lnTo>
                      <a:pt x="20916" y="402310"/>
                    </a:lnTo>
                    <a:lnTo>
                      <a:pt x="19888" y="402094"/>
                    </a:lnTo>
                    <a:lnTo>
                      <a:pt x="12141" y="403669"/>
                    </a:lnTo>
                    <a:lnTo>
                      <a:pt x="5829" y="407924"/>
                    </a:lnTo>
                    <a:lnTo>
                      <a:pt x="1562" y="414248"/>
                    </a:lnTo>
                    <a:lnTo>
                      <a:pt x="0" y="421982"/>
                    </a:lnTo>
                    <a:lnTo>
                      <a:pt x="1562" y="429729"/>
                    </a:lnTo>
                    <a:lnTo>
                      <a:pt x="5829" y="436041"/>
                    </a:lnTo>
                    <a:lnTo>
                      <a:pt x="12141" y="440309"/>
                    </a:lnTo>
                    <a:lnTo>
                      <a:pt x="19888" y="441871"/>
                    </a:lnTo>
                    <a:lnTo>
                      <a:pt x="27622" y="440309"/>
                    </a:lnTo>
                    <a:lnTo>
                      <a:pt x="33947" y="436041"/>
                    </a:lnTo>
                    <a:lnTo>
                      <a:pt x="38201" y="429729"/>
                    </a:lnTo>
                    <a:lnTo>
                      <a:pt x="39776" y="421982"/>
                    </a:lnTo>
                    <a:lnTo>
                      <a:pt x="38201" y="414248"/>
                    </a:lnTo>
                    <a:lnTo>
                      <a:pt x="33947" y="407924"/>
                    </a:lnTo>
                    <a:lnTo>
                      <a:pt x="27622" y="403669"/>
                    </a:lnTo>
                    <a:lnTo>
                      <a:pt x="26149" y="403377"/>
                    </a:lnTo>
                    <a:lnTo>
                      <a:pt x="97510" y="4597"/>
                    </a:lnTo>
                    <a:lnTo>
                      <a:pt x="975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/>
              <p:cNvSpPr/>
              <p:nvPr/>
            </p:nvSpPr>
            <p:spPr>
              <a:xfrm>
                <a:off x="3096615" y="550453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/>
              <p:cNvSpPr/>
              <p:nvPr/>
            </p:nvSpPr>
            <p:spPr>
              <a:xfrm>
                <a:off x="3165348" y="5083225"/>
                <a:ext cx="96520" cy="313690"/>
              </a:xfrm>
              <a:custGeom>
                <a:avLst/>
                <a:gdLst/>
                <a:ahLst/>
                <a:cxnLst/>
                <a:rect l="l" t="t" r="r" b="b"/>
                <a:pathLst>
                  <a:path w="96520" h="313689">
                    <a:moveTo>
                      <a:pt x="96520" y="308698"/>
                    </a:moveTo>
                    <a:lnTo>
                      <a:pt x="30911" y="38087"/>
                    </a:lnTo>
                    <a:lnTo>
                      <a:pt x="37719" y="33947"/>
                    </a:lnTo>
                    <a:lnTo>
                      <a:pt x="42456" y="27635"/>
                    </a:lnTo>
                    <a:lnTo>
                      <a:pt x="44196" y="19888"/>
                    </a:lnTo>
                    <a:lnTo>
                      <a:pt x="42456" y="12153"/>
                    </a:lnTo>
                    <a:lnTo>
                      <a:pt x="37719" y="5829"/>
                    </a:lnTo>
                    <a:lnTo>
                      <a:pt x="30695" y="1574"/>
                    </a:lnTo>
                    <a:lnTo>
                      <a:pt x="22098" y="0"/>
                    </a:lnTo>
                    <a:lnTo>
                      <a:pt x="13500" y="1574"/>
                    </a:lnTo>
                    <a:lnTo>
                      <a:pt x="6477" y="5829"/>
                    </a:lnTo>
                    <a:lnTo>
                      <a:pt x="1727" y="12153"/>
                    </a:lnTo>
                    <a:lnTo>
                      <a:pt x="0" y="19888"/>
                    </a:lnTo>
                    <a:lnTo>
                      <a:pt x="1727" y="27635"/>
                    </a:lnTo>
                    <a:lnTo>
                      <a:pt x="6477" y="33947"/>
                    </a:lnTo>
                    <a:lnTo>
                      <a:pt x="13500" y="38214"/>
                    </a:lnTo>
                    <a:lnTo>
                      <a:pt x="22098" y="39776"/>
                    </a:lnTo>
                    <a:lnTo>
                      <a:pt x="25463" y="39166"/>
                    </a:lnTo>
                    <a:lnTo>
                      <a:pt x="91922" y="313296"/>
                    </a:lnTo>
                    <a:lnTo>
                      <a:pt x="96520" y="313296"/>
                    </a:lnTo>
                    <a:lnTo>
                      <a:pt x="96520" y="3086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/>
              <p:cNvSpPr/>
              <p:nvPr/>
            </p:nvSpPr>
            <p:spPr>
              <a:xfrm>
                <a:off x="3166795" y="5084673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0" name="object 240"/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239096" y="5246077"/>
                <a:ext cx="173037" cy="186296"/>
              </a:xfrm>
              <a:prstGeom prst="rect">
                <a:avLst/>
              </a:prstGeom>
            </p:spPr>
          </p:pic>
          <p:sp>
            <p:nvSpPr>
              <p:cNvPr id="241" name="object 241"/>
              <p:cNvSpPr/>
              <p:nvPr/>
            </p:nvSpPr>
            <p:spPr>
              <a:xfrm>
                <a:off x="3390061" y="4932286"/>
                <a:ext cx="97790" cy="335915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335914">
                    <a:moveTo>
                      <a:pt x="97205" y="0"/>
                    </a:moveTo>
                    <a:lnTo>
                      <a:pt x="92608" y="0"/>
                    </a:lnTo>
                    <a:lnTo>
                      <a:pt x="21704" y="296100"/>
                    </a:lnTo>
                    <a:lnTo>
                      <a:pt x="19888" y="295719"/>
                    </a:lnTo>
                    <a:lnTo>
                      <a:pt x="12141" y="297294"/>
                    </a:lnTo>
                    <a:lnTo>
                      <a:pt x="5829" y="301548"/>
                    </a:lnTo>
                    <a:lnTo>
                      <a:pt x="1562" y="307873"/>
                    </a:lnTo>
                    <a:lnTo>
                      <a:pt x="0" y="315607"/>
                    </a:lnTo>
                    <a:lnTo>
                      <a:pt x="1562" y="323354"/>
                    </a:lnTo>
                    <a:lnTo>
                      <a:pt x="5829" y="329679"/>
                    </a:lnTo>
                    <a:lnTo>
                      <a:pt x="12141" y="333933"/>
                    </a:lnTo>
                    <a:lnTo>
                      <a:pt x="19888" y="335495"/>
                    </a:lnTo>
                    <a:lnTo>
                      <a:pt x="27622" y="333933"/>
                    </a:lnTo>
                    <a:lnTo>
                      <a:pt x="33947" y="329666"/>
                    </a:lnTo>
                    <a:lnTo>
                      <a:pt x="38201" y="323354"/>
                    </a:lnTo>
                    <a:lnTo>
                      <a:pt x="39776" y="315607"/>
                    </a:lnTo>
                    <a:lnTo>
                      <a:pt x="38201" y="307873"/>
                    </a:lnTo>
                    <a:lnTo>
                      <a:pt x="33947" y="301548"/>
                    </a:lnTo>
                    <a:lnTo>
                      <a:pt x="27622" y="297294"/>
                    </a:lnTo>
                    <a:lnTo>
                      <a:pt x="27139" y="297205"/>
                    </a:lnTo>
                    <a:lnTo>
                      <a:pt x="97205" y="4597"/>
                    </a:lnTo>
                    <a:lnTo>
                      <a:pt x="9720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/>
              <p:cNvSpPr/>
              <p:nvPr/>
            </p:nvSpPr>
            <p:spPr>
              <a:xfrm>
                <a:off x="3392271" y="5230977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/>
              <p:cNvSpPr/>
              <p:nvPr/>
            </p:nvSpPr>
            <p:spPr>
              <a:xfrm>
                <a:off x="3461004" y="4914137"/>
                <a:ext cx="9715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628650">
                    <a:moveTo>
                      <a:pt x="96977" y="623633"/>
                    </a:moveTo>
                    <a:lnTo>
                      <a:pt x="29133" y="42786"/>
                    </a:lnTo>
                    <a:lnTo>
                      <a:pt x="30695" y="42468"/>
                    </a:lnTo>
                    <a:lnTo>
                      <a:pt x="37719" y="37731"/>
                    </a:lnTo>
                    <a:lnTo>
                      <a:pt x="42456" y="30708"/>
                    </a:lnTo>
                    <a:lnTo>
                      <a:pt x="44196" y="22098"/>
                    </a:lnTo>
                    <a:lnTo>
                      <a:pt x="42456" y="13512"/>
                    </a:lnTo>
                    <a:lnTo>
                      <a:pt x="37719" y="6489"/>
                    </a:lnTo>
                    <a:lnTo>
                      <a:pt x="30695" y="1739"/>
                    </a:lnTo>
                    <a:lnTo>
                      <a:pt x="22098" y="0"/>
                    </a:lnTo>
                    <a:lnTo>
                      <a:pt x="13500" y="1739"/>
                    </a:lnTo>
                    <a:lnTo>
                      <a:pt x="6477" y="6477"/>
                    </a:lnTo>
                    <a:lnTo>
                      <a:pt x="1727" y="13512"/>
                    </a:lnTo>
                    <a:lnTo>
                      <a:pt x="0" y="22098"/>
                    </a:lnTo>
                    <a:lnTo>
                      <a:pt x="1727" y="30708"/>
                    </a:lnTo>
                    <a:lnTo>
                      <a:pt x="6477" y="37731"/>
                    </a:lnTo>
                    <a:lnTo>
                      <a:pt x="13500" y="42468"/>
                    </a:lnTo>
                    <a:lnTo>
                      <a:pt x="22098" y="44196"/>
                    </a:lnTo>
                    <a:lnTo>
                      <a:pt x="24117" y="43789"/>
                    </a:lnTo>
                    <a:lnTo>
                      <a:pt x="92379" y="628230"/>
                    </a:lnTo>
                    <a:lnTo>
                      <a:pt x="96977" y="628230"/>
                    </a:lnTo>
                    <a:lnTo>
                      <a:pt x="96977" y="62363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/>
              <p:cNvSpPr/>
              <p:nvPr/>
            </p:nvSpPr>
            <p:spPr>
              <a:xfrm>
                <a:off x="3462451" y="4917109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19888" y="39776"/>
                    </a:moveTo>
                    <a:lnTo>
                      <a:pt x="12151" y="38211"/>
                    </a:lnTo>
                    <a:lnTo>
                      <a:pt x="5829" y="33947"/>
                    </a:lnTo>
                    <a:lnTo>
                      <a:pt x="1564" y="27624"/>
                    </a:lnTo>
                    <a:lnTo>
                      <a:pt x="0" y="19888"/>
                    </a:lnTo>
                    <a:lnTo>
                      <a:pt x="1564" y="12151"/>
                    </a:lnTo>
                    <a:lnTo>
                      <a:pt x="5829" y="5829"/>
                    </a:lnTo>
                    <a:lnTo>
                      <a:pt x="12151" y="1564"/>
                    </a:lnTo>
                    <a:lnTo>
                      <a:pt x="19888" y="0"/>
                    </a:lnTo>
                    <a:lnTo>
                      <a:pt x="27624" y="1564"/>
                    </a:lnTo>
                    <a:lnTo>
                      <a:pt x="33947" y="5829"/>
                    </a:lnTo>
                    <a:lnTo>
                      <a:pt x="38211" y="12151"/>
                    </a:lnTo>
                    <a:lnTo>
                      <a:pt x="39776" y="19888"/>
                    </a:lnTo>
                    <a:lnTo>
                      <a:pt x="38211" y="27624"/>
                    </a:lnTo>
                    <a:lnTo>
                      <a:pt x="33947" y="33947"/>
                    </a:lnTo>
                    <a:lnTo>
                      <a:pt x="27624" y="38211"/>
                    </a:lnTo>
                    <a:lnTo>
                      <a:pt x="1988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5" name="object 245"/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3535603" y="5426798"/>
                <a:ext cx="468756" cy="354495"/>
              </a:xfrm>
              <a:prstGeom prst="rect">
                <a:avLst/>
              </a:prstGeom>
            </p:spPr>
          </p:pic>
          <p:sp>
            <p:nvSpPr>
              <p:cNvPr id="246" name="object 246"/>
              <p:cNvSpPr/>
              <p:nvPr/>
            </p:nvSpPr>
            <p:spPr>
              <a:xfrm>
                <a:off x="3999763" y="5736653"/>
                <a:ext cx="80010" cy="278765"/>
              </a:xfrm>
              <a:custGeom>
                <a:avLst/>
                <a:gdLst/>
                <a:ahLst/>
                <a:cxnLst/>
                <a:rect l="l" t="t" r="r" b="b"/>
                <a:pathLst>
                  <a:path w="80010" h="278764">
                    <a:moveTo>
                      <a:pt x="79730" y="278612"/>
                    </a:moveTo>
                    <a:lnTo>
                      <a:pt x="79730" y="274015"/>
                    </a:lnTo>
                    <a:lnTo>
                      <a:pt x="4597" y="0"/>
                    </a:lnTo>
                    <a:lnTo>
                      <a:pt x="0" y="0"/>
                    </a:lnTo>
                    <a:lnTo>
                      <a:pt x="0" y="4597"/>
                    </a:lnTo>
                    <a:lnTo>
                      <a:pt x="75133" y="278612"/>
                    </a:lnTo>
                    <a:lnTo>
                      <a:pt x="79730" y="27861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7" name="object 247"/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4074896" y="4790859"/>
                <a:ext cx="4597" cy="1166952"/>
              </a:xfrm>
              <a:prstGeom prst="rect">
                <a:avLst/>
              </a:prstGeom>
            </p:spPr>
          </p:pic>
          <p:sp>
            <p:nvSpPr>
              <p:cNvPr id="248" name="object 248"/>
              <p:cNvSpPr/>
              <p:nvPr/>
            </p:nvSpPr>
            <p:spPr>
              <a:xfrm>
                <a:off x="3982135" y="5718733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19888"/>
                    </a:moveTo>
                    <a:lnTo>
                      <a:pt x="38211" y="12151"/>
                    </a:lnTo>
                    <a:lnTo>
                      <a:pt x="33947" y="5829"/>
                    </a:lnTo>
                    <a:lnTo>
                      <a:pt x="27624" y="1564"/>
                    </a:lnTo>
                    <a:lnTo>
                      <a:pt x="19888" y="0"/>
                    </a:lnTo>
                    <a:lnTo>
                      <a:pt x="12151" y="1564"/>
                    </a:lnTo>
                    <a:lnTo>
                      <a:pt x="5829" y="5829"/>
                    </a:lnTo>
                    <a:lnTo>
                      <a:pt x="1564" y="12151"/>
                    </a:lnTo>
                    <a:lnTo>
                      <a:pt x="0" y="19888"/>
                    </a:lnTo>
                    <a:lnTo>
                      <a:pt x="1564" y="27624"/>
                    </a:lnTo>
                    <a:lnTo>
                      <a:pt x="5829" y="33947"/>
                    </a:lnTo>
                    <a:lnTo>
                      <a:pt x="12151" y="38211"/>
                    </a:lnTo>
                    <a:lnTo>
                      <a:pt x="19888" y="39776"/>
                    </a:lnTo>
                    <a:lnTo>
                      <a:pt x="27624" y="38211"/>
                    </a:lnTo>
                    <a:lnTo>
                      <a:pt x="33947" y="33947"/>
                    </a:lnTo>
                    <a:lnTo>
                      <a:pt x="38211" y="27624"/>
                    </a:lnTo>
                    <a:lnTo>
                      <a:pt x="3977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/>
              <p:cNvSpPr/>
              <p:nvPr/>
            </p:nvSpPr>
            <p:spPr>
              <a:xfrm>
                <a:off x="3984345" y="572170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/>
              <p:cNvSpPr/>
              <p:nvPr/>
            </p:nvSpPr>
            <p:spPr>
              <a:xfrm>
                <a:off x="4052316" y="5718974"/>
                <a:ext cx="9842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98425" h="314325">
                    <a:moveTo>
                      <a:pt x="97891" y="0"/>
                    </a:moveTo>
                    <a:lnTo>
                      <a:pt x="93294" y="0"/>
                    </a:lnTo>
                    <a:lnTo>
                      <a:pt x="26644" y="274916"/>
                    </a:lnTo>
                    <a:lnTo>
                      <a:pt x="22098" y="274078"/>
                    </a:lnTo>
                    <a:lnTo>
                      <a:pt x="13500" y="275653"/>
                    </a:lnTo>
                    <a:lnTo>
                      <a:pt x="6477" y="279908"/>
                    </a:lnTo>
                    <a:lnTo>
                      <a:pt x="1727" y="286232"/>
                    </a:lnTo>
                    <a:lnTo>
                      <a:pt x="0" y="293966"/>
                    </a:lnTo>
                    <a:lnTo>
                      <a:pt x="1727" y="301713"/>
                    </a:lnTo>
                    <a:lnTo>
                      <a:pt x="6477" y="308025"/>
                    </a:lnTo>
                    <a:lnTo>
                      <a:pt x="13500" y="312293"/>
                    </a:lnTo>
                    <a:lnTo>
                      <a:pt x="22098" y="313855"/>
                    </a:lnTo>
                    <a:lnTo>
                      <a:pt x="30695" y="312293"/>
                    </a:lnTo>
                    <a:lnTo>
                      <a:pt x="37719" y="308025"/>
                    </a:lnTo>
                    <a:lnTo>
                      <a:pt x="42456" y="301713"/>
                    </a:lnTo>
                    <a:lnTo>
                      <a:pt x="44196" y="293966"/>
                    </a:lnTo>
                    <a:lnTo>
                      <a:pt x="42456" y="286232"/>
                    </a:lnTo>
                    <a:lnTo>
                      <a:pt x="37719" y="279908"/>
                    </a:lnTo>
                    <a:lnTo>
                      <a:pt x="31978" y="276440"/>
                    </a:lnTo>
                    <a:lnTo>
                      <a:pt x="97891" y="4584"/>
                    </a:lnTo>
                    <a:lnTo>
                      <a:pt x="97891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/>
              <p:cNvSpPr/>
              <p:nvPr/>
            </p:nvSpPr>
            <p:spPr>
              <a:xfrm>
                <a:off x="4055287" y="5995263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/>
              <p:cNvSpPr/>
              <p:nvPr/>
            </p:nvSpPr>
            <p:spPr>
              <a:xfrm>
                <a:off x="4128439" y="5701969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19888"/>
                    </a:moveTo>
                    <a:lnTo>
                      <a:pt x="38211" y="12151"/>
                    </a:lnTo>
                    <a:lnTo>
                      <a:pt x="33947" y="5829"/>
                    </a:lnTo>
                    <a:lnTo>
                      <a:pt x="27624" y="1564"/>
                    </a:lnTo>
                    <a:lnTo>
                      <a:pt x="19888" y="0"/>
                    </a:lnTo>
                    <a:lnTo>
                      <a:pt x="12151" y="1564"/>
                    </a:lnTo>
                    <a:lnTo>
                      <a:pt x="5829" y="5829"/>
                    </a:lnTo>
                    <a:lnTo>
                      <a:pt x="1564" y="12151"/>
                    </a:lnTo>
                    <a:lnTo>
                      <a:pt x="0" y="19888"/>
                    </a:lnTo>
                    <a:lnTo>
                      <a:pt x="1564" y="27624"/>
                    </a:lnTo>
                    <a:lnTo>
                      <a:pt x="5829" y="33947"/>
                    </a:lnTo>
                    <a:lnTo>
                      <a:pt x="12151" y="38211"/>
                    </a:lnTo>
                    <a:lnTo>
                      <a:pt x="19888" y="39776"/>
                    </a:lnTo>
                    <a:lnTo>
                      <a:pt x="27624" y="38211"/>
                    </a:lnTo>
                    <a:lnTo>
                      <a:pt x="33947" y="33947"/>
                    </a:lnTo>
                    <a:lnTo>
                      <a:pt x="38211" y="27624"/>
                    </a:lnTo>
                    <a:lnTo>
                      <a:pt x="3977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/>
              <p:cNvSpPr/>
              <p:nvPr/>
            </p:nvSpPr>
            <p:spPr>
              <a:xfrm>
                <a:off x="4129887" y="5703417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54" name="object 254"/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4277791" y="5333911"/>
                <a:ext cx="411645" cy="464997"/>
              </a:xfrm>
              <a:prstGeom prst="rect">
                <a:avLst/>
              </a:prstGeom>
            </p:spPr>
          </p:pic>
          <p:pic>
            <p:nvPicPr>
              <p:cNvPr id="255" name="object 255"/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4795100" y="5794082"/>
                <a:ext cx="393712" cy="238861"/>
              </a:xfrm>
              <a:prstGeom prst="rect">
                <a:avLst/>
              </a:prstGeom>
            </p:spPr>
          </p:pic>
          <p:sp>
            <p:nvSpPr>
              <p:cNvPr id="256" name="object 256"/>
              <p:cNvSpPr/>
              <p:nvPr/>
            </p:nvSpPr>
            <p:spPr>
              <a:xfrm>
                <a:off x="5166284" y="5736653"/>
                <a:ext cx="97790" cy="319405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319404">
                    <a:moveTo>
                      <a:pt x="97663" y="0"/>
                    </a:moveTo>
                    <a:lnTo>
                      <a:pt x="93065" y="0"/>
                    </a:lnTo>
                    <a:lnTo>
                      <a:pt x="22148" y="275285"/>
                    </a:lnTo>
                    <a:lnTo>
                      <a:pt x="19888" y="274764"/>
                    </a:lnTo>
                    <a:lnTo>
                      <a:pt x="12141" y="276504"/>
                    </a:lnTo>
                    <a:lnTo>
                      <a:pt x="5816" y="281241"/>
                    </a:lnTo>
                    <a:lnTo>
                      <a:pt x="1562" y="288277"/>
                    </a:lnTo>
                    <a:lnTo>
                      <a:pt x="0" y="296862"/>
                    </a:lnTo>
                    <a:lnTo>
                      <a:pt x="1562" y="305460"/>
                    </a:lnTo>
                    <a:lnTo>
                      <a:pt x="5829" y="312483"/>
                    </a:lnTo>
                    <a:lnTo>
                      <a:pt x="12141" y="317233"/>
                    </a:lnTo>
                    <a:lnTo>
                      <a:pt x="19888" y="318960"/>
                    </a:lnTo>
                    <a:lnTo>
                      <a:pt x="27622" y="317233"/>
                    </a:lnTo>
                    <a:lnTo>
                      <a:pt x="33947" y="312483"/>
                    </a:lnTo>
                    <a:lnTo>
                      <a:pt x="38201" y="305460"/>
                    </a:lnTo>
                    <a:lnTo>
                      <a:pt x="39776" y="296862"/>
                    </a:lnTo>
                    <a:lnTo>
                      <a:pt x="38201" y="288277"/>
                    </a:lnTo>
                    <a:lnTo>
                      <a:pt x="33947" y="281241"/>
                    </a:lnTo>
                    <a:lnTo>
                      <a:pt x="27622" y="276517"/>
                    </a:lnTo>
                    <a:lnTo>
                      <a:pt x="97663" y="4597"/>
                    </a:lnTo>
                    <a:lnTo>
                      <a:pt x="9766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/>
              <p:cNvSpPr/>
              <p:nvPr/>
            </p:nvSpPr>
            <p:spPr>
              <a:xfrm>
                <a:off x="5169255" y="6012865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40004">
                    <a:moveTo>
                      <a:pt x="17678" y="39776"/>
                    </a:moveTo>
                    <a:lnTo>
                      <a:pt x="10801" y="38211"/>
                    </a:lnTo>
                    <a:lnTo>
                      <a:pt x="5181" y="33947"/>
                    </a:lnTo>
                    <a:lnTo>
                      <a:pt x="1390" y="27624"/>
                    </a:lnTo>
                    <a:lnTo>
                      <a:pt x="0" y="19888"/>
                    </a:lnTo>
                    <a:lnTo>
                      <a:pt x="1390" y="12151"/>
                    </a:lnTo>
                    <a:lnTo>
                      <a:pt x="5181" y="5829"/>
                    </a:lnTo>
                    <a:lnTo>
                      <a:pt x="10801" y="1564"/>
                    </a:lnTo>
                    <a:lnTo>
                      <a:pt x="17678" y="0"/>
                    </a:lnTo>
                    <a:lnTo>
                      <a:pt x="24555" y="1564"/>
                    </a:lnTo>
                    <a:lnTo>
                      <a:pt x="30175" y="5829"/>
                    </a:lnTo>
                    <a:lnTo>
                      <a:pt x="33966" y="12151"/>
                    </a:lnTo>
                    <a:lnTo>
                      <a:pt x="35356" y="19888"/>
                    </a:lnTo>
                    <a:lnTo>
                      <a:pt x="33966" y="27624"/>
                    </a:lnTo>
                    <a:lnTo>
                      <a:pt x="30175" y="33947"/>
                    </a:lnTo>
                    <a:lnTo>
                      <a:pt x="24555" y="38211"/>
                    </a:lnTo>
                    <a:lnTo>
                      <a:pt x="1767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58" name="object 258"/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5237137" y="5718733"/>
                <a:ext cx="115316" cy="243992"/>
              </a:xfrm>
              <a:prstGeom prst="rect">
                <a:avLst/>
              </a:prstGeom>
            </p:spPr>
          </p:pic>
          <p:sp>
            <p:nvSpPr>
              <p:cNvPr id="259" name="object 259"/>
              <p:cNvSpPr/>
              <p:nvPr/>
            </p:nvSpPr>
            <p:spPr>
              <a:xfrm>
                <a:off x="5463463" y="5922949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19888"/>
                    </a:moveTo>
                    <a:lnTo>
                      <a:pt x="38211" y="12151"/>
                    </a:lnTo>
                    <a:lnTo>
                      <a:pt x="33947" y="5829"/>
                    </a:lnTo>
                    <a:lnTo>
                      <a:pt x="27624" y="1564"/>
                    </a:lnTo>
                    <a:lnTo>
                      <a:pt x="19888" y="0"/>
                    </a:lnTo>
                    <a:lnTo>
                      <a:pt x="12151" y="1564"/>
                    </a:lnTo>
                    <a:lnTo>
                      <a:pt x="5829" y="5829"/>
                    </a:lnTo>
                    <a:lnTo>
                      <a:pt x="1564" y="12151"/>
                    </a:lnTo>
                    <a:lnTo>
                      <a:pt x="0" y="19888"/>
                    </a:lnTo>
                    <a:lnTo>
                      <a:pt x="1564" y="27624"/>
                    </a:lnTo>
                    <a:lnTo>
                      <a:pt x="5829" y="33947"/>
                    </a:lnTo>
                    <a:lnTo>
                      <a:pt x="12151" y="38211"/>
                    </a:lnTo>
                    <a:lnTo>
                      <a:pt x="19888" y="39776"/>
                    </a:lnTo>
                    <a:lnTo>
                      <a:pt x="27624" y="38211"/>
                    </a:lnTo>
                    <a:lnTo>
                      <a:pt x="33947" y="33947"/>
                    </a:lnTo>
                    <a:lnTo>
                      <a:pt x="38211" y="27624"/>
                    </a:lnTo>
                    <a:lnTo>
                      <a:pt x="3977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/>
              <p:cNvSpPr/>
              <p:nvPr/>
            </p:nvSpPr>
            <p:spPr>
              <a:xfrm>
                <a:off x="5464911" y="5924397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/>
              <p:cNvSpPr/>
              <p:nvPr/>
            </p:nvSpPr>
            <p:spPr>
              <a:xfrm>
                <a:off x="5608244" y="5356567"/>
                <a:ext cx="97790" cy="401955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401954">
                    <a:moveTo>
                      <a:pt x="97663" y="0"/>
                    </a:moveTo>
                    <a:lnTo>
                      <a:pt x="93065" y="0"/>
                    </a:lnTo>
                    <a:lnTo>
                      <a:pt x="21412" y="362483"/>
                    </a:lnTo>
                    <a:lnTo>
                      <a:pt x="19888" y="362165"/>
                    </a:lnTo>
                    <a:lnTo>
                      <a:pt x="12141" y="363740"/>
                    </a:lnTo>
                    <a:lnTo>
                      <a:pt x="5829" y="367995"/>
                    </a:lnTo>
                    <a:lnTo>
                      <a:pt x="1562" y="374319"/>
                    </a:lnTo>
                    <a:lnTo>
                      <a:pt x="0" y="382054"/>
                    </a:lnTo>
                    <a:lnTo>
                      <a:pt x="1562" y="389801"/>
                    </a:lnTo>
                    <a:lnTo>
                      <a:pt x="5829" y="396125"/>
                    </a:lnTo>
                    <a:lnTo>
                      <a:pt x="12141" y="400380"/>
                    </a:lnTo>
                    <a:lnTo>
                      <a:pt x="19888" y="401942"/>
                    </a:lnTo>
                    <a:lnTo>
                      <a:pt x="27622" y="400380"/>
                    </a:lnTo>
                    <a:lnTo>
                      <a:pt x="33947" y="396113"/>
                    </a:lnTo>
                    <a:lnTo>
                      <a:pt x="38201" y="389801"/>
                    </a:lnTo>
                    <a:lnTo>
                      <a:pt x="39776" y="382054"/>
                    </a:lnTo>
                    <a:lnTo>
                      <a:pt x="38201" y="374319"/>
                    </a:lnTo>
                    <a:lnTo>
                      <a:pt x="33947" y="367995"/>
                    </a:lnTo>
                    <a:lnTo>
                      <a:pt x="27622" y="363740"/>
                    </a:lnTo>
                    <a:lnTo>
                      <a:pt x="26695" y="363562"/>
                    </a:lnTo>
                    <a:lnTo>
                      <a:pt x="97663" y="4597"/>
                    </a:lnTo>
                    <a:lnTo>
                      <a:pt x="9766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/>
              <p:cNvSpPr/>
              <p:nvPr/>
            </p:nvSpPr>
            <p:spPr>
              <a:xfrm>
                <a:off x="5611215" y="572170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63" name="object 263"/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5683592" y="5333911"/>
                <a:ext cx="318427" cy="354495"/>
              </a:xfrm>
              <a:prstGeom prst="rect">
                <a:avLst/>
              </a:prstGeom>
            </p:spPr>
          </p:pic>
          <p:sp>
            <p:nvSpPr>
              <p:cNvPr id="264" name="object 264"/>
              <p:cNvSpPr/>
              <p:nvPr/>
            </p:nvSpPr>
            <p:spPr>
              <a:xfrm>
                <a:off x="5980100" y="5555665"/>
                <a:ext cx="53340" cy="716280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716279">
                    <a:moveTo>
                      <a:pt x="52857" y="711339"/>
                    </a:moveTo>
                    <a:lnTo>
                      <a:pt x="22885" y="39179"/>
                    </a:lnTo>
                    <a:lnTo>
                      <a:pt x="27622" y="38214"/>
                    </a:lnTo>
                    <a:lnTo>
                      <a:pt x="33947" y="33947"/>
                    </a:lnTo>
                    <a:lnTo>
                      <a:pt x="38201" y="27635"/>
                    </a:lnTo>
                    <a:lnTo>
                      <a:pt x="39776" y="19888"/>
                    </a:lnTo>
                    <a:lnTo>
                      <a:pt x="38201" y="12153"/>
                    </a:lnTo>
                    <a:lnTo>
                      <a:pt x="33934" y="5829"/>
                    </a:lnTo>
                    <a:lnTo>
                      <a:pt x="27622" y="1574"/>
                    </a:lnTo>
                    <a:lnTo>
                      <a:pt x="19888" y="0"/>
                    </a:lnTo>
                    <a:lnTo>
                      <a:pt x="12141" y="1574"/>
                    </a:lnTo>
                    <a:lnTo>
                      <a:pt x="5816" y="5829"/>
                    </a:lnTo>
                    <a:lnTo>
                      <a:pt x="1562" y="12153"/>
                    </a:lnTo>
                    <a:lnTo>
                      <a:pt x="0" y="19888"/>
                    </a:lnTo>
                    <a:lnTo>
                      <a:pt x="1562" y="27635"/>
                    </a:lnTo>
                    <a:lnTo>
                      <a:pt x="5829" y="33959"/>
                    </a:lnTo>
                    <a:lnTo>
                      <a:pt x="12141" y="38214"/>
                    </a:lnTo>
                    <a:lnTo>
                      <a:pt x="18084" y="39420"/>
                    </a:lnTo>
                    <a:lnTo>
                      <a:pt x="48260" y="715937"/>
                    </a:lnTo>
                    <a:lnTo>
                      <a:pt x="52857" y="715937"/>
                    </a:lnTo>
                    <a:lnTo>
                      <a:pt x="52857" y="71133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/>
              <p:cNvSpPr/>
              <p:nvPr/>
            </p:nvSpPr>
            <p:spPr>
              <a:xfrm>
                <a:off x="5981547" y="5557113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/>
              <p:cNvSpPr/>
              <p:nvPr/>
            </p:nvSpPr>
            <p:spPr>
              <a:xfrm>
                <a:off x="6126480" y="5665393"/>
                <a:ext cx="96520" cy="151130"/>
              </a:xfrm>
              <a:custGeom>
                <a:avLst/>
                <a:gdLst/>
                <a:ahLst/>
                <a:cxnLst/>
                <a:rect l="l" t="t" r="r" b="b"/>
                <a:pathLst>
                  <a:path w="96520" h="151129">
                    <a:moveTo>
                      <a:pt x="96520" y="146392"/>
                    </a:moveTo>
                    <a:lnTo>
                      <a:pt x="35293" y="35433"/>
                    </a:lnTo>
                    <a:lnTo>
                      <a:pt x="37719" y="33947"/>
                    </a:lnTo>
                    <a:lnTo>
                      <a:pt x="42456" y="27635"/>
                    </a:lnTo>
                    <a:lnTo>
                      <a:pt x="44196" y="19888"/>
                    </a:lnTo>
                    <a:lnTo>
                      <a:pt x="42456" y="12153"/>
                    </a:lnTo>
                    <a:lnTo>
                      <a:pt x="37719" y="5829"/>
                    </a:lnTo>
                    <a:lnTo>
                      <a:pt x="30695" y="1574"/>
                    </a:lnTo>
                    <a:lnTo>
                      <a:pt x="22098" y="0"/>
                    </a:lnTo>
                    <a:lnTo>
                      <a:pt x="13500" y="1574"/>
                    </a:lnTo>
                    <a:lnTo>
                      <a:pt x="6477" y="5829"/>
                    </a:lnTo>
                    <a:lnTo>
                      <a:pt x="1727" y="12153"/>
                    </a:lnTo>
                    <a:lnTo>
                      <a:pt x="0" y="19888"/>
                    </a:lnTo>
                    <a:lnTo>
                      <a:pt x="1727" y="27635"/>
                    </a:lnTo>
                    <a:lnTo>
                      <a:pt x="6464" y="33947"/>
                    </a:lnTo>
                    <a:lnTo>
                      <a:pt x="13500" y="38214"/>
                    </a:lnTo>
                    <a:lnTo>
                      <a:pt x="22098" y="39776"/>
                    </a:lnTo>
                    <a:lnTo>
                      <a:pt x="29781" y="38379"/>
                    </a:lnTo>
                    <a:lnTo>
                      <a:pt x="91922" y="150990"/>
                    </a:lnTo>
                    <a:lnTo>
                      <a:pt x="96520" y="150990"/>
                    </a:lnTo>
                    <a:lnTo>
                      <a:pt x="96520" y="14639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/>
              <p:cNvSpPr/>
              <p:nvPr/>
            </p:nvSpPr>
            <p:spPr>
              <a:xfrm>
                <a:off x="6127927" y="5668365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/>
              <p:cNvSpPr/>
              <p:nvPr/>
            </p:nvSpPr>
            <p:spPr>
              <a:xfrm>
                <a:off x="6201079" y="5683618"/>
                <a:ext cx="97155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50495">
                    <a:moveTo>
                      <a:pt x="97053" y="0"/>
                    </a:moveTo>
                    <a:lnTo>
                      <a:pt x="92456" y="0"/>
                    </a:lnTo>
                    <a:lnTo>
                      <a:pt x="26809" y="111975"/>
                    </a:lnTo>
                    <a:lnTo>
                      <a:pt x="19888" y="110553"/>
                    </a:lnTo>
                    <a:lnTo>
                      <a:pt x="12141" y="112128"/>
                    </a:lnTo>
                    <a:lnTo>
                      <a:pt x="5816" y="116382"/>
                    </a:lnTo>
                    <a:lnTo>
                      <a:pt x="1562" y="122707"/>
                    </a:lnTo>
                    <a:lnTo>
                      <a:pt x="0" y="130441"/>
                    </a:lnTo>
                    <a:lnTo>
                      <a:pt x="1562" y="138188"/>
                    </a:lnTo>
                    <a:lnTo>
                      <a:pt x="5829" y="144500"/>
                    </a:lnTo>
                    <a:lnTo>
                      <a:pt x="12141" y="148767"/>
                    </a:lnTo>
                    <a:lnTo>
                      <a:pt x="19888" y="150329"/>
                    </a:lnTo>
                    <a:lnTo>
                      <a:pt x="27622" y="148767"/>
                    </a:lnTo>
                    <a:lnTo>
                      <a:pt x="33947" y="144500"/>
                    </a:lnTo>
                    <a:lnTo>
                      <a:pt x="38201" y="138188"/>
                    </a:lnTo>
                    <a:lnTo>
                      <a:pt x="39776" y="130441"/>
                    </a:lnTo>
                    <a:lnTo>
                      <a:pt x="38201" y="122707"/>
                    </a:lnTo>
                    <a:lnTo>
                      <a:pt x="33947" y="116382"/>
                    </a:lnTo>
                    <a:lnTo>
                      <a:pt x="32207" y="115214"/>
                    </a:lnTo>
                    <a:lnTo>
                      <a:pt x="97053" y="4597"/>
                    </a:lnTo>
                    <a:lnTo>
                      <a:pt x="9705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/>
              <p:cNvSpPr/>
              <p:nvPr/>
            </p:nvSpPr>
            <p:spPr>
              <a:xfrm>
                <a:off x="6202527" y="579638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/>
              <p:cNvSpPr/>
              <p:nvPr/>
            </p:nvSpPr>
            <p:spPr>
              <a:xfrm>
                <a:off x="6275755" y="5665393"/>
                <a:ext cx="9779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168910">
                    <a:moveTo>
                      <a:pt x="97510" y="164071"/>
                    </a:moveTo>
                    <a:lnTo>
                      <a:pt x="31369" y="35687"/>
                    </a:lnTo>
                    <a:lnTo>
                      <a:pt x="33947" y="33947"/>
                    </a:lnTo>
                    <a:lnTo>
                      <a:pt x="38201" y="27635"/>
                    </a:lnTo>
                    <a:lnTo>
                      <a:pt x="39776" y="19888"/>
                    </a:lnTo>
                    <a:lnTo>
                      <a:pt x="38201" y="12153"/>
                    </a:lnTo>
                    <a:lnTo>
                      <a:pt x="33947" y="5829"/>
                    </a:lnTo>
                    <a:lnTo>
                      <a:pt x="27622" y="1574"/>
                    </a:lnTo>
                    <a:lnTo>
                      <a:pt x="19888" y="0"/>
                    </a:lnTo>
                    <a:lnTo>
                      <a:pt x="12141" y="1574"/>
                    </a:lnTo>
                    <a:lnTo>
                      <a:pt x="5816" y="5829"/>
                    </a:lnTo>
                    <a:lnTo>
                      <a:pt x="1562" y="12153"/>
                    </a:lnTo>
                    <a:lnTo>
                      <a:pt x="0" y="19888"/>
                    </a:lnTo>
                    <a:lnTo>
                      <a:pt x="1562" y="27635"/>
                    </a:lnTo>
                    <a:lnTo>
                      <a:pt x="5829" y="33947"/>
                    </a:lnTo>
                    <a:lnTo>
                      <a:pt x="12141" y="38214"/>
                    </a:lnTo>
                    <a:lnTo>
                      <a:pt x="19888" y="39776"/>
                    </a:lnTo>
                    <a:lnTo>
                      <a:pt x="25882" y="38569"/>
                    </a:lnTo>
                    <a:lnTo>
                      <a:pt x="92913" y="168668"/>
                    </a:lnTo>
                    <a:lnTo>
                      <a:pt x="97510" y="168668"/>
                    </a:lnTo>
                    <a:lnTo>
                      <a:pt x="97510" y="16407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/>
              <p:cNvSpPr/>
              <p:nvPr/>
            </p:nvSpPr>
            <p:spPr>
              <a:xfrm>
                <a:off x="6278727" y="566836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/>
              <p:cNvSpPr/>
              <p:nvPr/>
            </p:nvSpPr>
            <p:spPr>
              <a:xfrm>
                <a:off x="6351194" y="5701296"/>
                <a:ext cx="9779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97789" h="150495">
                    <a:moveTo>
                      <a:pt x="97205" y="0"/>
                    </a:moveTo>
                    <a:lnTo>
                      <a:pt x="92608" y="0"/>
                    </a:lnTo>
                    <a:lnTo>
                      <a:pt x="27025" y="111861"/>
                    </a:lnTo>
                    <a:lnTo>
                      <a:pt x="19888" y="110401"/>
                    </a:lnTo>
                    <a:lnTo>
                      <a:pt x="12141" y="111975"/>
                    </a:lnTo>
                    <a:lnTo>
                      <a:pt x="5829" y="116230"/>
                    </a:lnTo>
                    <a:lnTo>
                      <a:pt x="1562" y="122555"/>
                    </a:lnTo>
                    <a:lnTo>
                      <a:pt x="0" y="130289"/>
                    </a:lnTo>
                    <a:lnTo>
                      <a:pt x="1562" y="138036"/>
                    </a:lnTo>
                    <a:lnTo>
                      <a:pt x="5829" y="144348"/>
                    </a:lnTo>
                    <a:lnTo>
                      <a:pt x="12141" y="148615"/>
                    </a:lnTo>
                    <a:lnTo>
                      <a:pt x="19888" y="150177"/>
                    </a:lnTo>
                    <a:lnTo>
                      <a:pt x="27622" y="148615"/>
                    </a:lnTo>
                    <a:lnTo>
                      <a:pt x="33947" y="144348"/>
                    </a:lnTo>
                    <a:lnTo>
                      <a:pt x="38201" y="138036"/>
                    </a:lnTo>
                    <a:lnTo>
                      <a:pt x="39776" y="130289"/>
                    </a:lnTo>
                    <a:lnTo>
                      <a:pt x="38201" y="122555"/>
                    </a:lnTo>
                    <a:lnTo>
                      <a:pt x="33947" y="116230"/>
                    </a:lnTo>
                    <a:lnTo>
                      <a:pt x="32372" y="115189"/>
                    </a:lnTo>
                    <a:lnTo>
                      <a:pt x="97205" y="4597"/>
                    </a:lnTo>
                    <a:lnTo>
                      <a:pt x="9720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/>
              <p:cNvSpPr/>
              <p:nvPr/>
            </p:nvSpPr>
            <p:spPr>
              <a:xfrm>
                <a:off x="6353403" y="5813907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60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/>
              <p:cNvSpPr/>
              <p:nvPr/>
            </p:nvSpPr>
            <p:spPr>
              <a:xfrm>
                <a:off x="6422136" y="5683681"/>
                <a:ext cx="97155" cy="13271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32714">
                    <a:moveTo>
                      <a:pt x="96977" y="128104"/>
                    </a:moveTo>
                    <a:lnTo>
                      <a:pt x="36995" y="34391"/>
                    </a:lnTo>
                    <a:lnTo>
                      <a:pt x="37719" y="33947"/>
                    </a:lnTo>
                    <a:lnTo>
                      <a:pt x="42456" y="27635"/>
                    </a:lnTo>
                    <a:lnTo>
                      <a:pt x="44196" y="19888"/>
                    </a:lnTo>
                    <a:lnTo>
                      <a:pt x="42456" y="12153"/>
                    </a:lnTo>
                    <a:lnTo>
                      <a:pt x="37719" y="5829"/>
                    </a:lnTo>
                    <a:lnTo>
                      <a:pt x="30695" y="1574"/>
                    </a:lnTo>
                    <a:lnTo>
                      <a:pt x="22098" y="0"/>
                    </a:lnTo>
                    <a:lnTo>
                      <a:pt x="13500" y="1574"/>
                    </a:lnTo>
                    <a:lnTo>
                      <a:pt x="6477" y="5829"/>
                    </a:lnTo>
                    <a:lnTo>
                      <a:pt x="1727" y="12153"/>
                    </a:lnTo>
                    <a:lnTo>
                      <a:pt x="0" y="19888"/>
                    </a:lnTo>
                    <a:lnTo>
                      <a:pt x="1727" y="27635"/>
                    </a:lnTo>
                    <a:lnTo>
                      <a:pt x="6477" y="33947"/>
                    </a:lnTo>
                    <a:lnTo>
                      <a:pt x="13500" y="38214"/>
                    </a:lnTo>
                    <a:lnTo>
                      <a:pt x="22098" y="39776"/>
                    </a:lnTo>
                    <a:lnTo>
                      <a:pt x="30695" y="38214"/>
                    </a:lnTo>
                    <a:lnTo>
                      <a:pt x="31559" y="37693"/>
                    </a:lnTo>
                    <a:lnTo>
                      <a:pt x="92367" y="132702"/>
                    </a:lnTo>
                    <a:lnTo>
                      <a:pt x="96977" y="132702"/>
                    </a:lnTo>
                    <a:lnTo>
                      <a:pt x="96977" y="12810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/>
              <p:cNvSpPr/>
              <p:nvPr/>
            </p:nvSpPr>
            <p:spPr>
              <a:xfrm>
                <a:off x="6423583" y="5685891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/>
              <p:cNvSpPr/>
              <p:nvPr/>
            </p:nvSpPr>
            <p:spPr>
              <a:xfrm>
                <a:off x="6496735" y="5736653"/>
                <a:ext cx="97790" cy="97790"/>
              </a:xfrm>
              <a:custGeom>
                <a:avLst/>
                <a:gdLst/>
                <a:ahLst/>
                <a:cxnLst/>
                <a:rect l="l" t="t" r="r" b="b"/>
                <a:pathLst>
                  <a:path w="97790" h="97789">
                    <a:moveTo>
                      <a:pt x="97510" y="0"/>
                    </a:moveTo>
                    <a:lnTo>
                      <a:pt x="92913" y="0"/>
                    </a:lnTo>
                    <a:lnTo>
                      <a:pt x="31318" y="61582"/>
                    </a:lnTo>
                    <a:lnTo>
                      <a:pt x="27622" y="59093"/>
                    </a:lnTo>
                    <a:lnTo>
                      <a:pt x="19888" y="57518"/>
                    </a:lnTo>
                    <a:lnTo>
                      <a:pt x="12141" y="59093"/>
                    </a:lnTo>
                    <a:lnTo>
                      <a:pt x="5816" y="63347"/>
                    </a:lnTo>
                    <a:lnTo>
                      <a:pt x="1562" y="69672"/>
                    </a:lnTo>
                    <a:lnTo>
                      <a:pt x="0" y="77406"/>
                    </a:lnTo>
                    <a:lnTo>
                      <a:pt x="1562" y="85153"/>
                    </a:lnTo>
                    <a:lnTo>
                      <a:pt x="5816" y="91465"/>
                    </a:lnTo>
                    <a:lnTo>
                      <a:pt x="12141" y="95732"/>
                    </a:lnTo>
                    <a:lnTo>
                      <a:pt x="19888" y="97294"/>
                    </a:lnTo>
                    <a:lnTo>
                      <a:pt x="27622" y="95732"/>
                    </a:lnTo>
                    <a:lnTo>
                      <a:pt x="33947" y="91465"/>
                    </a:lnTo>
                    <a:lnTo>
                      <a:pt x="38201" y="85153"/>
                    </a:lnTo>
                    <a:lnTo>
                      <a:pt x="39776" y="77406"/>
                    </a:lnTo>
                    <a:lnTo>
                      <a:pt x="38201" y="69672"/>
                    </a:lnTo>
                    <a:lnTo>
                      <a:pt x="35877" y="66230"/>
                    </a:lnTo>
                    <a:lnTo>
                      <a:pt x="97510" y="4597"/>
                    </a:lnTo>
                    <a:lnTo>
                      <a:pt x="975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/>
              <p:cNvSpPr/>
              <p:nvPr/>
            </p:nvSpPr>
            <p:spPr>
              <a:xfrm>
                <a:off x="6499707" y="5796381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/>
              <p:cNvSpPr/>
              <p:nvPr/>
            </p:nvSpPr>
            <p:spPr>
              <a:xfrm>
                <a:off x="6572173" y="5718733"/>
                <a:ext cx="97790" cy="186055"/>
              </a:xfrm>
              <a:custGeom>
                <a:avLst/>
                <a:gdLst/>
                <a:ahLst/>
                <a:cxnLst/>
                <a:rect l="l" t="t" r="r" b="b"/>
                <a:pathLst>
                  <a:path w="97790" h="186054">
                    <a:moveTo>
                      <a:pt x="97205" y="181444"/>
                    </a:moveTo>
                    <a:lnTo>
                      <a:pt x="30492" y="36271"/>
                    </a:lnTo>
                    <a:lnTo>
                      <a:pt x="33947" y="33947"/>
                    </a:lnTo>
                    <a:lnTo>
                      <a:pt x="38201" y="27635"/>
                    </a:lnTo>
                    <a:lnTo>
                      <a:pt x="39776" y="19888"/>
                    </a:lnTo>
                    <a:lnTo>
                      <a:pt x="38201" y="12153"/>
                    </a:lnTo>
                    <a:lnTo>
                      <a:pt x="33934" y="5829"/>
                    </a:lnTo>
                    <a:lnTo>
                      <a:pt x="27622" y="1574"/>
                    </a:lnTo>
                    <a:lnTo>
                      <a:pt x="19875" y="0"/>
                    </a:lnTo>
                    <a:lnTo>
                      <a:pt x="12141" y="1574"/>
                    </a:lnTo>
                    <a:lnTo>
                      <a:pt x="5829" y="5829"/>
                    </a:lnTo>
                    <a:lnTo>
                      <a:pt x="1562" y="12153"/>
                    </a:lnTo>
                    <a:lnTo>
                      <a:pt x="0" y="19888"/>
                    </a:lnTo>
                    <a:lnTo>
                      <a:pt x="1562" y="27635"/>
                    </a:lnTo>
                    <a:lnTo>
                      <a:pt x="5829" y="33947"/>
                    </a:lnTo>
                    <a:lnTo>
                      <a:pt x="12141" y="38214"/>
                    </a:lnTo>
                    <a:lnTo>
                      <a:pt x="19875" y="39776"/>
                    </a:lnTo>
                    <a:lnTo>
                      <a:pt x="24930" y="38760"/>
                    </a:lnTo>
                    <a:lnTo>
                      <a:pt x="92608" y="186042"/>
                    </a:lnTo>
                    <a:lnTo>
                      <a:pt x="97205" y="186042"/>
                    </a:lnTo>
                    <a:lnTo>
                      <a:pt x="97205" y="18144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/>
              <p:cNvSpPr/>
              <p:nvPr/>
            </p:nvSpPr>
            <p:spPr>
              <a:xfrm>
                <a:off x="6574383" y="572170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/>
              <p:cNvSpPr/>
              <p:nvPr/>
            </p:nvSpPr>
            <p:spPr>
              <a:xfrm>
                <a:off x="6647599" y="5754331"/>
                <a:ext cx="97155" cy="17208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72085">
                    <a:moveTo>
                      <a:pt x="96913" y="0"/>
                    </a:moveTo>
                    <a:lnTo>
                      <a:pt x="92316" y="0"/>
                    </a:lnTo>
                    <a:lnTo>
                      <a:pt x="25908" y="128905"/>
                    </a:lnTo>
                    <a:lnTo>
                      <a:pt x="19900" y="127546"/>
                    </a:lnTo>
                    <a:lnTo>
                      <a:pt x="12153" y="129286"/>
                    </a:lnTo>
                    <a:lnTo>
                      <a:pt x="5829" y="134023"/>
                    </a:lnTo>
                    <a:lnTo>
                      <a:pt x="1574" y="141058"/>
                    </a:lnTo>
                    <a:lnTo>
                      <a:pt x="0" y="149644"/>
                    </a:lnTo>
                    <a:lnTo>
                      <a:pt x="1574" y="158242"/>
                    </a:lnTo>
                    <a:lnTo>
                      <a:pt x="5842" y="165265"/>
                    </a:lnTo>
                    <a:lnTo>
                      <a:pt x="12153" y="170014"/>
                    </a:lnTo>
                    <a:lnTo>
                      <a:pt x="19900" y="171742"/>
                    </a:lnTo>
                    <a:lnTo>
                      <a:pt x="27635" y="170014"/>
                    </a:lnTo>
                    <a:lnTo>
                      <a:pt x="33959" y="165265"/>
                    </a:lnTo>
                    <a:lnTo>
                      <a:pt x="38214" y="158242"/>
                    </a:lnTo>
                    <a:lnTo>
                      <a:pt x="39789" y="149644"/>
                    </a:lnTo>
                    <a:lnTo>
                      <a:pt x="38214" y="141058"/>
                    </a:lnTo>
                    <a:lnTo>
                      <a:pt x="33959" y="134023"/>
                    </a:lnTo>
                    <a:lnTo>
                      <a:pt x="31267" y="132016"/>
                    </a:lnTo>
                    <a:lnTo>
                      <a:pt x="96913" y="4597"/>
                    </a:lnTo>
                    <a:lnTo>
                      <a:pt x="9691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/>
              <p:cNvSpPr/>
              <p:nvPr/>
            </p:nvSpPr>
            <p:spPr>
              <a:xfrm>
                <a:off x="6649059" y="5884849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40004">
                    <a:moveTo>
                      <a:pt x="17678" y="39776"/>
                    </a:moveTo>
                    <a:lnTo>
                      <a:pt x="10801" y="38211"/>
                    </a:lnTo>
                    <a:lnTo>
                      <a:pt x="5181" y="33947"/>
                    </a:lnTo>
                    <a:lnTo>
                      <a:pt x="1390" y="27624"/>
                    </a:lnTo>
                    <a:lnTo>
                      <a:pt x="0" y="19888"/>
                    </a:lnTo>
                    <a:lnTo>
                      <a:pt x="1390" y="12151"/>
                    </a:lnTo>
                    <a:lnTo>
                      <a:pt x="5181" y="5829"/>
                    </a:lnTo>
                    <a:lnTo>
                      <a:pt x="10801" y="1564"/>
                    </a:lnTo>
                    <a:lnTo>
                      <a:pt x="17678" y="0"/>
                    </a:lnTo>
                    <a:lnTo>
                      <a:pt x="24555" y="1564"/>
                    </a:lnTo>
                    <a:lnTo>
                      <a:pt x="30175" y="5829"/>
                    </a:lnTo>
                    <a:lnTo>
                      <a:pt x="33966" y="12151"/>
                    </a:lnTo>
                    <a:lnTo>
                      <a:pt x="35356" y="19888"/>
                    </a:lnTo>
                    <a:lnTo>
                      <a:pt x="33966" y="27624"/>
                    </a:lnTo>
                    <a:lnTo>
                      <a:pt x="30175" y="33947"/>
                    </a:lnTo>
                    <a:lnTo>
                      <a:pt x="24555" y="38211"/>
                    </a:lnTo>
                    <a:lnTo>
                      <a:pt x="1767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/>
              <p:cNvSpPr/>
              <p:nvPr/>
            </p:nvSpPr>
            <p:spPr>
              <a:xfrm>
                <a:off x="6717792" y="5737097"/>
                <a:ext cx="9779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97790" h="150495">
                    <a:moveTo>
                      <a:pt x="97434" y="145402"/>
                    </a:moveTo>
                    <a:lnTo>
                      <a:pt x="37884" y="37477"/>
                    </a:lnTo>
                    <a:lnTo>
                      <a:pt x="42456" y="30695"/>
                    </a:lnTo>
                    <a:lnTo>
                      <a:pt x="44196" y="22098"/>
                    </a:lnTo>
                    <a:lnTo>
                      <a:pt x="42456" y="13512"/>
                    </a:lnTo>
                    <a:lnTo>
                      <a:pt x="37719" y="6477"/>
                    </a:lnTo>
                    <a:lnTo>
                      <a:pt x="30695" y="1739"/>
                    </a:lnTo>
                    <a:lnTo>
                      <a:pt x="22098" y="0"/>
                    </a:lnTo>
                    <a:lnTo>
                      <a:pt x="13500" y="1739"/>
                    </a:lnTo>
                    <a:lnTo>
                      <a:pt x="6477" y="6477"/>
                    </a:lnTo>
                    <a:lnTo>
                      <a:pt x="1727" y="13512"/>
                    </a:lnTo>
                    <a:lnTo>
                      <a:pt x="0" y="22098"/>
                    </a:lnTo>
                    <a:lnTo>
                      <a:pt x="1727" y="30695"/>
                    </a:lnTo>
                    <a:lnTo>
                      <a:pt x="6477" y="37719"/>
                    </a:lnTo>
                    <a:lnTo>
                      <a:pt x="13500" y="42468"/>
                    </a:lnTo>
                    <a:lnTo>
                      <a:pt x="22098" y="44196"/>
                    </a:lnTo>
                    <a:lnTo>
                      <a:pt x="30695" y="42468"/>
                    </a:lnTo>
                    <a:lnTo>
                      <a:pt x="32740" y="41084"/>
                    </a:lnTo>
                    <a:lnTo>
                      <a:pt x="92837" y="149999"/>
                    </a:lnTo>
                    <a:lnTo>
                      <a:pt x="97434" y="149999"/>
                    </a:lnTo>
                    <a:lnTo>
                      <a:pt x="97434" y="1454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/>
              <p:cNvSpPr/>
              <p:nvPr/>
            </p:nvSpPr>
            <p:spPr>
              <a:xfrm>
                <a:off x="6720763" y="5738545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19888" y="39776"/>
                    </a:moveTo>
                    <a:lnTo>
                      <a:pt x="12151" y="38211"/>
                    </a:lnTo>
                    <a:lnTo>
                      <a:pt x="5829" y="33947"/>
                    </a:lnTo>
                    <a:lnTo>
                      <a:pt x="1564" y="27624"/>
                    </a:lnTo>
                    <a:lnTo>
                      <a:pt x="0" y="19888"/>
                    </a:lnTo>
                    <a:lnTo>
                      <a:pt x="1564" y="12151"/>
                    </a:lnTo>
                    <a:lnTo>
                      <a:pt x="5829" y="5829"/>
                    </a:lnTo>
                    <a:lnTo>
                      <a:pt x="12151" y="1564"/>
                    </a:lnTo>
                    <a:lnTo>
                      <a:pt x="19888" y="0"/>
                    </a:lnTo>
                    <a:lnTo>
                      <a:pt x="27624" y="1564"/>
                    </a:lnTo>
                    <a:lnTo>
                      <a:pt x="33947" y="5829"/>
                    </a:lnTo>
                    <a:lnTo>
                      <a:pt x="38211" y="12151"/>
                    </a:lnTo>
                    <a:lnTo>
                      <a:pt x="39776" y="19888"/>
                    </a:lnTo>
                    <a:lnTo>
                      <a:pt x="38211" y="27624"/>
                    </a:lnTo>
                    <a:lnTo>
                      <a:pt x="33947" y="33947"/>
                    </a:lnTo>
                    <a:lnTo>
                      <a:pt x="27624" y="38211"/>
                    </a:lnTo>
                    <a:lnTo>
                      <a:pt x="1988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4" name="object 284"/>
              <p:cNvSpPr/>
              <p:nvPr/>
            </p:nvSpPr>
            <p:spPr>
              <a:xfrm>
                <a:off x="6793154" y="5754331"/>
                <a:ext cx="97790" cy="150495"/>
              </a:xfrm>
              <a:custGeom>
                <a:avLst/>
                <a:gdLst/>
                <a:ahLst/>
                <a:cxnLst/>
                <a:rect l="l" t="t" r="r" b="b"/>
                <a:pathLst>
                  <a:path w="97790" h="150495">
                    <a:moveTo>
                      <a:pt x="97205" y="0"/>
                    </a:moveTo>
                    <a:lnTo>
                      <a:pt x="92608" y="0"/>
                    </a:lnTo>
                    <a:lnTo>
                      <a:pt x="26873" y="112141"/>
                    </a:lnTo>
                    <a:lnTo>
                      <a:pt x="19888" y="110705"/>
                    </a:lnTo>
                    <a:lnTo>
                      <a:pt x="12141" y="112280"/>
                    </a:lnTo>
                    <a:lnTo>
                      <a:pt x="5829" y="116535"/>
                    </a:lnTo>
                    <a:lnTo>
                      <a:pt x="1562" y="122859"/>
                    </a:lnTo>
                    <a:lnTo>
                      <a:pt x="0" y="130594"/>
                    </a:lnTo>
                    <a:lnTo>
                      <a:pt x="1562" y="138341"/>
                    </a:lnTo>
                    <a:lnTo>
                      <a:pt x="5829" y="144653"/>
                    </a:lnTo>
                    <a:lnTo>
                      <a:pt x="12141" y="148920"/>
                    </a:lnTo>
                    <a:lnTo>
                      <a:pt x="19888" y="150482"/>
                    </a:lnTo>
                    <a:lnTo>
                      <a:pt x="27622" y="148920"/>
                    </a:lnTo>
                    <a:lnTo>
                      <a:pt x="33947" y="144653"/>
                    </a:lnTo>
                    <a:lnTo>
                      <a:pt x="38201" y="138341"/>
                    </a:lnTo>
                    <a:lnTo>
                      <a:pt x="39776" y="130594"/>
                    </a:lnTo>
                    <a:lnTo>
                      <a:pt x="38201" y="122859"/>
                    </a:lnTo>
                    <a:lnTo>
                      <a:pt x="33947" y="116535"/>
                    </a:lnTo>
                    <a:lnTo>
                      <a:pt x="32245" y="115404"/>
                    </a:lnTo>
                    <a:lnTo>
                      <a:pt x="97205" y="4597"/>
                    </a:lnTo>
                    <a:lnTo>
                      <a:pt x="9720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5" name="object 285"/>
              <p:cNvSpPr/>
              <p:nvPr/>
            </p:nvSpPr>
            <p:spPr>
              <a:xfrm>
                <a:off x="6795363" y="586648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6" name="object 286"/>
              <p:cNvSpPr/>
              <p:nvPr/>
            </p:nvSpPr>
            <p:spPr>
              <a:xfrm>
                <a:off x="6868591" y="5737097"/>
                <a:ext cx="97155" cy="62230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62229">
                    <a:moveTo>
                      <a:pt x="96901" y="57010"/>
                    </a:moveTo>
                    <a:lnTo>
                      <a:pt x="38989" y="26365"/>
                    </a:lnTo>
                    <a:lnTo>
                      <a:pt x="39776" y="22098"/>
                    </a:lnTo>
                    <a:lnTo>
                      <a:pt x="38201" y="13512"/>
                    </a:lnTo>
                    <a:lnTo>
                      <a:pt x="33947" y="6477"/>
                    </a:lnTo>
                    <a:lnTo>
                      <a:pt x="27622" y="1739"/>
                    </a:lnTo>
                    <a:lnTo>
                      <a:pt x="19888" y="0"/>
                    </a:lnTo>
                    <a:lnTo>
                      <a:pt x="12141" y="1739"/>
                    </a:lnTo>
                    <a:lnTo>
                      <a:pt x="5816" y="6477"/>
                    </a:lnTo>
                    <a:lnTo>
                      <a:pt x="1562" y="13512"/>
                    </a:lnTo>
                    <a:lnTo>
                      <a:pt x="0" y="22098"/>
                    </a:lnTo>
                    <a:lnTo>
                      <a:pt x="1562" y="30695"/>
                    </a:lnTo>
                    <a:lnTo>
                      <a:pt x="5816" y="37719"/>
                    </a:lnTo>
                    <a:lnTo>
                      <a:pt x="12141" y="42468"/>
                    </a:lnTo>
                    <a:lnTo>
                      <a:pt x="19888" y="44196"/>
                    </a:lnTo>
                    <a:lnTo>
                      <a:pt x="27622" y="42468"/>
                    </a:lnTo>
                    <a:lnTo>
                      <a:pt x="33947" y="37719"/>
                    </a:lnTo>
                    <a:lnTo>
                      <a:pt x="37160" y="32423"/>
                    </a:lnTo>
                    <a:lnTo>
                      <a:pt x="92303" y="61607"/>
                    </a:lnTo>
                    <a:lnTo>
                      <a:pt x="96901" y="61607"/>
                    </a:lnTo>
                    <a:lnTo>
                      <a:pt x="96901" y="5701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7" name="object 287"/>
              <p:cNvSpPr/>
              <p:nvPr/>
            </p:nvSpPr>
            <p:spPr>
              <a:xfrm>
                <a:off x="6870039" y="5738545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40004">
                    <a:moveTo>
                      <a:pt x="17678" y="39776"/>
                    </a:moveTo>
                    <a:lnTo>
                      <a:pt x="10801" y="38211"/>
                    </a:lnTo>
                    <a:lnTo>
                      <a:pt x="5181" y="33947"/>
                    </a:lnTo>
                    <a:lnTo>
                      <a:pt x="1390" y="27624"/>
                    </a:lnTo>
                    <a:lnTo>
                      <a:pt x="0" y="19888"/>
                    </a:lnTo>
                    <a:lnTo>
                      <a:pt x="1390" y="12151"/>
                    </a:lnTo>
                    <a:lnTo>
                      <a:pt x="5181" y="5829"/>
                    </a:lnTo>
                    <a:lnTo>
                      <a:pt x="10801" y="1564"/>
                    </a:lnTo>
                    <a:lnTo>
                      <a:pt x="17678" y="0"/>
                    </a:lnTo>
                    <a:lnTo>
                      <a:pt x="24555" y="1564"/>
                    </a:lnTo>
                    <a:lnTo>
                      <a:pt x="30175" y="5829"/>
                    </a:lnTo>
                    <a:lnTo>
                      <a:pt x="33966" y="12151"/>
                    </a:lnTo>
                    <a:lnTo>
                      <a:pt x="35356" y="19888"/>
                    </a:lnTo>
                    <a:lnTo>
                      <a:pt x="33966" y="27624"/>
                    </a:lnTo>
                    <a:lnTo>
                      <a:pt x="30175" y="33947"/>
                    </a:lnTo>
                    <a:lnTo>
                      <a:pt x="24555" y="38211"/>
                    </a:lnTo>
                    <a:lnTo>
                      <a:pt x="1767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8" name="object 288"/>
              <p:cNvSpPr/>
              <p:nvPr/>
            </p:nvSpPr>
            <p:spPr>
              <a:xfrm>
                <a:off x="6943267" y="5776645"/>
                <a:ext cx="97790" cy="57785"/>
              </a:xfrm>
              <a:custGeom>
                <a:avLst/>
                <a:gdLst/>
                <a:ahLst/>
                <a:cxnLst/>
                <a:rect l="l" t="t" r="r" b="b"/>
                <a:pathLst>
                  <a:path w="97790" h="57785">
                    <a:moveTo>
                      <a:pt x="97358" y="52819"/>
                    </a:moveTo>
                    <a:lnTo>
                      <a:pt x="38684" y="25222"/>
                    </a:lnTo>
                    <a:lnTo>
                      <a:pt x="39776" y="19888"/>
                    </a:lnTo>
                    <a:lnTo>
                      <a:pt x="38201" y="12153"/>
                    </a:lnTo>
                    <a:lnTo>
                      <a:pt x="33947" y="5829"/>
                    </a:lnTo>
                    <a:lnTo>
                      <a:pt x="27622" y="1574"/>
                    </a:lnTo>
                    <a:lnTo>
                      <a:pt x="19888" y="0"/>
                    </a:lnTo>
                    <a:lnTo>
                      <a:pt x="12141" y="1574"/>
                    </a:lnTo>
                    <a:lnTo>
                      <a:pt x="5829" y="5829"/>
                    </a:lnTo>
                    <a:lnTo>
                      <a:pt x="1562" y="12153"/>
                    </a:lnTo>
                    <a:lnTo>
                      <a:pt x="0" y="19888"/>
                    </a:lnTo>
                    <a:lnTo>
                      <a:pt x="1562" y="27635"/>
                    </a:lnTo>
                    <a:lnTo>
                      <a:pt x="5829" y="33947"/>
                    </a:lnTo>
                    <a:lnTo>
                      <a:pt x="12141" y="38214"/>
                    </a:lnTo>
                    <a:lnTo>
                      <a:pt x="19888" y="39776"/>
                    </a:lnTo>
                    <a:lnTo>
                      <a:pt x="27622" y="38214"/>
                    </a:lnTo>
                    <a:lnTo>
                      <a:pt x="33947" y="33947"/>
                    </a:lnTo>
                    <a:lnTo>
                      <a:pt x="36093" y="30759"/>
                    </a:lnTo>
                    <a:lnTo>
                      <a:pt x="92760" y="57416"/>
                    </a:lnTo>
                    <a:lnTo>
                      <a:pt x="97358" y="57416"/>
                    </a:lnTo>
                    <a:lnTo>
                      <a:pt x="97358" y="528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9" name="object 289"/>
              <p:cNvSpPr/>
              <p:nvPr/>
            </p:nvSpPr>
            <p:spPr>
              <a:xfrm>
                <a:off x="6945477" y="5778093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0" name="object 290"/>
              <p:cNvSpPr/>
              <p:nvPr/>
            </p:nvSpPr>
            <p:spPr>
              <a:xfrm>
                <a:off x="7013447" y="5811697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4">
                    <a:moveTo>
                      <a:pt x="44196" y="19888"/>
                    </a:moveTo>
                    <a:lnTo>
                      <a:pt x="42459" y="12151"/>
                    </a:lnTo>
                    <a:lnTo>
                      <a:pt x="37723" y="5829"/>
                    </a:lnTo>
                    <a:lnTo>
                      <a:pt x="30699" y="1564"/>
                    </a:lnTo>
                    <a:lnTo>
                      <a:pt x="22098" y="0"/>
                    </a:lnTo>
                    <a:lnTo>
                      <a:pt x="13501" y="1564"/>
                    </a:lnTo>
                    <a:lnTo>
                      <a:pt x="6476" y="5829"/>
                    </a:lnTo>
                    <a:lnTo>
                      <a:pt x="1738" y="12151"/>
                    </a:lnTo>
                    <a:lnTo>
                      <a:pt x="0" y="19888"/>
                    </a:lnTo>
                    <a:lnTo>
                      <a:pt x="1738" y="27624"/>
                    </a:lnTo>
                    <a:lnTo>
                      <a:pt x="6476" y="33947"/>
                    </a:lnTo>
                    <a:lnTo>
                      <a:pt x="13501" y="38211"/>
                    </a:lnTo>
                    <a:lnTo>
                      <a:pt x="22098" y="39776"/>
                    </a:lnTo>
                    <a:lnTo>
                      <a:pt x="30699" y="38211"/>
                    </a:lnTo>
                    <a:lnTo>
                      <a:pt x="37723" y="33947"/>
                    </a:lnTo>
                    <a:lnTo>
                      <a:pt x="42459" y="27624"/>
                    </a:lnTo>
                    <a:lnTo>
                      <a:pt x="4419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1" name="object 291"/>
              <p:cNvSpPr/>
              <p:nvPr/>
            </p:nvSpPr>
            <p:spPr>
              <a:xfrm>
                <a:off x="7016419" y="5813907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2" name="object 292"/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7385139" y="6156515"/>
                <a:ext cx="97447" cy="150634"/>
              </a:xfrm>
              <a:prstGeom prst="rect">
                <a:avLst/>
              </a:prstGeom>
            </p:spPr>
          </p:pic>
          <p:sp>
            <p:nvSpPr>
              <p:cNvPr id="293" name="object 293"/>
              <p:cNvSpPr/>
              <p:nvPr/>
            </p:nvSpPr>
            <p:spPr>
              <a:xfrm>
                <a:off x="7459904" y="5864821"/>
                <a:ext cx="9842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98425" h="314325">
                    <a:moveTo>
                      <a:pt x="97815" y="0"/>
                    </a:moveTo>
                    <a:lnTo>
                      <a:pt x="93218" y="0"/>
                    </a:lnTo>
                    <a:lnTo>
                      <a:pt x="22364" y="275043"/>
                    </a:lnTo>
                    <a:lnTo>
                      <a:pt x="19888" y="274535"/>
                    </a:lnTo>
                    <a:lnTo>
                      <a:pt x="12141" y="276110"/>
                    </a:lnTo>
                    <a:lnTo>
                      <a:pt x="5829" y="280365"/>
                    </a:lnTo>
                    <a:lnTo>
                      <a:pt x="1562" y="286689"/>
                    </a:lnTo>
                    <a:lnTo>
                      <a:pt x="0" y="294424"/>
                    </a:lnTo>
                    <a:lnTo>
                      <a:pt x="1562" y="302171"/>
                    </a:lnTo>
                    <a:lnTo>
                      <a:pt x="5829" y="308483"/>
                    </a:lnTo>
                    <a:lnTo>
                      <a:pt x="12141" y="312750"/>
                    </a:lnTo>
                    <a:lnTo>
                      <a:pt x="19888" y="314312"/>
                    </a:lnTo>
                    <a:lnTo>
                      <a:pt x="27622" y="312750"/>
                    </a:lnTo>
                    <a:lnTo>
                      <a:pt x="33947" y="308483"/>
                    </a:lnTo>
                    <a:lnTo>
                      <a:pt x="38201" y="302171"/>
                    </a:lnTo>
                    <a:lnTo>
                      <a:pt x="39776" y="294424"/>
                    </a:lnTo>
                    <a:lnTo>
                      <a:pt x="38201" y="286689"/>
                    </a:lnTo>
                    <a:lnTo>
                      <a:pt x="33947" y="280365"/>
                    </a:lnTo>
                    <a:lnTo>
                      <a:pt x="27838" y="276263"/>
                    </a:lnTo>
                    <a:lnTo>
                      <a:pt x="97815" y="4597"/>
                    </a:lnTo>
                    <a:lnTo>
                      <a:pt x="97815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4" name="object 294"/>
              <p:cNvSpPr/>
              <p:nvPr/>
            </p:nvSpPr>
            <p:spPr>
              <a:xfrm>
                <a:off x="7462875" y="6140805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5" name="object 295"/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7535252" y="5665939"/>
                <a:ext cx="97599" cy="221437"/>
              </a:xfrm>
              <a:prstGeom prst="rect">
                <a:avLst/>
              </a:prstGeom>
            </p:spPr>
          </p:pic>
          <p:sp>
            <p:nvSpPr>
              <p:cNvPr id="296" name="object 296"/>
              <p:cNvSpPr/>
              <p:nvPr/>
            </p:nvSpPr>
            <p:spPr>
              <a:xfrm>
                <a:off x="7606284" y="5648629"/>
                <a:ext cx="97790" cy="349250"/>
              </a:xfrm>
              <a:custGeom>
                <a:avLst/>
                <a:gdLst/>
                <a:ahLst/>
                <a:cxnLst/>
                <a:rect l="l" t="t" r="r" b="b"/>
                <a:pathLst>
                  <a:path w="97790" h="349250">
                    <a:moveTo>
                      <a:pt x="97282" y="344360"/>
                    </a:moveTo>
                    <a:lnTo>
                      <a:pt x="31038" y="37998"/>
                    </a:lnTo>
                    <a:lnTo>
                      <a:pt x="37719" y="33947"/>
                    </a:lnTo>
                    <a:lnTo>
                      <a:pt x="42456" y="27635"/>
                    </a:lnTo>
                    <a:lnTo>
                      <a:pt x="44196" y="19888"/>
                    </a:lnTo>
                    <a:lnTo>
                      <a:pt x="42456" y="12153"/>
                    </a:lnTo>
                    <a:lnTo>
                      <a:pt x="37719" y="5829"/>
                    </a:lnTo>
                    <a:lnTo>
                      <a:pt x="30683" y="1574"/>
                    </a:lnTo>
                    <a:lnTo>
                      <a:pt x="22098" y="0"/>
                    </a:lnTo>
                    <a:lnTo>
                      <a:pt x="13500" y="1574"/>
                    </a:lnTo>
                    <a:lnTo>
                      <a:pt x="6477" y="5829"/>
                    </a:lnTo>
                    <a:lnTo>
                      <a:pt x="1727" y="12153"/>
                    </a:lnTo>
                    <a:lnTo>
                      <a:pt x="0" y="19888"/>
                    </a:lnTo>
                    <a:lnTo>
                      <a:pt x="1727" y="27635"/>
                    </a:lnTo>
                    <a:lnTo>
                      <a:pt x="6477" y="33947"/>
                    </a:lnTo>
                    <a:lnTo>
                      <a:pt x="13500" y="38214"/>
                    </a:lnTo>
                    <a:lnTo>
                      <a:pt x="22098" y="39776"/>
                    </a:lnTo>
                    <a:lnTo>
                      <a:pt x="25692" y="39128"/>
                    </a:lnTo>
                    <a:lnTo>
                      <a:pt x="92684" y="348957"/>
                    </a:lnTo>
                    <a:lnTo>
                      <a:pt x="97282" y="348957"/>
                    </a:lnTo>
                    <a:lnTo>
                      <a:pt x="97282" y="344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7" name="object 297"/>
              <p:cNvSpPr/>
              <p:nvPr/>
            </p:nvSpPr>
            <p:spPr>
              <a:xfrm>
                <a:off x="7608493" y="5650077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8" name="object 298"/>
              <p:cNvSpPr/>
              <p:nvPr/>
            </p:nvSpPr>
            <p:spPr>
              <a:xfrm>
                <a:off x="7680883" y="5974765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19888"/>
                    </a:moveTo>
                    <a:lnTo>
                      <a:pt x="38211" y="12151"/>
                    </a:lnTo>
                    <a:lnTo>
                      <a:pt x="33947" y="5829"/>
                    </a:lnTo>
                    <a:lnTo>
                      <a:pt x="27624" y="1564"/>
                    </a:lnTo>
                    <a:lnTo>
                      <a:pt x="19888" y="0"/>
                    </a:lnTo>
                    <a:lnTo>
                      <a:pt x="12151" y="1564"/>
                    </a:lnTo>
                    <a:lnTo>
                      <a:pt x="5829" y="5829"/>
                    </a:lnTo>
                    <a:lnTo>
                      <a:pt x="1564" y="12151"/>
                    </a:lnTo>
                    <a:lnTo>
                      <a:pt x="0" y="19888"/>
                    </a:lnTo>
                    <a:lnTo>
                      <a:pt x="1564" y="27624"/>
                    </a:lnTo>
                    <a:lnTo>
                      <a:pt x="5829" y="33947"/>
                    </a:lnTo>
                    <a:lnTo>
                      <a:pt x="12151" y="38211"/>
                    </a:lnTo>
                    <a:lnTo>
                      <a:pt x="19888" y="39776"/>
                    </a:lnTo>
                    <a:lnTo>
                      <a:pt x="27624" y="38211"/>
                    </a:lnTo>
                    <a:lnTo>
                      <a:pt x="33947" y="33947"/>
                    </a:lnTo>
                    <a:lnTo>
                      <a:pt x="38211" y="27624"/>
                    </a:lnTo>
                    <a:lnTo>
                      <a:pt x="3977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9" name="object 299"/>
              <p:cNvSpPr/>
              <p:nvPr/>
            </p:nvSpPr>
            <p:spPr>
              <a:xfrm>
                <a:off x="7683855" y="5977737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2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1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2"/>
                    </a:lnTo>
                    <a:lnTo>
                      <a:pt x="27431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0" name="object 300"/>
              <p:cNvSpPr/>
              <p:nvPr/>
            </p:nvSpPr>
            <p:spPr>
              <a:xfrm>
                <a:off x="8199119" y="5683681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4">
                    <a:moveTo>
                      <a:pt x="44196" y="19888"/>
                    </a:moveTo>
                    <a:lnTo>
                      <a:pt x="42459" y="12151"/>
                    </a:lnTo>
                    <a:lnTo>
                      <a:pt x="37723" y="5829"/>
                    </a:lnTo>
                    <a:lnTo>
                      <a:pt x="30699" y="1564"/>
                    </a:lnTo>
                    <a:lnTo>
                      <a:pt x="22098" y="0"/>
                    </a:lnTo>
                    <a:lnTo>
                      <a:pt x="13501" y="1564"/>
                    </a:lnTo>
                    <a:lnTo>
                      <a:pt x="6476" y="5829"/>
                    </a:lnTo>
                    <a:lnTo>
                      <a:pt x="1738" y="12151"/>
                    </a:lnTo>
                    <a:lnTo>
                      <a:pt x="0" y="19888"/>
                    </a:lnTo>
                    <a:lnTo>
                      <a:pt x="1738" y="27624"/>
                    </a:lnTo>
                    <a:lnTo>
                      <a:pt x="6476" y="33947"/>
                    </a:lnTo>
                    <a:lnTo>
                      <a:pt x="13501" y="38211"/>
                    </a:lnTo>
                    <a:lnTo>
                      <a:pt x="22098" y="39776"/>
                    </a:lnTo>
                    <a:lnTo>
                      <a:pt x="30699" y="38211"/>
                    </a:lnTo>
                    <a:lnTo>
                      <a:pt x="37723" y="33947"/>
                    </a:lnTo>
                    <a:lnTo>
                      <a:pt x="42459" y="27624"/>
                    </a:lnTo>
                    <a:lnTo>
                      <a:pt x="4419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1" name="object 301"/>
              <p:cNvSpPr/>
              <p:nvPr/>
            </p:nvSpPr>
            <p:spPr>
              <a:xfrm>
                <a:off x="8200567" y="5685891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19888" y="35356"/>
                    </a:moveTo>
                    <a:lnTo>
                      <a:pt x="12151" y="33966"/>
                    </a:lnTo>
                    <a:lnTo>
                      <a:pt x="5829" y="30175"/>
                    </a:lnTo>
                    <a:lnTo>
                      <a:pt x="1564" y="24555"/>
                    </a:lnTo>
                    <a:lnTo>
                      <a:pt x="0" y="17678"/>
                    </a:lnTo>
                    <a:lnTo>
                      <a:pt x="1564" y="10801"/>
                    </a:lnTo>
                    <a:lnTo>
                      <a:pt x="5829" y="5181"/>
                    </a:lnTo>
                    <a:lnTo>
                      <a:pt x="12151" y="1390"/>
                    </a:lnTo>
                    <a:lnTo>
                      <a:pt x="19888" y="0"/>
                    </a:lnTo>
                    <a:lnTo>
                      <a:pt x="27624" y="1390"/>
                    </a:lnTo>
                    <a:lnTo>
                      <a:pt x="33947" y="5181"/>
                    </a:lnTo>
                    <a:lnTo>
                      <a:pt x="38211" y="10801"/>
                    </a:lnTo>
                    <a:lnTo>
                      <a:pt x="39776" y="17678"/>
                    </a:lnTo>
                    <a:lnTo>
                      <a:pt x="38211" y="24555"/>
                    </a:lnTo>
                    <a:lnTo>
                      <a:pt x="33947" y="30175"/>
                    </a:lnTo>
                    <a:lnTo>
                      <a:pt x="27624" y="33966"/>
                    </a:lnTo>
                    <a:lnTo>
                      <a:pt x="1988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2" name="object 302"/>
              <p:cNvSpPr/>
              <p:nvPr/>
            </p:nvSpPr>
            <p:spPr>
              <a:xfrm>
                <a:off x="8348396" y="5776645"/>
                <a:ext cx="40005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0004">
                    <a:moveTo>
                      <a:pt x="39776" y="19888"/>
                    </a:moveTo>
                    <a:lnTo>
                      <a:pt x="38211" y="12151"/>
                    </a:lnTo>
                    <a:lnTo>
                      <a:pt x="33947" y="5829"/>
                    </a:lnTo>
                    <a:lnTo>
                      <a:pt x="27624" y="1564"/>
                    </a:lnTo>
                    <a:lnTo>
                      <a:pt x="19888" y="0"/>
                    </a:lnTo>
                    <a:lnTo>
                      <a:pt x="12151" y="1564"/>
                    </a:lnTo>
                    <a:lnTo>
                      <a:pt x="5829" y="5829"/>
                    </a:lnTo>
                    <a:lnTo>
                      <a:pt x="1564" y="12151"/>
                    </a:lnTo>
                    <a:lnTo>
                      <a:pt x="0" y="19888"/>
                    </a:lnTo>
                    <a:lnTo>
                      <a:pt x="1564" y="27624"/>
                    </a:lnTo>
                    <a:lnTo>
                      <a:pt x="5829" y="33947"/>
                    </a:lnTo>
                    <a:lnTo>
                      <a:pt x="12151" y="38211"/>
                    </a:lnTo>
                    <a:lnTo>
                      <a:pt x="19888" y="39776"/>
                    </a:lnTo>
                    <a:lnTo>
                      <a:pt x="27624" y="38211"/>
                    </a:lnTo>
                    <a:lnTo>
                      <a:pt x="33947" y="33947"/>
                    </a:lnTo>
                    <a:lnTo>
                      <a:pt x="38211" y="27624"/>
                    </a:lnTo>
                    <a:lnTo>
                      <a:pt x="39776" y="1988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3" name="object 303"/>
              <p:cNvSpPr/>
              <p:nvPr/>
            </p:nvSpPr>
            <p:spPr>
              <a:xfrm>
                <a:off x="8351367" y="5778093"/>
                <a:ext cx="355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35560">
                    <a:moveTo>
                      <a:pt x="17678" y="35356"/>
                    </a:moveTo>
                    <a:lnTo>
                      <a:pt x="7924" y="35356"/>
                    </a:lnTo>
                    <a:lnTo>
                      <a:pt x="0" y="27431"/>
                    </a:lnTo>
                    <a:lnTo>
                      <a:pt x="0" y="17678"/>
                    </a:lnTo>
                    <a:lnTo>
                      <a:pt x="0" y="7924"/>
                    </a:lnTo>
                    <a:lnTo>
                      <a:pt x="7924" y="0"/>
                    </a:lnTo>
                    <a:lnTo>
                      <a:pt x="17678" y="0"/>
                    </a:lnTo>
                    <a:lnTo>
                      <a:pt x="27432" y="0"/>
                    </a:lnTo>
                    <a:lnTo>
                      <a:pt x="35356" y="7924"/>
                    </a:lnTo>
                    <a:lnTo>
                      <a:pt x="35356" y="17678"/>
                    </a:lnTo>
                    <a:lnTo>
                      <a:pt x="35356" y="27431"/>
                    </a:lnTo>
                    <a:lnTo>
                      <a:pt x="27432" y="35356"/>
                    </a:lnTo>
                    <a:lnTo>
                      <a:pt x="17678" y="3535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4" name="object 304"/>
              <p:cNvSpPr/>
              <p:nvPr/>
            </p:nvSpPr>
            <p:spPr>
              <a:xfrm>
                <a:off x="1626615" y="4927866"/>
                <a:ext cx="2673985" cy="1290955"/>
              </a:xfrm>
              <a:custGeom>
                <a:avLst/>
                <a:gdLst/>
                <a:ahLst/>
                <a:cxnLst/>
                <a:rect l="l" t="t" r="r" b="b"/>
                <a:pathLst>
                  <a:path w="2673985" h="1290954">
                    <a:moveTo>
                      <a:pt x="0" y="0"/>
                    </a:moveTo>
                    <a:lnTo>
                      <a:pt x="44195" y="813206"/>
                    </a:lnTo>
                  </a:path>
                  <a:path w="2673985" h="1290954">
                    <a:moveTo>
                      <a:pt x="150266" y="441960"/>
                    </a:moveTo>
                    <a:lnTo>
                      <a:pt x="110489" y="822045"/>
                    </a:lnTo>
                  </a:path>
                  <a:path w="2673985" h="1290954">
                    <a:moveTo>
                      <a:pt x="601065" y="274015"/>
                    </a:moveTo>
                    <a:lnTo>
                      <a:pt x="658520" y="994410"/>
                    </a:lnTo>
                  </a:path>
                  <a:path w="2673985" h="1290954">
                    <a:moveTo>
                      <a:pt x="742492" y="4419"/>
                    </a:moveTo>
                    <a:lnTo>
                      <a:pt x="707135" y="967892"/>
                    </a:lnTo>
                  </a:path>
                  <a:path w="2673985" h="1290954">
                    <a:moveTo>
                      <a:pt x="1188872" y="437540"/>
                    </a:moveTo>
                    <a:lnTo>
                      <a:pt x="1228648" y="1104900"/>
                    </a:lnTo>
                  </a:path>
                  <a:path w="2673985" h="1290954">
                    <a:moveTo>
                      <a:pt x="1343558" y="70713"/>
                    </a:moveTo>
                    <a:lnTo>
                      <a:pt x="1281683" y="1100480"/>
                    </a:lnTo>
                  </a:path>
                  <a:path w="2673985" h="1290954">
                    <a:moveTo>
                      <a:pt x="2528011" y="782269"/>
                    </a:moveTo>
                    <a:lnTo>
                      <a:pt x="2563368" y="1290523"/>
                    </a:lnTo>
                  </a:path>
                  <a:path w="2673985" h="1290954">
                    <a:moveTo>
                      <a:pt x="2673857" y="521512"/>
                    </a:moveTo>
                    <a:lnTo>
                      <a:pt x="2620822" y="1264005"/>
                    </a:lnTo>
                  </a:path>
                </a:pathLst>
              </a:custGeom>
              <a:ln w="4597">
                <a:solidFill>
                  <a:srgbClr val="000000"/>
                </a:solidFill>
                <a:prstDash val="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5" name="object 305"/>
              <p:cNvSpPr/>
              <p:nvPr/>
            </p:nvSpPr>
            <p:spPr>
              <a:xfrm>
                <a:off x="4662703" y="5789688"/>
                <a:ext cx="150495" cy="499745"/>
              </a:xfrm>
              <a:custGeom>
                <a:avLst/>
                <a:gdLst/>
                <a:ahLst/>
                <a:cxnLst/>
                <a:rect l="l" t="t" r="r" b="b"/>
                <a:pathLst>
                  <a:path w="150495" h="499745">
                    <a:moveTo>
                      <a:pt x="17856" y="490575"/>
                    </a:moveTo>
                    <a:lnTo>
                      <a:pt x="4597" y="0"/>
                    </a:lnTo>
                    <a:lnTo>
                      <a:pt x="0" y="0"/>
                    </a:lnTo>
                    <a:lnTo>
                      <a:pt x="13258" y="495173"/>
                    </a:lnTo>
                    <a:lnTo>
                      <a:pt x="17856" y="495173"/>
                    </a:lnTo>
                    <a:lnTo>
                      <a:pt x="17856" y="490575"/>
                    </a:lnTo>
                    <a:close/>
                  </a:path>
                  <a:path w="150495" h="499745">
                    <a:moveTo>
                      <a:pt x="150444" y="35356"/>
                    </a:moveTo>
                    <a:lnTo>
                      <a:pt x="145846" y="35356"/>
                    </a:lnTo>
                    <a:lnTo>
                      <a:pt x="106070" y="494995"/>
                    </a:lnTo>
                    <a:lnTo>
                      <a:pt x="106070" y="499592"/>
                    </a:lnTo>
                    <a:lnTo>
                      <a:pt x="110667" y="499592"/>
                    </a:lnTo>
                    <a:lnTo>
                      <a:pt x="150444" y="39954"/>
                    </a:lnTo>
                    <a:lnTo>
                      <a:pt x="150444" y="3535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6" name="object 306"/>
              <p:cNvSpPr/>
              <p:nvPr/>
            </p:nvSpPr>
            <p:spPr>
              <a:xfrm>
                <a:off x="5480507" y="5758751"/>
                <a:ext cx="150495" cy="415925"/>
              </a:xfrm>
              <a:custGeom>
                <a:avLst/>
                <a:gdLst/>
                <a:ahLst/>
                <a:cxnLst/>
                <a:rect l="l" t="t" r="r" b="b"/>
                <a:pathLst>
                  <a:path w="150495" h="415925">
                    <a:moveTo>
                      <a:pt x="0" y="176784"/>
                    </a:moveTo>
                    <a:lnTo>
                      <a:pt x="30937" y="411022"/>
                    </a:lnTo>
                  </a:path>
                  <a:path w="150495" h="415925">
                    <a:moveTo>
                      <a:pt x="150266" y="0"/>
                    </a:moveTo>
                    <a:lnTo>
                      <a:pt x="110489" y="415442"/>
                    </a:lnTo>
                  </a:path>
                </a:pathLst>
              </a:custGeom>
              <a:ln w="4597">
                <a:solidFill>
                  <a:srgbClr val="000000"/>
                </a:solidFill>
                <a:prstDash val="dash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7" name="object 307"/>
              <p:cNvSpPr/>
              <p:nvPr/>
            </p:nvSpPr>
            <p:spPr>
              <a:xfrm>
                <a:off x="6099073" y="5692457"/>
                <a:ext cx="53340" cy="588010"/>
              </a:xfrm>
              <a:custGeom>
                <a:avLst/>
                <a:gdLst/>
                <a:ahLst/>
                <a:cxnLst/>
                <a:rect l="l" t="t" r="r" b="b"/>
                <a:pathLst>
                  <a:path w="53339" h="588010">
                    <a:moveTo>
                      <a:pt x="53212" y="4597"/>
                    </a:moveTo>
                    <a:lnTo>
                      <a:pt x="53212" y="0"/>
                    </a:lnTo>
                    <a:lnTo>
                      <a:pt x="48615" y="0"/>
                    </a:lnTo>
                    <a:lnTo>
                      <a:pt x="0" y="583387"/>
                    </a:lnTo>
                    <a:lnTo>
                      <a:pt x="0" y="587984"/>
                    </a:lnTo>
                    <a:lnTo>
                      <a:pt x="4597" y="587984"/>
                    </a:lnTo>
                    <a:lnTo>
                      <a:pt x="53212" y="459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08" name="object 308"/>
            <p:cNvSpPr txBox="1"/>
            <p:nvPr/>
          </p:nvSpPr>
          <p:spPr>
            <a:xfrm>
              <a:off x="1064255" y="3253950"/>
              <a:ext cx="192356" cy="3169285"/>
            </a:xfrm>
            <a:prstGeom prst="rect">
              <a:avLst/>
            </a:prstGeom>
          </p:spPr>
          <p:txBody>
            <a:bodyPr vert="vert270" wrap="square" lIns="0" tIns="12326" rIns="0" bIns="0" rtlCol="0">
              <a:spAutoFit/>
            </a:bodyPr>
            <a:lstStyle/>
            <a:p>
              <a:pPr marL="11206">
                <a:spcBef>
                  <a:spcPts val="97"/>
                </a:spcBef>
              </a:pPr>
              <a:r>
                <a:rPr sz="1103" dirty="0">
                  <a:latin typeface="Arial MT"/>
                  <a:cs typeface="Arial MT"/>
                </a:rPr>
                <a:t>Log</a:t>
              </a:r>
              <a:r>
                <a:rPr sz="1103" spc="97" dirty="0">
                  <a:latin typeface="Arial MT"/>
                  <a:cs typeface="Arial MT"/>
                </a:rPr>
                <a:t> </a:t>
              </a:r>
              <a:r>
                <a:rPr sz="1103" dirty="0">
                  <a:latin typeface="Arial MT"/>
                  <a:cs typeface="Arial MT"/>
                </a:rPr>
                <a:t>atomic</a:t>
              </a:r>
              <a:r>
                <a:rPr sz="1103" spc="97" dirty="0">
                  <a:latin typeface="Arial MT"/>
                  <a:cs typeface="Arial MT"/>
                </a:rPr>
                <a:t> </a:t>
              </a:r>
              <a:r>
                <a:rPr sz="1103" dirty="0">
                  <a:latin typeface="Arial MT"/>
                  <a:cs typeface="Arial MT"/>
                </a:rPr>
                <a:t>abundance</a:t>
              </a:r>
              <a:r>
                <a:rPr sz="1103" spc="101" dirty="0">
                  <a:latin typeface="Arial MT"/>
                  <a:cs typeface="Arial MT"/>
                </a:rPr>
                <a:t> </a:t>
              </a:r>
              <a:r>
                <a:rPr sz="1103" dirty="0">
                  <a:latin typeface="Arial MT"/>
                  <a:cs typeface="Arial MT"/>
                </a:rPr>
                <a:t>per</a:t>
              </a:r>
              <a:r>
                <a:rPr sz="1103" spc="106" dirty="0">
                  <a:latin typeface="Arial MT"/>
                  <a:cs typeface="Arial MT"/>
                </a:rPr>
                <a:t> </a:t>
              </a:r>
              <a:r>
                <a:rPr sz="1103" dirty="0">
                  <a:latin typeface="Arial MT"/>
                  <a:cs typeface="Arial MT"/>
                </a:rPr>
                <a:t>10</a:t>
              </a:r>
              <a:r>
                <a:rPr sz="1324" baseline="19444" dirty="0">
                  <a:latin typeface="Arial MT"/>
                  <a:cs typeface="Arial MT"/>
                </a:rPr>
                <a:t>6</a:t>
              </a:r>
              <a:r>
                <a:rPr sz="1324" spc="205" baseline="19444" dirty="0">
                  <a:latin typeface="Arial MT"/>
                  <a:cs typeface="Arial MT"/>
                </a:rPr>
                <a:t> </a:t>
              </a:r>
              <a:r>
                <a:rPr sz="1103" dirty="0">
                  <a:latin typeface="Arial MT"/>
                  <a:cs typeface="Arial MT"/>
                </a:rPr>
                <a:t>atoms</a:t>
              </a:r>
              <a:r>
                <a:rPr sz="1103" spc="88" dirty="0">
                  <a:latin typeface="Arial MT"/>
                  <a:cs typeface="Arial MT"/>
                </a:rPr>
                <a:t> </a:t>
              </a:r>
              <a:r>
                <a:rPr sz="1103" dirty="0">
                  <a:latin typeface="Arial MT"/>
                  <a:cs typeface="Arial MT"/>
                </a:rPr>
                <a:t>of</a:t>
              </a:r>
              <a:r>
                <a:rPr sz="1103" spc="101" dirty="0">
                  <a:latin typeface="Arial MT"/>
                  <a:cs typeface="Arial MT"/>
                </a:rPr>
                <a:t> </a:t>
              </a:r>
              <a:r>
                <a:rPr sz="1103" spc="-22" dirty="0">
                  <a:latin typeface="Arial MT"/>
                  <a:cs typeface="Arial MT"/>
                </a:rPr>
                <a:t>Si</a:t>
              </a:r>
              <a:endParaRPr sz="1103">
                <a:latin typeface="Arial MT"/>
                <a:cs typeface="Arial MT"/>
              </a:endParaRPr>
            </a:p>
          </p:txBody>
        </p:sp>
        <p:sp>
          <p:nvSpPr>
            <p:cNvPr id="309" name="object 309"/>
            <p:cNvSpPr txBox="1"/>
            <p:nvPr/>
          </p:nvSpPr>
          <p:spPr>
            <a:xfrm>
              <a:off x="5862402" y="4649781"/>
              <a:ext cx="1463040" cy="209669"/>
            </a:xfrm>
            <a:prstGeom prst="rect">
              <a:avLst/>
            </a:prstGeom>
          </p:spPr>
          <p:txBody>
            <a:bodyPr vert="horz" wrap="square" lIns="0" tIns="15128" rIns="0" bIns="0" rtlCol="0">
              <a:spAutoFit/>
            </a:bodyPr>
            <a:lstStyle/>
            <a:p>
              <a:pPr marL="11206">
                <a:spcBef>
                  <a:spcPts val="119"/>
                </a:spcBef>
              </a:pPr>
              <a:r>
                <a:rPr sz="1103" i="1" dirty="0">
                  <a:latin typeface="Arial"/>
                  <a:cs typeface="Arial"/>
                </a:rPr>
                <a:t>Cosmic</a:t>
              </a:r>
              <a:r>
                <a:rPr sz="1103" i="1" spc="180" dirty="0">
                  <a:latin typeface="Arial"/>
                  <a:cs typeface="Arial"/>
                </a:rPr>
                <a:t> </a:t>
              </a:r>
              <a:r>
                <a:rPr sz="1103" i="1" spc="-9" dirty="0">
                  <a:latin typeface="Arial"/>
                  <a:cs typeface="Arial"/>
                </a:rPr>
                <a:t>Abundance</a:t>
              </a:r>
              <a:endParaRPr sz="1103">
                <a:latin typeface="Arial"/>
                <a:cs typeface="Arial"/>
              </a:endParaRPr>
            </a:p>
          </p:txBody>
        </p:sp>
        <p:sp>
          <p:nvSpPr>
            <p:cNvPr id="310" name="object 310"/>
            <p:cNvSpPr txBox="1"/>
            <p:nvPr/>
          </p:nvSpPr>
          <p:spPr>
            <a:xfrm>
              <a:off x="8716981" y="4482858"/>
              <a:ext cx="164465" cy="1967573"/>
            </a:xfrm>
            <a:prstGeom prst="rect">
              <a:avLst/>
            </a:prstGeom>
          </p:spPr>
          <p:txBody>
            <a:bodyPr vert="horz" wrap="square" lIns="0" tIns="10646" rIns="0" bIns="0" rtlCol="0">
              <a:spAutoFit/>
            </a:bodyPr>
            <a:lstStyle/>
            <a:p>
              <a:pPr marL="12887">
                <a:lnSpc>
                  <a:spcPts val="1178"/>
                </a:lnSpc>
                <a:spcBef>
                  <a:spcPts val="84"/>
                </a:spcBef>
              </a:pPr>
              <a:r>
                <a:rPr sz="1015" spc="-44" dirty="0">
                  <a:latin typeface="Arial MT"/>
                  <a:cs typeface="Arial MT"/>
                </a:rPr>
                <a:t>7</a:t>
              </a:r>
              <a:endParaRPr sz="1015">
                <a:latin typeface="Arial MT"/>
                <a:cs typeface="Arial MT"/>
              </a:endParaRPr>
            </a:p>
            <a:p>
              <a:pPr marL="12327">
                <a:lnSpc>
                  <a:spcPts val="1178"/>
                </a:lnSpc>
              </a:pPr>
              <a:r>
                <a:rPr sz="1015" spc="-44" dirty="0">
                  <a:latin typeface="Arial MT"/>
                  <a:cs typeface="Arial MT"/>
                </a:rPr>
                <a:t>6</a:t>
              </a:r>
              <a:endParaRPr sz="1015">
                <a:latin typeface="Arial MT"/>
                <a:cs typeface="Arial MT"/>
              </a:endParaRPr>
            </a:p>
            <a:p>
              <a:pPr marL="11206">
                <a:spcBef>
                  <a:spcPts val="53"/>
                </a:spcBef>
              </a:pPr>
              <a:r>
                <a:rPr sz="1015" spc="-44" dirty="0">
                  <a:latin typeface="Arial MT"/>
                  <a:cs typeface="Arial MT"/>
                </a:rPr>
                <a:t>5</a:t>
              </a:r>
              <a:endParaRPr sz="1015">
                <a:latin typeface="Arial MT"/>
                <a:cs typeface="Arial MT"/>
              </a:endParaRPr>
            </a:p>
            <a:p>
              <a:pPr marL="13448">
                <a:lnSpc>
                  <a:spcPts val="1178"/>
                </a:lnSpc>
                <a:spcBef>
                  <a:spcPts val="53"/>
                </a:spcBef>
              </a:pPr>
              <a:r>
                <a:rPr sz="1015" spc="-44" dirty="0">
                  <a:latin typeface="Arial MT"/>
                  <a:cs typeface="Arial MT"/>
                </a:rPr>
                <a:t>4</a:t>
              </a:r>
              <a:endParaRPr sz="1015">
                <a:latin typeface="Arial MT"/>
                <a:cs typeface="Arial MT"/>
              </a:endParaRPr>
            </a:p>
            <a:p>
              <a:pPr marL="12887">
                <a:lnSpc>
                  <a:spcPts val="1143"/>
                </a:lnSpc>
              </a:pPr>
              <a:r>
                <a:rPr sz="1015" spc="-44" dirty="0">
                  <a:latin typeface="Arial MT"/>
                  <a:cs typeface="Arial MT"/>
                </a:rPr>
                <a:t>3</a:t>
              </a:r>
              <a:endParaRPr sz="1015">
                <a:latin typeface="Arial MT"/>
                <a:cs typeface="Arial MT"/>
              </a:endParaRPr>
            </a:p>
            <a:p>
              <a:pPr marL="12327">
                <a:lnSpc>
                  <a:spcPts val="1178"/>
                </a:lnSpc>
              </a:pPr>
              <a:r>
                <a:rPr sz="1015" spc="-44" dirty="0">
                  <a:latin typeface="Arial MT"/>
                  <a:cs typeface="Arial MT"/>
                </a:rPr>
                <a:t>2</a:t>
              </a:r>
              <a:endParaRPr sz="1015">
                <a:latin typeface="Arial MT"/>
                <a:cs typeface="Arial MT"/>
              </a:endParaRPr>
            </a:p>
            <a:p>
              <a:pPr marL="14568">
                <a:spcBef>
                  <a:spcPts val="49"/>
                </a:spcBef>
              </a:pPr>
              <a:r>
                <a:rPr sz="1015" spc="-44" dirty="0">
                  <a:latin typeface="Arial MT"/>
                  <a:cs typeface="Arial MT"/>
                </a:rPr>
                <a:t>1</a:t>
              </a:r>
              <a:endParaRPr sz="1015">
                <a:latin typeface="Arial MT"/>
                <a:cs typeface="Arial MT"/>
              </a:endParaRPr>
            </a:p>
            <a:p>
              <a:pPr marL="13448">
                <a:lnSpc>
                  <a:spcPts val="1187"/>
                </a:lnSpc>
                <a:spcBef>
                  <a:spcPts val="53"/>
                </a:spcBef>
              </a:pPr>
              <a:r>
                <a:rPr sz="1015" spc="-44" dirty="0">
                  <a:latin typeface="Arial MT"/>
                  <a:cs typeface="Arial MT"/>
                </a:rPr>
                <a:t>0</a:t>
              </a:r>
              <a:endParaRPr sz="1015">
                <a:latin typeface="Arial MT"/>
                <a:cs typeface="Arial MT"/>
              </a:endParaRPr>
            </a:p>
            <a:p>
              <a:pPr marL="11206">
                <a:lnSpc>
                  <a:spcPts val="1152"/>
                </a:lnSpc>
              </a:pPr>
              <a:r>
                <a:rPr sz="1015" dirty="0">
                  <a:latin typeface="Arial MT"/>
                  <a:cs typeface="Arial MT"/>
                </a:rPr>
                <a:t>-</a:t>
              </a:r>
              <a:r>
                <a:rPr sz="1015" spc="-44" dirty="0">
                  <a:latin typeface="Arial MT"/>
                  <a:cs typeface="Arial MT"/>
                </a:rPr>
                <a:t>1</a:t>
              </a:r>
              <a:endParaRPr sz="1015">
                <a:latin typeface="Arial MT"/>
                <a:cs typeface="Arial MT"/>
              </a:endParaRPr>
            </a:p>
            <a:p>
              <a:pPr marL="14008">
                <a:lnSpc>
                  <a:spcPts val="1178"/>
                </a:lnSpc>
              </a:pPr>
              <a:r>
                <a:rPr sz="1015" spc="-9" dirty="0">
                  <a:latin typeface="Arial MT"/>
                  <a:cs typeface="Arial MT"/>
                </a:rPr>
                <a:t>-</a:t>
              </a:r>
              <a:r>
                <a:rPr sz="1015" spc="-44" dirty="0">
                  <a:latin typeface="Arial MT"/>
                  <a:cs typeface="Arial MT"/>
                </a:rPr>
                <a:t>2</a:t>
              </a:r>
              <a:endParaRPr sz="1015">
                <a:latin typeface="Arial MT"/>
                <a:cs typeface="Arial MT"/>
              </a:endParaRPr>
            </a:p>
            <a:p>
              <a:pPr marL="12887">
                <a:spcBef>
                  <a:spcPts val="49"/>
                </a:spcBef>
              </a:pPr>
              <a:r>
                <a:rPr sz="1015" spc="-9" dirty="0">
                  <a:latin typeface="Arial MT"/>
                  <a:cs typeface="Arial MT"/>
                </a:rPr>
                <a:t>-</a:t>
              </a:r>
              <a:r>
                <a:rPr sz="1015" spc="-44" dirty="0">
                  <a:latin typeface="Arial MT"/>
                  <a:cs typeface="Arial MT"/>
                </a:rPr>
                <a:t>3</a:t>
              </a:r>
              <a:endParaRPr sz="1015">
                <a:latin typeface="Arial MT"/>
                <a:cs typeface="Arial MT"/>
              </a:endParaRPr>
            </a:p>
          </p:txBody>
        </p:sp>
        <p:sp>
          <p:nvSpPr>
            <p:cNvPr id="311" name="object 311"/>
            <p:cNvSpPr txBox="1"/>
            <p:nvPr/>
          </p:nvSpPr>
          <p:spPr>
            <a:xfrm>
              <a:off x="8097566" y="5687235"/>
              <a:ext cx="16129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Th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2" name="object 312"/>
            <p:cNvSpPr txBox="1"/>
            <p:nvPr/>
          </p:nvSpPr>
          <p:spPr>
            <a:xfrm>
              <a:off x="8352710" y="5800951"/>
              <a:ext cx="10541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U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3" name="object 313"/>
            <p:cNvSpPr txBox="1"/>
            <p:nvPr/>
          </p:nvSpPr>
          <p:spPr>
            <a:xfrm>
              <a:off x="7664788" y="5658474"/>
              <a:ext cx="16383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Pb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4" name="object 314"/>
            <p:cNvSpPr txBox="1"/>
            <p:nvPr/>
          </p:nvSpPr>
          <p:spPr>
            <a:xfrm>
              <a:off x="3899653" y="5971161"/>
              <a:ext cx="16383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Se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5" name="object 315"/>
            <p:cNvSpPr txBox="1"/>
            <p:nvPr/>
          </p:nvSpPr>
          <p:spPr>
            <a:xfrm>
              <a:off x="1901575" y="5058083"/>
              <a:ext cx="10541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C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6" name="object 316"/>
            <p:cNvSpPr txBox="1"/>
            <p:nvPr/>
          </p:nvSpPr>
          <p:spPr>
            <a:xfrm>
              <a:off x="2181424" y="4607968"/>
              <a:ext cx="11176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O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7" name="object 317"/>
            <p:cNvSpPr txBox="1"/>
            <p:nvPr/>
          </p:nvSpPr>
          <p:spPr>
            <a:xfrm>
              <a:off x="2546483" y="4615780"/>
              <a:ext cx="12700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Si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8" name="object 318"/>
            <p:cNvSpPr txBox="1"/>
            <p:nvPr/>
          </p:nvSpPr>
          <p:spPr>
            <a:xfrm>
              <a:off x="2976609" y="4771151"/>
              <a:ext cx="16700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Ca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19" name="object 319"/>
            <p:cNvSpPr txBox="1"/>
            <p:nvPr/>
          </p:nvSpPr>
          <p:spPr>
            <a:xfrm>
              <a:off x="3384803" y="4767947"/>
              <a:ext cx="15494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Fe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0" name="object 320"/>
            <p:cNvSpPr txBox="1"/>
            <p:nvPr/>
          </p:nvSpPr>
          <p:spPr>
            <a:xfrm>
              <a:off x="3142234" y="4936411"/>
              <a:ext cx="11747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Ti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1" name="object 321"/>
            <p:cNvSpPr txBox="1"/>
            <p:nvPr/>
          </p:nvSpPr>
          <p:spPr>
            <a:xfrm>
              <a:off x="3773166" y="5281173"/>
              <a:ext cx="15494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Zn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2" name="object 322"/>
            <p:cNvSpPr txBox="1"/>
            <p:nvPr/>
          </p:nvSpPr>
          <p:spPr>
            <a:xfrm>
              <a:off x="5178752" y="5545774"/>
              <a:ext cx="16383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Sn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3" name="object 323"/>
            <p:cNvSpPr txBox="1"/>
            <p:nvPr/>
          </p:nvSpPr>
          <p:spPr>
            <a:xfrm>
              <a:off x="5513172" y="5251132"/>
              <a:ext cx="1606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Ba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4" name="object 324"/>
            <p:cNvSpPr txBox="1"/>
            <p:nvPr/>
          </p:nvSpPr>
          <p:spPr>
            <a:xfrm>
              <a:off x="5934250" y="5391563"/>
              <a:ext cx="16700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Nd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5" name="object 325"/>
            <p:cNvSpPr txBox="1"/>
            <p:nvPr/>
          </p:nvSpPr>
          <p:spPr>
            <a:xfrm>
              <a:off x="1679490" y="4864736"/>
              <a:ext cx="10541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H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6" name="object 326"/>
            <p:cNvSpPr txBox="1"/>
            <p:nvPr/>
          </p:nvSpPr>
          <p:spPr>
            <a:xfrm>
              <a:off x="1789659" y="5565662"/>
              <a:ext cx="16383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Be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7" name="object 327"/>
            <p:cNvSpPr txBox="1"/>
            <p:nvPr/>
          </p:nvSpPr>
          <p:spPr>
            <a:xfrm>
              <a:off x="2640278" y="5260556"/>
              <a:ext cx="996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S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8" name="object 328"/>
            <p:cNvSpPr txBox="1"/>
            <p:nvPr/>
          </p:nvSpPr>
          <p:spPr>
            <a:xfrm>
              <a:off x="4476932" y="5714791"/>
              <a:ext cx="18097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Mo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29" name="object 329"/>
            <p:cNvSpPr txBox="1"/>
            <p:nvPr/>
          </p:nvSpPr>
          <p:spPr>
            <a:xfrm>
              <a:off x="7197779" y="6145371"/>
              <a:ext cx="45593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  <a:tabLst>
                  <a:tab pos="266154" algn="l"/>
                </a:tabLst>
              </a:pPr>
              <a:r>
                <a:rPr sz="750" spc="-22" dirty="0">
                  <a:latin typeface="Arial MT"/>
                  <a:cs typeface="Arial MT"/>
                </a:rPr>
                <a:t>Au</a:t>
              </a:r>
              <a:r>
                <a:rPr sz="750" dirty="0">
                  <a:latin typeface="Arial MT"/>
                  <a:cs typeface="Arial MT"/>
                </a:rPr>
                <a:t>	</a:t>
              </a:r>
              <a:r>
                <a:rPr sz="1125" spc="-33" baseline="3267" dirty="0">
                  <a:latin typeface="Arial MT"/>
                  <a:cs typeface="Arial MT"/>
                </a:rPr>
                <a:t>Hg</a:t>
              </a:r>
              <a:endParaRPr sz="1125" baseline="3267">
                <a:latin typeface="Arial MT"/>
                <a:cs typeface="Arial MT"/>
              </a:endParaRPr>
            </a:p>
          </p:txBody>
        </p:sp>
        <p:grpSp>
          <p:nvGrpSpPr>
            <p:cNvPr id="330" name="object 330"/>
            <p:cNvGrpSpPr/>
            <p:nvPr/>
          </p:nvGrpSpPr>
          <p:grpSpPr>
            <a:xfrm>
              <a:off x="3336823" y="3950804"/>
              <a:ext cx="4875530" cy="1521460"/>
              <a:chOff x="3336823" y="3950804"/>
              <a:chExt cx="4875530" cy="1521460"/>
            </a:xfrm>
          </p:grpSpPr>
          <p:pic>
            <p:nvPicPr>
              <p:cNvPr id="331" name="object 331"/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628517" y="4278185"/>
                <a:ext cx="4597" cy="1127175"/>
              </a:xfrm>
              <a:prstGeom prst="rect">
                <a:avLst/>
              </a:prstGeom>
            </p:spPr>
          </p:pic>
          <p:pic>
            <p:nvPicPr>
              <p:cNvPr id="332" name="object 332"/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336823" y="4366577"/>
                <a:ext cx="9016" cy="1012266"/>
              </a:xfrm>
              <a:prstGeom prst="rect">
                <a:avLst/>
              </a:prstGeom>
            </p:spPr>
          </p:pic>
          <p:pic>
            <p:nvPicPr>
              <p:cNvPr id="333" name="object 333"/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3562223" y="4454969"/>
                <a:ext cx="4597" cy="1016685"/>
              </a:xfrm>
              <a:prstGeom prst="rect">
                <a:avLst/>
              </a:prstGeom>
            </p:spPr>
          </p:pic>
          <p:sp>
            <p:nvSpPr>
              <p:cNvPr id="334" name="object 334"/>
              <p:cNvSpPr/>
              <p:nvPr/>
            </p:nvSpPr>
            <p:spPr>
              <a:xfrm>
                <a:off x="8169833" y="3953344"/>
                <a:ext cx="4000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35560">
                    <a:moveTo>
                      <a:pt x="39776" y="0"/>
                    </a:moveTo>
                    <a:lnTo>
                      <a:pt x="39776" y="35356"/>
                    </a:lnTo>
                    <a:lnTo>
                      <a:pt x="0" y="35356"/>
                    </a:lnTo>
                    <a:lnTo>
                      <a:pt x="0" y="0"/>
                    </a:lnTo>
                    <a:lnTo>
                      <a:pt x="39776" y="0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5" name="object 335"/>
              <p:cNvSpPr/>
              <p:nvPr/>
            </p:nvSpPr>
            <p:spPr>
              <a:xfrm>
                <a:off x="8167039" y="4671822"/>
                <a:ext cx="4000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0004" h="44450">
                    <a:moveTo>
                      <a:pt x="39776" y="22098"/>
                    </a:moveTo>
                    <a:lnTo>
                      <a:pt x="38211" y="13501"/>
                    </a:lnTo>
                    <a:lnTo>
                      <a:pt x="33947" y="6476"/>
                    </a:lnTo>
                    <a:lnTo>
                      <a:pt x="27624" y="1738"/>
                    </a:lnTo>
                    <a:lnTo>
                      <a:pt x="19888" y="0"/>
                    </a:lnTo>
                    <a:lnTo>
                      <a:pt x="12151" y="1738"/>
                    </a:lnTo>
                    <a:lnTo>
                      <a:pt x="5829" y="6476"/>
                    </a:lnTo>
                    <a:lnTo>
                      <a:pt x="1564" y="13501"/>
                    </a:lnTo>
                    <a:lnTo>
                      <a:pt x="0" y="22098"/>
                    </a:lnTo>
                    <a:lnTo>
                      <a:pt x="1564" y="30694"/>
                    </a:lnTo>
                    <a:lnTo>
                      <a:pt x="5829" y="37718"/>
                    </a:lnTo>
                    <a:lnTo>
                      <a:pt x="12151" y="42457"/>
                    </a:lnTo>
                    <a:lnTo>
                      <a:pt x="19888" y="44195"/>
                    </a:lnTo>
                    <a:lnTo>
                      <a:pt x="27624" y="42457"/>
                    </a:lnTo>
                    <a:lnTo>
                      <a:pt x="33947" y="37718"/>
                    </a:lnTo>
                    <a:lnTo>
                      <a:pt x="38211" y="30694"/>
                    </a:lnTo>
                    <a:lnTo>
                      <a:pt x="39776" y="220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6" name="object 336"/>
              <p:cNvSpPr/>
              <p:nvPr/>
            </p:nvSpPr>
            <p:spPr>
              <a:xfrm>
                <a:off x="8170011" y="4673269"/>
                <a:ext cx="3556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35559" h="40004">
                    <a:moveTo>
                      <a:pt x="17678" y="39776"/>
                    </a:moveTo>
                    <a:lnTo>
                      <a:pt x="10801" y="38211"/>
                    </a:lnTo>
                    <a:lnTo>
                      <a:pt x="5181" y="33947"/>
                    </a:lnTo>
                    <a:lnTo>
                      <a:pt x="1390" y="27624"/>
                    </a:lnTo>
                    <a:lnTo>
                      <a:pt x="0" y="19888"/>
                    </a:lnTo>
                    <a:lnTo>
                      <a:pt x="1390" y="12151"/>
                    </a:lnTo>
                    <a:lnTo>
                      <a:pt x="5181" y="5829"/>
                    </a:lnTo>
                    <a:lnTo>
                      <a:pt x="10801" y="1564"/>
                    </a:lnTo>
                    <a:lnTo>
                      <a:pt x="17678" y="0"/>
                    </a:lnTo>
                    <a:lnTo>
                      <a:pt x="24555" y="1564"/>
                    </a:lnTo>
                    <a:lnTo>
                      <a:pt x="30175" y="5829"/>
                    </a:lnTo>
                    <a:lnTo>
                      <a:pt x="33966" y="12151"/>
                    </a:lnTo>
                    <a:lnTo>
                      <a:pt x="35356" y="19888"/>
                    </a:lnTo>
                    <a:lnTo>
                      <a:pt x="33966" y="27624"/>
                    </a:lnTo>
                    <a:lnTo>
                      <a:pt x="30175" y="33947"/>
                    </a:lnTo>
                    <a:lnTo>
                      <a:pt x="24555" y="38211"/>
                    </a:lnTo>
                    <a:lnTo>
                      <a:pt x="17678" y="39776"/>
                    </a:lnTo>
                    <a:close/>
                  </a:path>
                </a:pathLst>
              </a:custGeom>
              <a:ln w="4597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7" name="object 337"/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8180704" y="4013009"/>
                <a:ext cx="4597" cy="645439"/>
              </a:xfrm>
              <a:prstGeom prst="rect">
                <a:avLst/>
              </a:prstGeom>
            </p:spPr>
          </p:pic>
          <p:sp>
            <p:nvSpPr>
              <p:cNvPr id="338" name="object 338"/>
              <p:cNvSpPr/>
              <p:nvPr/>
            </p:nvSpPr>
            <p:spPr>
              <a:xfrm>
                <a:off x="8061553" y="4021848"/>
                <a:ext cx="93345" cy="309880"/>
              </a:xfrm>
              <a:custGeom>
                <a:avLst/>
                <a:gdLst/>
                <a:ahLst/>
                <a:cxnLst/>
                <a:rect l="l" t="t" r="r" b="b"/>
                <a:pathLst>
                  <a:path w="93345" h="309879">
                    <a:moveTo>
                      <a:pt x="92811" y="0"/>
                    </a:moveTo>
                    <a:lnTo>
                      <a:pt x="73821" y="17264"/>
                    </a:lnTo>
                    <a:lnTo>
                      <a:pt x="56902" y="32042"/>
                    </a:lnTo>
                    <a:lnTo>
                      <a:pt x="42469" y="48477"/>
                    </a:lnTo>
                    <a:lnTo>
                      <a:pt x="30937" y="70713"/>
                    </a:lnTo>
                    <a:lnTo>
                      <a:pt x="19542" y="111871"/>
                    </a:lnTo>
                    <a:lnTo>
                      <a:pt x="19335" y="151371"/>
                    </a:lnTo>
                    <a:lnTo>
                      <a:pt x="21614" y="192528"/>
                    </a:lnTo>
                    <a:lnTo>
                      <a:pt x="17678" y="238658"/>
                    </a:lnTo>
                    <a:lnTo>
                      <a:pt x="13673" y="257165"/>
                    </a:lnTo>
                    <a:lnTo>
                      <a:pt x="8839" y="274015"/>
                    </a:lnTo>
                    <a:lnTo>
                      <a:pt x="4005" y="290864"/>
                    </a:lnTo>
                    <a:lnTo>
                      <a:pt x="0" y="309372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9" name="object 339"/>
              <p:cNvSpPr/>
              <p:nvPr/>
            </p:nvSpPr>
            <p:spPr>
              <a:xfrm>
                <a:off x="8057134" y="4335640"/>
                <a:ext cx="93345" cy="309880"/>
              </a:xfrm>
              <a:custGeom>
                <a:avLst/>
                <a:gdLst/>
                <a:ahLst/>
                <a:cxnLst/>
                <a:rect l="l" t="t" r="r" b="b"/>
                <a:pathLst>
                  <a:path w="93345" h="309879">
                    <a:moveTo>
                      <a:pt x="92811" y="309372"/>
                    </a:moveTo>
                    <a:lnTo>
                      <a:pt x="73821" y="292107"/>
                    </a:lnTo>
                    <a:lnTo>
                      <a:pt x="56902" y="277329"/>
                    </a:lnTo>
                    <a:lnTo>
                      <a:pt x="42469" y="260894"/>
                    </a:lnTo>
                    <a:lnTo>
                      <a:pt x="30937" y="238658"/>
                    </a:lnTo>
                    <a:lnTo>
                      <a:pt x="18921" y="197500"/>
                    </a:lnTo>
                    <a:lnTo>
                      <a:pt x="17678" y="158000"/>
                    </a:lnTo>
                    <a:lnTo>
                      <a:pt x="19750" y="116843"/>
                    </a:lnTo>
                    <a:lnTo>
                      <a:pt x="17678" y="70713"/>
                    </a:lnTo>
                    <a:lnTo>
                      <a:pt x="13673" y="52206"/>
                    </a:lnTo>
                    <a:lnTo>
                      <a:pt x="8839" y="35356"/>
                    </a:lnTo>
                    <a:lnTo>
                      <a:pt x="4005" y="18507"/>
                    </a:ln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40" name="object 340"/>
            <p:cNvSpPr txBox="1"/>
            <p:nvPr/>
          </p:nvSpPr>
          <p:spPr>
            <a:xfrm>
              <a:off x="6981992" y="5857950"/>
              <a:ext cx="13017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W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41" name="object 341"/>
            <p:cNvSpPr txBox="1"/>
            <p:nvPr/>
          </p:nvSpPr>
          <p:spPr>
            <a:xfrm>
              <a:off x="6166953" y="6042287"/>
              <a:ext cx="866140" cy="209669"/>
            </a:xfrm>
            <a:prstGeom prst="rect">
              <a:avLst/>
            </a:prstGeom>
          </p:spPr>
          <p:txBody>
            <a:bodyPr vert="horz" wrap="square" lIns="0" tIns="15128" rIns="0" bIns="0" rtlCol="0">
              <a:spAutoFit/>
            </a:bodyPr>
            <a:lstStyle/>
            <a:p>
              <a:pPr marL="11206">
                <a:spcBef>
                  <a:spcPts val="119"/>
                </a:spcBef>
              </a:pPr>
              <a:r>
                <a:rPr sz="1103" i="1" spc="-9" dirty="0">
                  <a:latin typeface="Arial"/>
                  <a:cs typeface="Arial"/>
                </a:rPr>
                <a:t>Abundance</a:t>
              </a:r>
              <a:endParaRPr sz="1103">
                <a:latin typeface="Arial"/>
                <a:cs typeface="Arial"/>
              </a:endParaRPr>
            </a:p>
          </p:txBody>
        </p:sp>
        <p:sp>
          <p:nvSpPr>
            <p:cNvPr id="342" name="object 342"/>
            <p:cNvSpPr txBox="1"/>
            <p:nvPr/>
          </p:nvSpPr>
          <p:spPr>
            <a:xfrm>
              <a:off x="6207605" y="5894379"/>
              <a:ext cx="548640" cy="209669"/>
            </a:xfrm>
            <a:prstGeom prst="rect">
              <a:avLst/>
            </a:prstGeom>
          </p:spPr>
          <p:txBody>
            <a:bodyPr vert="horz" wrap="square" lIns="0" tIns="15128" rIns="0" bIns="0" rtlCol="0">
              <a:spAutoFit/>
            </a:bodyPr>
            <a:lstStyle/>
            <a:p>
              <a:pPr marL="11206">
                <a:spcBef>
                  <a:spcPts val="119"/>
                </a:spcBef>
              </a:pPr>
              <a:r>
                <a:rPr sz="1103" i="1" spc="-9" dirty="0">
                  <a:latin typeface="Arial"/>
                  <a:cs typeface="Arial"/>
                </a:rPr>
                <a:t>Crustal</a:t>
              </a:r>
              <a:endParaRPr sz="1103">
                <a:latin typeface="Arial"/>
                <a:cs typeface="Arial"/>
              </a:endParaRPr>
            </a:p>
          </p:txBody>
        </p:sp>
        <p:sp>
          <p:nvSpPr>
            <p:cNvPr id="344" name="object 344"/>
            <p:cNvSpPr txBox="1"/>
            <p:nvPr/>
          </p:nvSpPr>
          <p:spPr>
            <a:xfrm>
              <a:off x="7033854" y="4113836"/>
              <a:ext cx="1026160" cy="475412"/>
            </a:xfrm>
            <a:prstGeom prst="rect">
              <a:avLst/>
            </a:prstGeom>
          </p:spPr>
          <p:txBody>
            <a:bodyPr vert="horz" wrap="square" lIns="0" tIns="31376" rIns="0" bIns="0" rtlCol="0">
              <a:spAutoFit/>
            </a:bodyPr>
            <a:lstStyle/>
            <a:p>
              <a:pPr marL="11206" marR="4483" indent="-13448" algn="ctr">
                <a:lnSpc>
                  <a:spcPct val="84200"/>
                </a:lnSpc>
                <a:spcBef>
                  <a:spcPts val="247"/>
                </a:spcBef>
              </a:pPr>
              <a:r>
                <a:rPr sz="750" dirty="0">
                  <a:latin typeface="Arial MT"/>
                  <a:cs typeface="Arial MT"/>
                </a:rPr>
                <a:t>Notable</a:t>
              </a:r>
              <a:r>
                <a:rPr sz="750" spc="40" dirty="0">
                  <a:latin typeface="Arial MT"/>
                  <a:cs typeface="Arial MT"/>
                </a:rPr>
                <a:t> </a:t>
              </a:r>
              <a:r>
                <a:rPr sz="750" spc="-9" dirty="0">
                  <a:latin typeface="Arial MT"/>
                  <a:cs typeface="Arial MT"/>
                </a:rPr>
                <a:t>crustal </a:t>
              </a:r>
              <a:r>
                <a:rPr sz="750" dirty="0">
                  <a:latin typeface="Arial MT"/>
                  <a:cs typeface="Arial MT"/>
                </a:rPr>
                <a:t>depletion</a:t>
              </a:r>
              <a:r>
                <a:rPr sz="750" spc="22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of</a:t>
              </a:r>
              <a:r>
                <a:rPr sz="750" spc="26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non-</a:t>
              </a:r>
              <a:r>
                <a:rPr sz="750" spc="-22" dirty="0">
                  <a:latin typeface="Arial MT"/>
                  <a:cs typeface="Arial MT"/>
                </a:rPr>
                <a:t>gas </a:t>
              </a:r>
              <a:r>
                <a:rPr sz="750" dirty="0">
                  <a:latin typeface="Arial MT"/>
                  <a:cs typeface="Arial MT"/>
                </a:rPr>
                <a:t>elements</a:t>
              </a:r>
              <a:r>
                <a:rPr sz="750" spc="53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relative</a:t>
              </a:r>
              <a:r>
                <a:rPr sz="750" spc="18" dirty="0">
                  <a:latin typeface="Arial MT"/>
                  <a:cs typeface="Arial MT"/>
                </a:rPr>
                <a:t> </a:t>
              </a:r>
              <a:r>
                <a:rPr sz="750" spc="-22" dirty="0">
                  <a:latin typeface="Arial MT"/>
                  <a:cs typeface="Arial MT"/>
                </a:rPr>
                <a:t>to </a:t>
              </a:r>
              <a:r>
                <a:rPr sz="750" dirty="0">
                  <a:latin typeface="Arial MT"/>
                  <a:cs typeface="Arial MT"/>
                </a:rPr>
                <a:t>cosmic</a:t>
              </a:r>
              <a:r>
                <a:rPr sz="750" spc="49" dirty="0">
                  <a:latin typeface="Arial MT"/>
                  <a:cs typeface="Arial MT"/>
                </a:rPr>
                <a:t> </a:t>
              </a:r>
              <a:r>
                <a:rPr sz="750" spc="-9" dirty="0">
                  <a:latin typeface="Arial MT"/>
                  <a:cs typeface="Arial MT"/>
                </a:rPr>
                <a:t>abundance</a:t>
              </a:r>
              <a:endParaRPr sz="750">
                <a:latin typeface="Arial MT"/>
                <a:cs typeface="Arial MT"/>
              </a:endParaRPr>
            </a:p>
          </p:txBody>
        </p:sp>
        <p:pic>
          <p:nvPicPr>
            <p:cNvPr id="345" name="object 345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3920210" y="4799698"/>
              <a:ext cx="9016" cy="906195"/>
            </a:xfrm>
            <a:prstGeom prst="rect">
              <a:avLst/>
            </a:prstGeom>
          </p:spPr>
        </p:pic>
        <p:sp>
          <p:nvSpPr>
            <p:cNvPr id="346" name="object 346"/>
            <p:cNvSpPr txBox="1"/>
            <p:nvPr/>
          </p:nvSpPr>
          <p:spPr>
            <a:xfrm>
              <a:off x="3741883" y="5713212"/>
              <a:ext cx="17780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Ge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47" name="object 347"/>
            <p:cNvSpPr txBox="1"/>
            <p:nvPr/>
          </p:nvSpPr>
          <p:spPr>
            <a:xfrm>
              <a:off x="1574081" y="5763861"/>
              <a:ext cx="2393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18" dirty="0">
                  <a:latin typeface="Arial MT"/>
                  <a:cs typeface="Arial MT"/>
                </a:rPr>
                <a:t>(He)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48" name="object 348"/>
            <p:cNvSpPr txBox="1"/>
            <p:nvPr/>
          </p:nvSpPr>
          <p:spPr>
            <a:xfrm>
              <a:off x="2162815" y="5889642"/>
              <a:ext cx="2393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18" dirty="0">
                  <a:latin typeface="Arial MT"/>
                  <a:cs typeface="Arial MT"/>
                </a:rPr>
                <a:t>(Ne)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49" name="object 349"/>
            <p:cNvSpPr txBox="1"/>
            <p:nvPr/>
          </p:nvSpPr>
          <p:spPr>
            <a:xfrm>
              <a:off x="4105693" y="6166332"/>
              <a:ext cx="155511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  <a:tabLst>
                  <a:tab pos="1176120" algn="l"/>
                </a:tabLst>
              </a:pPr>
              <a:r>
                <a:rPr sz="750" spc="-18" dirty="0">
                  <a:latin typeface="Arial MT"/>
                  <a:cs typeface="Arial MT"/>
                </a:rPr>
                <a:t>(Kr)</a:t>
              </a:r>
              <a:r>
                <a:rPr sz="750" dirty="0">
                  <a:latin typeface="Arial MT"/>
                  <a:cs typeface="Arial MT"/>
                </a:rPr>
                <a:t>	</a:t>
              </a:r>
              <a:r>
                <a:rPr sz="750" spc="-18" dirty="0">
                  <a:latin typeface="Arial MT"/>
                  <a:cs typeface="Arial MT"/>
                </a:rPr>
                <a:t>(Xe)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0" name="object 350"/>
            <p:cNvSpPr txBox="1"/>
            <p:nvPr/>
          </p:nvSpPr>
          <p:spPr>
            <a:xfrm>
              <a:off x="1673952" y="3106654"/>
              <a:ext cx="239395" cy="299869"/>
            </a:xfrm>
            <a:prstGeom prst="rect">
              <a:avLst/>
            </a:prstGeom>
          </p:spPr>
          <p:txBody>
            <a:bodyPr vert="horz" wrap="square" lIns="0" tIns="20731" rIns="0" bIns="0" rtlCol="0">
              <a:spAutoFit/>
            </a:bodyPr>
            <a:lstStyle/>
            <a:p>
              <a:pPr marL="11206">
                <a:spcBef>
                  <a:spcPts val="163"/>
                </a:spcBef>
              </a:pPr>
              <a:r>
                <a:rPr sz="750" spc="-44" dirty="0">
                  <a:latin typeface="Arial MT"/>
                  <a:cs typeface="Arial MT"/>
                </a:rPr>
                <a:t>H</a:t>
              </a:r>
              <a:endParaRPr sz="750">
                <a:latin typeface="Arial MT"/>
                <a:cs typeface="Arial MT"/>
              </a:endParaRPr>
            </a:p>
            <a:p>
              <a:pPr marL="74523">
                <a:spcBef>
                  <a:spcPts val="79"/>
                </a:spcBef>
              </a:pPr>
              <a:r>
                <a:rPr sz="750" spc="-22" dirty="0">
                  <a:latin typeface="Arial MT"/>
                  <a:cs typeface="Arial MT"/>
                </a:rPr>
                <a:t>He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1" name="object 351"/>
            <p:cNvSpPr txBox="1"/>
            <p:nvPr/>
          </p:nvSpPr>
          <p:spPr>
            <a:xfrm>
              <a:off x="1903771" y="3566458"/>
              <a:ext cx="10541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C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2" name="object 352"/>
            <p:cNvSpPr txBox="1"/>
            <p:nvPr/>
          </p:nvSpPr>
          <p:spPr>
            <a:xfrm>
              <a:off x="2023102" y="5454368"/>
              <a:ext cx="10541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N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3" name="object 353"/>
            <p:cNvSpPr txBox="1"/>
            <p:nvPr/>
          </p:nvSpPr>
          <p:spPr>
            <a:xfrm>
              <a:off x="2094665" y="4359887"/>
              <a:ext cx="9334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F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4" name="object 354"/>
            <p:cNvSpPr txBox="1"/>
            <p:nvPr/>
          </p:nvSpPr>
          <p:spPr>
            <a:xfrm>
              <a:off x="2160981" y="3548172"/>
              <a:ext cx="11176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O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5" name="object 355"/>
            <p:cNvSpPr txBox="1"/>
            <p:nvPr/>
          </p:nvSpPr>
          <p:spPr>
            <a:xfrm>
              <a:off x="2014272" y="3897928"/>
              <a:ext cx="10541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N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6" name="object 356"/>
            <p:cNvSpPr txBox="1"/>
            <p:nvPr/>
          </p:nvSpPr>
          <p:spPr>
            <a:xfrm>
              <a:off x="2831412" y="3897442"/>
              <a:ext cx="13906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Ar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7" name="object 357"/>
            <p:cNvSpPr txBox="1"/>
            <p:nvPr/>
          </p:nvSpPr>
          <p:spPr>
            <a:xfrm>
              <a:off x="3392713" y="3916612"/>
              <a:ext cx="15494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Fe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8" name="object 358"/>
            <p:cNvSpPr txBox="1"/>
            <p:nvPr/>
          </p:nvSpPr>
          <p:spPr>
            <a:xfrm>
              <a:off x="3588136" y="3999336"/>
              <a:ext cx="13017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Ni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59" name="object 359"/>
            <p:cNvSpPr txBox="1"/>
            <p:nvPr/>
          </p:nvSpPr>
          <p:spPr>
            <a:xfrm>
              <a:off x="3845191" y="4557288"/>
              <a:ext cx="1733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Ge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0" name="object 360"/>
            <p:cNvSpPr txBox="1"/>
            <p:nvPr/>
          </p:nvSpPr>
          <p:spPr>
            <a:xfrm>
              <a:off x="4524329" y="4627626"/>
              <a:ext cx="13652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Zr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1" name="object 361"/>
            <p:cNvSpPr txBox="1"/>
            <p:nvPr/>
          </p:nvSpPr>
          <p:spPr>
            <a:xfrm>
              <a:off x="5141924" y="4775274"/>
              <a:ext cx="16383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Sn</a:t>
              </a:r>
              <a:endParaRPr sz="750" dirty="0">
                <a:latin typeface="Arial MT"/>
                <a:cs typeface="Arial MT"/>
              </a:endParaRPr>
            </a:p>
          </p:txBody>
        </p:sp>
        <p:sp>
          <p:nvSpPr>
            <p:cNvPr id="362" name="object 362"/>
            <p:cNvSpPr txBox="1"/>
            <p:nvPr/>
          </p:nvSpPr>
          <p:spPr>
            <a:xfrm>
              <a:off x="5126687" y="5152641"/>
              <a:ext cx="11811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In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3" name="object 363"/>
            <p:cNvSpPr txBox="1"/>
            <p:nvPr/>
          </p:nvSpPr>
          <p:spPr>
            <a:xfrm>
              <a:off x="5252414" y="5106744"/>
              <a:ext cx="16383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Sb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4" name="object 364"/>
            <p:cNvSpPr txBox="1"/>
            <p:nvPr/>
          </p:nvSpPr>
          <p:spPr>
            <a:xfrm>
              <a:off x="7557600" y="4691666"/>
              <a:ext cx="1606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Pb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5" name="object 365"/>
            <p:cNvSpPr txBox="1"/>
            <p:nvPr/>
          </p:nvSpPr>
          <p:spPr>
            <a:xfrm>
              <a:off x="7748339" y="5951219"/>
              <a:ext cx="12700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Bi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6" name="object 366"/>
            <p:cNvSpPr txBox="1"/>
            <p:nvPr/>
          </p:nvSpPr>
          <p:spPr>
            <a:xfrm>
              <a:off x="7433664" y="5695457"/>
              <a:ext cx="12446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Tl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7" name="object 367"/>
            <p:cNvSpPr txBox="1"/>
            <p:nvPr/>
          </p:nvSpPr>
          <p:spPr>
            <a:xfrm>
              <a:off x="7682420" y="5105970"/>
              <a:ext cx="12700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Bi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8" name="object 368"/>
            <p:cNvSpPr txBox="1"/>
            <p:nvPr/>
          </p:nvSpPr>
          <p:spPr>
            <a:xfrm>
              <a:off x="7352552" y="4809989"/>
              <a:ext cx="132714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Pt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69" name="object 369"/>
            <p:cNvSpPr txBox="1"/>
            <p:nvPr/>
          </p:nvSpPr>
          <p:spPr>
            <a:xfrm>
              <a:off x="6212804" y="5516894"/>
              <a:ext cx="1733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Gd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70" name="object 370"/>
            <p:cNvSpPr txBox="1"/>
            <p:nvPr/>
          </p:nvSpPr>
          <p:spPr>
            <a:xfrm>
              <a:off x="6551600" y="5548527"/>
              <a:ext cx="13906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Er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71" name="object 371"/>
            <p:cNvSpPr txBox="1"/>
            <p:nvPr/>
          </p:nvSpPr>
          <p:spPr>
            <a:xfrm>
              <a:off x="6826720" y="5573940"/>
              <a:ext cx="13652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Hf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72" name="object 372"/>
            <p:cNvSpPr txBox="1"/>
            <p:nvPr/>
          </p:nvSpPr>
          <p:spPr>
            <a:xfrm>
              <a:off x="6148488" y="5139515"/>
              <a:ext cx="1606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Eu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73" name="object 373"/>
            <p:cNvSpPr txBox="1"/>
            <p:nvPr/>
          </p:nvSpPr>
          <p:spPr>
            <a:xfrm>
              <a:off x="6718384" y="5235045"/>
              <a:ext cx="14922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Lu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74" name="object 374"/>
            <p:cNvSpPr txBox="1"/>
            <p:nvPr/>
          </p:nvSpPr>
          <p:spPr>
            <a:xfrm>
              <a:off x="1512149" y="6042451"/>
              <a:ext cx="7167245" cy="555759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34096">
                <a:spcBef>
                  <a:spcPts val="106"/>
                </a:spcBef>
                <a:tabLst>
                  <a:tab pos="3045361" algn="l"/>
                </a:tabLst>
              </a:pPr>
              <a:r>
                <a:rPr sz="1125" spc="-26" baseline="3267" dirty="0">
                  <a:latin typeface="Arial MT"/>
                  <a:cs typeface="Arial MT"/>
                </a:rPr>
                <a:t>(Ar)</a:t>
              </a:r>
              <a:r>
                <a:rPr sz="1125" baseline="3267" dirty="0">
                  <a:latin typeface="Arial MT"/>
                  <a:cs typeface="Arial MT"/>
                </a:rPr>
                <a:t>	Ag</a:t>
              </a:r>
              <a:r>
                <a:rPr sz="1125" spc="410" baseline="3267" dirty="0">
                  <a:latin typeface="Arial MT"/>
                  <a:cs typeface="Arial MT"/>
                </a:rPr>
                <a:t> </a:t>
              </a:r>
              <a:r>
                <a:rPr sz="750" spc="-22" dirty="0">
                  <a:latin typeface="Arial MT"/>
                  <a:cs typeface="Arial MT"/>
                </a:rPr>
                <a:t>In</a:t>
              </a:r>
              <a:endParaRPr sz="750">
                <a:latin typeface="Arial MT"/>
                <a:cs typeface="Arial MT"/>
              </a:endParaRPr>
            </a:p>
            <a:p>
              <a:pPr>
                <a:spcBef>
                  <a:spcPts val="666"/>
                </a:spcBef>
              </a:pPr>
              <a:endParaRPr sz="750">
                <a:latin typeface="Arial MT"/>
                <a:cs typeface="Arial MT"/>
              </a:endParaRPr>
            </a:p>
            <a:p>
              <a:pPr marL="11206">
                <a:tabLst>
                  <a:tab pos="337315" algn="l"/>
                  <a:tab pos="612434" algn="l"/>
                  <a:tab pos="939103" algn="l"/>
                  <a:tab pos="1265212" algn="l"/>
                  <a:tab pos="1591880" algn="l"/>
                  <a:tab pos="1918549" algn="l"/>
                  <a:tab pos="2245218" algn="l"/>
                  <a:tab pos="2571887" algn="l"/>
                  <a:tab pos="2898555" algn="l"/>
                  <a:tab pos="3225225" algn="l"/>
                  <a:tab pos="3551894" algn="l"/>
                  <a:tab pos="3878002" algn="l"/>
                  <a:tab pos="4204671" algn="l"/>
                  <a:tab pos="4531340" algn="l"/>
                  <a:tab pos="4858009" algn="l"/>
                  <a:tab pos="5184678" algn="l"/>
                  <a:tab pos="5511347" algn="l"/>
                  <a:tab pos="5838016" algn="l"/>
                  <a:tab pos="6164685" algn="l"/>
                </a:tabLst>
              </a:pPr>
              <a:r>
                <a:rPr sz="1522" spc="-66" baseline="2415" dirty="0">
                  <a:latin typeface="Arial MT"/>
                  <a:cs typeface="Arial MT"/>
                </a:rPr>
                <a:t>0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015" spc="-44" dirty="0">
                  <a:latin typeface="Arial MT"/>
                  <a:cs typeface="Arial MT"/>
                </a:rPr>
                <a:t>5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10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15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20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25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30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35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40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45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50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55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60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65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70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75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80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85</a:t>
              </a:r>
              <a:r>
                <a:rPr sz="1015" dirty="0">
                  <a:latin typeface="Arial MT"/>
                  <a:cs typeface="Arial MT"/>
                </a:rPr>
                <a:t>	</a:t>
              </a:r>
              <a:r>
                <a:rPr sz="1522" spc="-33" baseline="2415" dirty="0">
                  <a:latin typeface="Arial MT"/>
                  <a:cs typeface="Arial MT"/>
                </a:rPr>
                <a:t>90</a:t>
              </a:r>
              <a:r>
                <a:rPr sz="1522" baseline="2415" dirty="0">
                  <a:latin typeface="Arial MT"/>
                  <a:cs typeface="Arial MT"/>
                </a:rPr>
                <a:t>	</a:t>
              </a:r>
              <a:r>
                <a:rPr sz="1015" spc="-22" dirty="0">
                  <a:latin typeface="Arial MT"/>
                  <a:cs typeface="Arial MT"/>
                </a:rPr>
                <a:t>95</a:t>
              </a:r>
              <a:endParaRPr sz="1015">
                <a:latin typeface="Arial MT"/>
                <a:cs typeface="Arial MT"/>
              </a:endParaRPr>
            </a:p>
          </p:txBody>
        </p:sp>
        <p:sp>
          <p:nvSpPr>
            <p:cNvPr id="375" name="object 375"/>
            <p:cNvSpPr txBox="1"/>
            <p:nvPr/>
          </p:nvSpPr>
          <p:spPr>
            <a:xfrm>
              <a:off x="4729179" y="5637185"/>
              <a:ext cx="39941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33619">
                <a:spcBef>
                  <a:spcPts val="106"/>
                </a:spcBef>
              </a:pPr>
              <a:r>
                <a:rPr sz="750" dirty="0">
                  <a:latin typeface="Arial MT"/>
                  <a:cs typeface="Arial MT"/>
                </a:rPr>
                <a:t>Ru</a:t>
              </a:r>
              <a:r>
                <a:rPr sz="750" spc="128" dirty="0">
                  <a:latin typeface="Arial MT"/>
                  <a:cs typeface="Arial MT"/>
                </a:rPr>
                <a:t> </a:t>
              </a:r>
              <a:r>
                <a:rPr sz="1125" spc="-33" baseline="-22875" dirty="0">
                  <a:latin typeface="Arial MT"/>
                  <a:cs typeface="Arial MT"/>
                </a:rPr>
                <a:t>Pd</a:t>
              </a:r>
              <a:endParaRPr sz="1125" baseline="-22875">
                <a:latin typeface="Arial MT"/>
                <a:cs typeface="Arial MT"/>
              </a:endParaRPr>
            </a:p>
          </p:txBody>
        </p:sp>
        <p:sp>
          <p:nvSpPr>
            <p:cNvPr id="376" name="object 376"/>
            <p:cNvSpPr txBox="1"/>
            <p:nvPr/>
          </p:nvSpPr>
          <p:spPr>
            <a:xfrm>
              <a:off x="5687888" y="5546616"/>
              <a:ext cx="14922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La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77" name="object 377"/>
            <p:cNvSpPr txBox="1"/>
            <p:nvPr/>
          </p:nvSpPr>
          <p:spPr>
            <a:xfrm>
              <a:off x="4231221" y="4828022"/>
              <a:ext cx="16700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Rb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78" name="object 378"/>
            <p:cNvSpPr txBox="1"/>
            <p:nvPr/>
          </p:nvSpPr>
          <p:spPr>
            <a:xfrm>
              <a:off x="4143118" y="4510087"/>
              <a:ext cx="36258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33619">
                <a:spcBef>
                  <a:spcPts val="106"/>
                </a:spcBef>
              </a:pPr>
              <a:r>
                <a:rPr sz="750" dirty="0">
                  <a:latin typeface="Arial MT"/>
                  <a:cs typeface="Arial MT"/>
                </a:rPr>
                <a:t>Kr</a:t>
              </a:r>
              <a:r>
                <a:rPr sz="750" spc="251" dirty="0">
                  <a:latin typeface="Arial MT"/>
                  <a:cs typeface="Arial MT"/>
                </a:rPr>
                <a:t> </a:t>
              </a:r>
              <a:r>
                <a:rPr sz="1125" spc="-33" baseline="6535" dirty="0">
                  <a:latin typeface="Arial MT"/>
                  <a:cs typeface="Arial MT"/>
                </a:rPr>
                <a:t>Sr</a:t>
              </a:r>
              <a:endParaRPr sz="1125" baseline="6535">
                <a:latin typeface="Arial MT"/>
                <a:cs typeface="Arial MT"/>
              </a:endParaRPr>
            </a:p>
          </p:txBody>
        </p:sp>
        <p:sp>
          <p:nvSpPr>
            <p:cNvPr id="379" name="object 379"/>
            <p:cNvSpPr txBox="1"/>
            <p:nvPr/>
          </p:nvSpPr>
          <p:spPr>
            <a:xfrm>
              <a:off x="3769120" y="4388017"/>
              <a:ext cx="16129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Zn</a:t>
              </a:r>
              <a:endParaRPr sz="750" dirty="0">
                <a:latin typeface="Arial MT"/>
                <a:cs typeface="Arial MT"/>
              </a:endParaRPr>
            </a:p>
          </p:txBody>
        </p:sp>
        <p:sp>
          <p:nvSpPr>
            <p:cNvPr id="380" name="object 380"/>
            <p:cNvSpPr txBox="1"/>
            <p:nvPr/>
          </p:nvSpPr>
          <p:spPr>
            <a:xfrm>
              <a:off x="2419607" y="4929207"/>
              <a:ext cx="210185" cy="364202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R="30257" algn="r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Mg</a:t>
              </a:r>
              <a:endParaRPr sz="750">
                <a:latin typeface="Arial MT"/>
                <a:cs typeface="Arial MT"/>
              </a:endParaRPr>
            </a:p>
            <a:p>
              <a:pPr marR="4483" algn="r">
                <a:spcBef>
                  <a:spcPts val="569"/>
                </a:spcBef>
              </a:pPr>
              <a:r>
                <a:rPr sz="750" spc="-44" dirty="0">
                  <a:latin typeface="Arial MT"/>
                  <a:cs typeface="Arial MT"/>
                </a:rPr>
                <a:t>P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1" name="object 381"/>
            <p:cNvSpPr txBox="1"/>
            <p:nvPr/>
          </p:nvSpPr>
          <p:spPr>
            <a:xfrm>
              <a:off x="1636551" y="4534494"/>
              <a:ext cx="1123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Li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2" name="object 382"/>
            <p:cNvSpPr txBox="1"/>
            <p:nvPr/>
          </p:nvSpPr>
          <p:spPr>
            <a:xfrm>
              <a:off x="1947879" y="4642520"/>
              <a:ext cx="996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B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3" name="object 383"/>
            <p:cNvSpPr txBox="1"/>
            <p:nvPr/>
          </p:nvSpPr>
          <p:spPr>
            <a:xfrm>
              <a:off x="4665314" y="4728095"/>
              <a:ext cx="384175" cy="247931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lnSpc>
                  <a:spcPts val="833"/>
                </a:lnSpc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Mo</a:t>
              </a:r>
              <a:endParaRPr sz="750">
                <a:latin typeface="Arial MT"/>
                <a:cs typeface="Arial MT"/>
              </a:endParaRPr>
            </a:p>
            <a:p>
              <a:pPr marL="205639">
                <a:lnSpc>
                  <a:spcPts val="833"/>
                </a:lnSpc>
              </a:pPr>
              <a:r>
                <a:rPr sz="750" spc="-22" dirty="0">
                  <a:latin typeface="Arial MT"/>
                  <a:cs typeface="Arial MT"/>
                </a:rPr>
                <a:t>Pd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4" name="object 384"/>
            <p:cNvSpPr txBox="1"/>
            <p:nvPr/>
          </p:nvSpPr>
          <p:spPr>
            <a:xfrm>
              <a:off x="5686772" y="4792577"/>
              <a:ext cx="253365" cy="378736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90212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Ba</a:t>
              </a:r>
              <a:endParaRPr sz="750">
                <a:latin typeface="Arial MT"/>
                <a:cs typeface="Arial MT"/>
              </a:endParaRPr>
            </a:p>
            <a:p>
              <a:pPr marL="11206">
                <a:spcBef>
                  <a:spcPts val="693"/>
                </a:spcBef>
              </a:pPr>
              <a:r>
                <a:rPr sz="750" spc="-22" dirty="0">
                  <a:latin typeface="Arial MT"/>
                  <a:cs typeface="Arial MT"/>
                </a:rPr>
                <a:t>La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5" name="object 385"/>
            <p:cNvSpPr txBox="1"/>
            <p:nvPr/>
          </p:nvSpPr>
          <p:spPr>
            <a:xfrm>
              <a:off x="6359844" y="4821249"/>
              <a:ext cx="1606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Dy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6" name="object 386"/>
            <p:cNvSpPr txBox="1"/>
            <p:nvPr/>
          </p:nvSpPr>
          <p:spPr>
            <a:xfrm>
              <a:off x="3017058" y="5526065"/>
              <a:ext cx="15494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Sc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7" name="object 387"/>
            <p:cNvSpPr txBox="1"/>
            <p:nvPr/>
          </p:nvSpPr>
          <p:spPr>
            <a:xfrm>
              <a:off x="3202305" y="4588734"/>
              <a:ext cx="996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V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8" name="object 388"/>
            <p:cNvSpPr txBox="1"/>
            <p:nvPr/>
          </p:nvSpPr>
          <p:spPr>
            <a:xfrm>
              <a:off x="3706526" y="4790952"/>
              <a:ext cx="1733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Ga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89" name="object 389"/>
            <p:cNvSpPr txBox="1"/>
            <p:nvPr/>
          </p:nvSpPr>
          <p:spPr>
            <a:xfrm>
              <a:off x="3926015" y="4928678"/>
              <a:ext cx="157480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As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0" name="object 390"/>
            <p:cNvSpPr txBox="1"/>
            <p:nvPr/>
          </p:nvSpPr>
          <p:spPr>
            <a:xfrm>
              <a:off x="2288818" y="4157712"/>
              <a:ext cx="16700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Na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1" name="object 391"/>
            <p:cNvSpPr txBox="1"/>
            <p:nvPr/>
          </p:nvSpPr>
          <p:spPr>
            <a:xfrm>
              <a:off x="2471359" y="4050879"/>
              <a:ext cx="166370" cy="362088"/>
            </a:xfrm>
            <a:prstGeom prst="rect">
              <a:avLst/>
            </a:prstGeom>
          </p:spPr>
          <p:txBody>
            <a:bodyPr vert="horz" wrap="square" lIns="0" tIns="10646" rIns="0" bIns="0" rtlCol="0">
              <a:spAutoFit/>
            </a:bodyPr>
            <a:lstStyle/>
            <a:p>
              <a:pPr marL="70041" marR="4483" indent="-59394">
                <a:lnSpc>
                  <a:spcPct val="141500"/>
                </a:lnSpc>
                <a:spcBef>
                  <a:spcPts val="84"/>
                </a:spcBef>
              </a:pPr>
              <a:r>
                <a:rPr sz="750" spc="-22" dirty="0">
                  <a:latin typeface="Arial MT"/>
                  <a:cs typeface="Arial MT"/>
                </a:rPr>
                <a:t>Al </a:t>
              </a:r>
              <a:r>
                <a:rPr sz="750" spc="-44" dirty="0">
                  <a:latin typeface="Arial MT"/>
                  <a:cs typeface="Arial MT"/>
                </a:rPr>
                <a:t>P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2" name="object 392"/>
            <p:cNvSpPr txBox="1"/>
            <p:nvPr/>
          </p:nvSpPr>
          <p:spPr>
            <a:xfrm>
              <a:off x="2748422" y="4378659"/>
              <a:ext cx="13017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Cl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3" name="object 393"/>
            <p:cNvSpPr txBox="1"/>
            <p:nvPr/>
          </p:nvSpPr>
          <p:spPr>
            <a:xfrm>
              <a:off x="2822595" y="4872704"/>
              <a:ext cx="996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44" dirty="0">
                  <a:latin typeface="Arial MT"/>
                  <a:cs typeface="Arial MT"/>
                </a:rPr>
                <a:t>K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4" name="object 394"/>
            <p:cNvSpPr txBox="1"/>
            <p:nvPr/>
          </p:nvSpPr>
          <p:spPr>
            <a:xfrm>
              <a:off x="3247331" y="5428948"/>
              <a:ext cx="577850" cy="21886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33619">
                <a:lnSpc>
                  <a:spcPts val="675"/>
                </a:lnSpc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Cr</a:t>
              </a:r>
              <a:endParaRPr sz="750">
                <a:latin typeface="Arial MT"/>
                <a:cs typeface="Arial MT"/>
              </a:endParaRPr>
            </a:p>
            <a:p>
              <a:pPr marL="154649">
                <a:lnSpc>
                  <a:spcPts val="675"/>
                </a:lnSpc>
              </a:pPr>
              <a:r>
                <a:rPr sz="1125" baseline="-19607" dirty="0">
                  <a:latin typeface="Arial MT"/>
                  <a:cs typeface="Arial MT"/>
                </a:rPr>
                <a:t>Co</a:t>
              </a:r>
              <a:r>
                <a:rPr sz="1125" spc="556" baseline="-19607" dirty="0">
                  <a:latin typeface="Arial MT"/>
                  <a:cs typeface="Arial MT"/>
                </a:rPr>
                <a:t> </a:t>
              </a:r>
              <a:r>
                <a:rPr sz="750" spc="-22" dirty="0">
                  <a:latin typeface="Arial MT"/>
                  <a:cs typeface="Arial MT"/>
                </a:rPr>
                <a:t>Cu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5" name="object 395"/>
            <p:cNvSpPr txBox="1"/>
            <p:nvPr/>
          </p:nvSpPr>
          <p:spPr>
            <a:xfrm>
              <a:off x="4094324" y="5519789"/>
              <a:ext cx="39306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  <a:tabLst>
                  <a:tab pos="270076" algn="l"/>
                </a:tabLst>
              </a:pPr>
              <a:r>
                <a:rPr sz="750" spc="-22" dirty="0">
                  <a:latin typeface="Arial MT"/>
                  <a:cs typeface="Arial MT"/>
                </a:rPr>
                <a:t>Br</a:t>
              </a:r>
              <a:r>
                <a:rPr sz="750" dirty="0">
                  <a:latin typeface="Arial MT"/>
                  <a:cs typeface="Arial MT"/>
                </a:rPr>
                <a:t>	</a:t>
              </a:r>
              <a:r>
                <a:rPr sz="750" spc="-44" dirty="0">
                  <a:latin typeface="Arial MT"/>
                  <a:cs typeface="Arial MT"/>
                </a:rPr>
                <a:t>Y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6" name="object 396"/>
            <p:cNvSpPr txBox="1"/>
            <p:nvPr/>
          </p:nvSpPr>
          <p:spPr>
            <a:xfrm>
              <a:off x="4272218" y="4914825"/>
              <a:ext cx="379730" cy="396689"/>
            </a:xfrm>
            <a:prstGeom prst="rect">
              <a:avLst/>
            </a:prstGeom>
          </p:spPr>
          <p:txBody>
            <a:bodyPr vert="horz" wrap="square" lIns="0" tIns="67235" rIns="0" bIns="0" rtlCol="0">
              <a:spAutoFit/>
            </a:bodyPr>
            <a:lstStyle/>
            <a:p>
              <a:pPr marL="176502">
                <a:spcBef>
                  <a:spcPts val="529"/>
                </a:spcBef>
              </a:pPr>
              <a:r>
                <a:rPr sz="750" spc="-22" dirty="0">
                  <a:latin typeface="Arial MT"/>
                  <a:cs typeface="Arial MT"/>
                </a:rPr>
                <a:t>Nb</a:t>
              </a:r>
              <a:endParaRPr sz="750">
                <a:latin typeface="Arial MT"/>
                <a:cs typeface="Arial MT"/>
              </a:endParaRPr>
            </a:p>
            <a:p>
              <a:pPr marL="33619">
                <a:spcBef>
                  <a:spcPts val="441"/>
                </a:spcBef>
              </a:pPr>
              <a:r>
                <a:rPr sz="750" dirty="0">
                  <a:latin typeface="Arial MT"/>
                  <a:cs typeface="Arial MT"/>
                </a:rPr>
                <a:t>Sr</a:t>
              </a:r>
              <a:r>
                <a:rPr sz="750" spc="309" dirty="0">
                  <a:latin typeface="Arial MT"/>
                  <a:cs typeface="Arial MT"/>
                </a:rPr>
                <a:t> </a:t>
              </a:r>
              <a:r>
                <a:rPr sz="1125" spc="-33" baseline="-22875" dirty="0">
                  <a:latin typeface="Arial MT"/>
                  <a:cs typeface="Arial MT"/>
                </a:rPr>
                <a:t>Zr</a:t>
              </a:r>
              <a:endParaRPr sz="1125" baseline="-22875">
                <a:latin typeface="Arial MT"/>
                <a:cs typeface="Arial MT"/>
              </a:endParaRPr>
            </a:p>
          </p:txBody>
        </p:sp>
        <p:sp>
          <p:nvSpPr>
            <p:cNvPr id="397" name="object 397"/>
            <p:cNvSpPr txBox="1"/>
            <p:nvPr/>
          </p:nvSpPr>
          <p:spPr>
            <a:xfrm>
              <a:off x="7093674" y="5186750"/>
              <a:ext cx="16700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Re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8" name="object 398"/>
            <p:cNvSpPr txBox="1"/>
            <p:nvPr/>
          </p:nvSpPr>
          <p:spPr>
            <a:xfrm>
              <a:off x="6838509" y="4874770"/>
              <a:ext cx="343535" cy="21886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62494">
                <a:lnSpc>
                  <a:spcPts val="737"/>
                </a:lnSpc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Os</a:t>
              </a:r>
              <a:endParaRPr sz="750">
                <a:latin typeface="Arial MT"/>
                <a:cs typeface="Arial MT"/>
              </a:endParaRPr>
            </a:p>
            <a:p>
              <a:pPr marL="11206">
                <a:lnSpc>
                  <a:spcPts val="737"/>
                </a:lnSpc>
              </a:pPr>
              <a:r>
                <a:rPr sz="750" spc="-22" dirty="0">
                  <a:latin typeface="Arial MT"/>
                  <a:cs typeface="Arial MT"/>
                </a:rPr>
                <a:t>Hf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399" name="object 399"/>
            <p:cNvSpPr txBox="1"/>
            <p:nvPr/>
          </p:nvSpPr>
          <p:spPr>
            <a:xfrm>
              <a:off x="7213324" y="5038273"/>
              <a:ext cx="93981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Ir</a:t>
              </a:r>
              <a:endParaRPr sz="750">
                <a:latin typeface="Arial MT"/>
                <a:cs typeface="Arial MT"/>
              </a:endParaRPr>
            </a:p>
          </p:txBody>
        </p:sp>
        <p:pic>
          <p:nvPicPr>
            <p:cNvPr id="400" name="object 400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5409615" y="4919027"/>
              <a:ext cx="4597" cy="1286281"/>
            </a:xfrm>
            <a:prstGeom prst="rect">
              <a:avLst/>
            </a:prstGeom>
          </p:spPr>
        </p:pic>
        <p:sp>
          <p:nvSpPr>
            <p:cNvPr id="401" name="object 401"/>
            <p:cNvSpPr txBox="1"/>
            <p:nvPr/>
          </p:nvSpPr>
          <p:spPr>
            <a:xfrm>
              <a:off x="5306448" y="4702715"/>
              <a:ext cx="3536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dirty="0">
                  <a:latin typeface="Arial MT"/>
                  <a:cs typeface="Arial MT"/>
                </a:rPr>
                <a:t>Te</a:t>
              </a:r>
              <a:r>
                <a:rPr sz="750" spc="238" dirty="0">
                  <a:latin typeface="Arial MT"/>
                  <a:cs typeface="Arial MT"/>
                </a:rPr>
                <a:t> </a:t>
              </a:r>
              <a:r>
                <a:rPr sz="750" spc="-22" dirty="0">
                  <a:latin typeface="Arial MT"/>
                  <a:cs typeface="Arial MT"/>
                </a:rPr>
                <a:t>Xe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402" name="object 402"/>
            <p:cNvSpPr txBox="1"/>
            <p:nvPr/>
          </p:nvSpPr>
          <p:spPr>
            <a:xfrm>
              <a:off x="2173910" y="3762920"/>
              <a:ext cx="65849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33619">
                <a:spcBef>
                  <a:spcPts val="106"/>
                </a:spcBef>
              </a:pPr>
              <a:r>
                <a:rPr sz="750" dirty="0">
                  <a:latin typeface="Arial MT"/>
                  <a:cs typeface="Arial MT"/>
                </a:rPr>
                <a:t>Ne</a:t>
              </a:r>
              <a:r>
                <a:rPr sz="750" spc="13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Mg</a:t>
              </a:r>
              <a:r>
                <a:rPr sz="750" spc="-22" dirty="0">
                  <a:latin typeface="Arial MT"/>
                  <a:cs typeface="Arial MT"/>
                </a:rPr>
                <a:t> </a:t>
              </a:r>
              <a:r>
                <a:rPr sz="1125" baseline="3267" dirty="0">
                  <a:latin typeface="Arial MT"/>
                  <a:cs typeface="Arial MT"/>
                </a:rPr>
                <a:t>Si</a:t>
              </a:r>
              <a:r>
                <a:rPr sz="1125" spc="337" baseline="3267" dirty="0">
                  <a:latin typeface="Arial MT"/>
                  <a:cs typeface="Arial MT"/>
                </a:rPr>
                <a:t> </a:t>
              </a:r>
              <a:r>
                <a:rPr sz="1125" spc="-66" baseline="-39215" dirty="0">
                  <a:latin typeface="Arial MT"/>
                  <a:cs typeface="Arial MT"/>
                </a:rPr>
                <a:t>S</a:t>
              </a:r>
              <a:endParaRPr sz="1125" baseline="-39215">
                <a:latin typeface="Arial MT"/>
                <a:cs typeface="Arial MT"/>
              </a:endParaRPr>
            </a:p>
          </p:txBody>
        </p:sp>
        <p:sp>
          <p:nvSpPr>
            <p:cNvPr id="403" name="object 403"/>
            <p:cNvSpPr txBox="1"/>
            <p:nvPr/>
          </p:nvSpPr>
          <p:spPr>
            <a:xfrm>
              <a:off x="3036460" y="4000109"/>
              <a:ext cx="372110" cy="393270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lnSpc>
                  <a:spcPts val="869"/>
                </a:lnSpc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Ca</a:t>
              </a:r>
              <a:endParaRPr sz="750">
                <a:latin typeface="Arial MT"/>
                <a:cs typeface="Arial MT"/>
              </a:endParaRPr>
            </a:p>
            <a:p>
              <a:pPr marL="214044">
                <a:lnSpc>
                  <a:spcPts val="833"/>
                </a:lnSpc>
              </a:pPr>
              <a:r>
                <a:rPr sz="750" spc="-22" dirty="0">
                  <a:latin typeface="Arial MT"/>
                  <a:cs typeface="Arial MT"/>
                </a:rPr>
                <a:t>Cr</a:t>
              </a:r>
              <a:endParaRPr sz="750">
                <a:latin typeface="Arial MT"/>
                <a:cs typeface="Arial MT"/>
              </a:endParaRPr>
            </a:p>
            <a:p>
              <a:pPr marL="81247">
                <a:lnSpc>
                  <a:spcPts val="865"/>
                </a:lnSpc>
              </a:pPr>
              <a:r>
                <a:rPr sz="750" spc="-22" dirty="0">
                  <a:latin typeface="Arial MT"/>
                  <a:cs typeface="Arial MT"/>
                </a:rPr>
                <a:t>Ti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404" name="object 404"/>
            <p:cNvSpPr txBox="1"/>
            <p:nvPr/>
          </p:nvSpPr>
          <p:spPr>
            <a:xfrm>
              <a:off x="4015780" y="4593837"/>
              <a:ext cx="160655" cy="146194"/>
            </a:xfrm>
            <a:prstGeom prst="rect">
              <a:avLst/>
            </a:prstGeom>
          </p:spPr>
          <p:txBody>
            <a:bodyPr vert="horz" wrap="square" lIns="0" tIns="13447" rIns="0" bIns="0" rtlCol="0">
              <a:spAutoFit/>
            </a:bodyPr>
            <a:lstStyle/>
            <a:p>
              <a:pPr marL="11206">
                <a:spcBef>
                  <a:spcPts val="106"/>
                </a:spcBef>
              </a:pPr>
              <a:r>
                <a:rPr sz="750" spc="-22" dirty="0">
                  <a:latin typeface="Arial MT"/>
                  <a:cs typeface="Arial MT"/>
                </a:rPr>
                <a:t>Se</a:t>
              </a:r>
              <a:endParaRPr sz="750">
                <a:latin typeface="Arial MT"/>
                <a:cs typeface="Arial MT"/>
              </a:endParaRPr>
            </a:p>
          </p:txBody>
        </p:sp>
        <p:sp>
          <p:nvSpPr>
            <p:cNvPr id="405" name="object 405"/>
            <p:cNvSpPr txBox="1"/>
            <p:nvPr/>
          </p:nvSpPr>
          <p:spPr>
            <a:xfrm>
              <a:off x="1395566" y="6590327"/>
              <a:ext cx="7318375" cy="580235"/>
            </a:xfrm>
            <a:prstGeom prst="rect">
              <a:avLst/>
            </a:prstGeom>
          </p:spPr>
          <p:txBody>
            <a:bodyPr vert="horz" wrap="square" lIns="0" tIns="14007" rIns="0" bIns="0" rtlCol="0">
              <a:spAutoFit/>
            </a:bodyPr>
            <a:lstStyle/>
            <a:p>
              <a:pPr marR="72282" algn="ctr">
                <a:spcBef>
                  <a:spcPts val="110"/>
                </a:spcBef>
              </a:pPr>
              <a:r>
                <a:rPr sz="1235" dirty="0">
                  <a:latin typeface="Arial MT"/>
                  <a:cs typeface="Arial MT"/>
                </a:rPr>
                <a:t>Z</a:t>
              </a:r>
              <a:r>
                <a:rPr sz="1235" spc="97" dirty="0">
                  <a:latin typeface="Arial MT"/>
                  <a:cs typeface="Arial MT"/>
                </a:rPr>
                <a:t> </a:t>
              </a:r>
              <a:r>
                <a:rPr sz="1235" dirty="0">
                  <a:latin typeface="Arial MT"/>
                  <a:cs typeface="Arial MT"/>
                </a:rPr>
                <a:t>(atomic</a:t>
              </a:r>
              <a:r>
                <a:rPr sz="1235" spc="84" dirty="0">
                  <a:latin typeface="Arial MT"/>
                  <a:cs typeface="Arial MT"/>
                </a:rPr>
                <a:t> </a:t>
              </a:r>
              <a:r>
                <a:rPr sz="1235" spc="-9" dirty="0">
                  <a:latin typeface="Arial MT"/>
                  <a:cs typeface="Arial MT"/>
                </a:rPr>
                <a:t>number)</a:t>
              </a:r>
              <a:endParaRPr sz="1235" dirty="0">
                <a:latin typeface="Arial MT"/>
                <a:cs typeface="Arial MT"/>
              </a:endParaRPr>
            </a:p>
            <a:p>
              <a:pPr marL="11206" marR="1050047">
                <a:lnSpc>
                  <a:spcPts val="891"/>
                </a:lnSpc>
                <a:spcBef>
                  <a:spcPts val="609"/>
                </a:spcBef>
              </a:pPr>
              <a:r>
                <a:rPr sz="750" dirty="0">
                  <a:latin typeface="Arial MT"/>
                  <a:cs typeface="Arial MT"/>
                </a:rPr>
                <a:t>Cosmic</a:t>
              </a:r>
              <a:r>
                <a:rPr sz="750" spc="31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abundances</a:t>
              </a:r>
              <a:r>
                <a:rPr sz="750" spc="18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are</a:t>
              </a:r>
              <a:r>
                <a:rPr sz="750" spc="22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from</a:t>
              </a:r>
              <a:r>
                <a:rPr sz="750" spc="40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Ahrens,</a:t>
              </a:r>
              <a:r>
                <a:rPr sz="750" spc="18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L.H.,</a:t>
              </a:r>
              <a:r>
                <a:rPr sz="750" spc="35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1965,</a:t>
              </a:r>
              <a:r>
                <a:rPr sz="750" spc="4" dirty="0">
                  <a:latin typeface="Arial MT"/>
                  <a:cs typeface="Arial MT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Distribution</a:t>
              </a:r>
              <a:r>
                <a:rPr sz="750" i="1" spc="4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of</a:t>
              </a:r>
              <a:r>
                <a:rPr sz="750" i="1" spc="35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the</a:t>
              </a:r>
              <a:r>
                <a:rPr sz="750" i="1" spc="31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Elements</a:t>
              </a:r>
              <a:r>
                <a:rPr sz="750" i="1" spc="18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in</a:t>
              </a:r>
              <a:r>
                <a:rPr sz="750" i="1" spc="4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our</a:t>
              </a:r>
              <a:r>
                <a:rPr sz="750" i="1" spc="22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Planet:</a:t>
              </a:r>
              <a:r>
                <a:rPr sz="750" i="1" spc="40" dirty="0">
                  <a:latin typeface="Arial"/>
                  <a:cs typeface="Arial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New</a:t>
              </a:r>
              <a:r>
                <a:rPr sz="750" spc="31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York,</a:t>
              </a:r>
              <a:r>
                <a:rPr sz="750" spc="35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McGraw-Hill,</a:t>
              </a:r>
              <a:r>
                <a:rPr sz="750" spc="31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110</a:t>
              </a:r>
              <a:r>
                <a:rPr sz="750" spc="35" dirty="0">
                  <a:latin typeface="Arial MT"/>
                  <a:cs typeface="Arial MT"/>
                </a:rPr>
                <a:t> </a:t>
              </a:r>
              <a:r>
                <a:rPr sz="750" spc="-22" dirty="0">
                  <a:latin typeface="Arial MT"/>
                  <a:cs typeface="Arial MT"/>
                </a:rPr>
                <a:t>p.; </a:t>
              </a:r>
              <a:r>
                <a:rPr sz="750" dirty="0">
                  <a:latin typeface="Arial MT"/>
                  <a:cs typeface="Arial MT"/>
                </a:rPr>
                <a:t>Crustal</a:t>
              </a:r>
              <a:r>
                <a:rPr sz="750" spc="40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abundances</a:t>
              </a:r>
              <a:r>
                <a:rPr sz="750" spc="53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are</a:t>
              </a:r>
              <a:r>
                <a:rPr sz="750" spc="18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from</a:t>
              </a:r>
              <a:r>
                <a:rPr sz="750" spc="35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Krauskopf,</a:t>
              </a:r>
              <a:r>
                <a:rPr sz="750" spc="26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K.B., 1979,</a:t>
              </a:r>
              <a:r>
                <a:rPr sz="750" spc="35" dirty="0">
                  <a:latin typeface="Arial MT"/>
                  <a:cs typeface="Arial MT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Introduction</a:t>
              </a:r>
              <a:r>
                <a:rPr sz="750" i="1" spc="26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to</a:t>
              </a:r>
              <a:r>
                <a:rPr sz="750" i="1" spc="31" dirty="0">
                  <a:latin typeface="Arial"/>
                  <a:cs typeface="Arial"/>
                </a:rPr>
                <a:t> </a:t>
              </a:r>
              <a:r>
                <a:rPr sz="750" i="1" dirty="0">
                  <a:latin typeface="Arial"/>
                  <a:cs typeface="Arial"/>
                </a:rPr>
                <a:t>Geochemistry </a:t>
              </a:r>
              <a:r>
                <a:rPr sz="750" dirty="0">
                  <a:latin typeface="Arial MT"/>
                  <a:cs typeface="Arial MT"/>
                </a:rPr>
                <a:t>(2nd edn.):</a:t>
              </a:r>
              <a:r>
                <a:rPr sz="750" spc="18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New</a:t>
              </a:r>
              <a:r>
                <a:rPr sz="750" spc="31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York,</a:t>
              </a:r>
              <a:r>
                <a:rPr sz="750" spc="26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McGraw</a:t>
              </a:r>
              <a:r>
                <a:rPr sz="750" spc="31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Hill,</a:t>
              </a:r>
              <a:r>
                <a:rPr sz="750" spc="9" dirty="0">
                  <a:latin typeface="Arial MT"/>
                  <a:cs typeface="Arial MT"/>
                </a:rPr>
                <a:t> </a:t>
              </a:r>
              <a:r>
                <a:rPr sz="750" dirty="0">
                  <a:latin typeface="Arial MT"/>
                  <a:cs typeface="Arial MT"/>
                </a:rPr>
                <a:t>617</a:t>
              </a:r>
              <a:r>
                <a:rPr sz="750" spc="31" dirty="0">
                  <a:latin typeface="Arial MT"/>
                  <a:cs typeface="Arial MT"/>
                </a:rPr>
                <a:t> </a:t>
              </a:r>
              <a:r>
                <a:rPr sz="750" spc="-22" dirty="0">
                  <a:latin typeface="Arial MT"/>
                  <a:cs typeface="Arial MT"/>
                </a:rPr>
                <a:t>p.</a:t>
              </a:r>
              <a:endParaRPr sz="750" dirty="0">
                <a:latin typeface="Arial MT"/>
                <a:cs typeface="Arial M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8391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929492-400B-4D57-BEC0-94CBE16585D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9"/>
          <a:stretch/>
        </p:blipFill>
        <p:spPr>
          <a:xfrm>
            <a:off x="2209800" y="230262"/>
            <a:ext cx="5181600" cy="6448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29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A1989F-9191-48F9-AEC1-A4D1AF198D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157" y="708798"/>
            <a:ext cx="6157043" cy="58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246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2A5E2-B950-4756-8C2E-D22A3139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661664-838C-445A-9F3A-CDAF38656D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990600"/>
            <a:ext cx="4114800" cy="5291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085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B7488-3A56-42F9-BFFA-39C85EC2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389313-B195-4D28-92CC-80D297D715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28" y="642659"/>
            <a:ext cx="8449972" cy="589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505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255970-D355-4988-9BE4-7CF1931FA2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9"/>
          <a:stretch/>
        </p:blipFill>
        <p:spPr>
          <a:xfrm>
            <a:off x="3509218" y="228600"/>
            <a:ext cx="4654128" cy="625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66DC-3C1C-4DAC-A3B9-85DE0D5EB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37A46F-A8CA-4D0E-BB51-4CF116B12C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3101"/>
            <a:ext cx="8991600" cy="4015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546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73EE-1C8C-4FFB-86D9-D047E80FB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386439-5160-4022-982C-4546B94B1C8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4" r="842"/>
          <a:stretch/>
        </p:blipFill>
        <p:spPr>
          <a:xfrm>
            <a:off x="2971800" y="16255"/>
            <a:ext cx="5943600" cy="646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43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4791</TotalTime>
  <Words>306</Words>
  <Application>Microsoft Office PowerPoint</Application>
  <PresentationFormat>On-screen Show (4:3)</PresentationFormat>
  <Paragraphs>126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Properties of the elements   </vt:lpstr>
      <vt:lpstr>PowerPoint Presentation</vt:lpstr>
      <vt:lpstr>Solar system aabundance of the Elements   </vt:lpstr>
      <vt:lpstr>PowerPoint Presentation</vt:lpstr>
      <vt:lpstr>Abundance of the Elements   The diagram below shows the relative abundance of the elements in the cosmos and in Earth’s crust.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EES636: The quarternary period-environments, animals adaptations during the last 2.5 million years</dc:title>
  <dc:creator>shubhra sharma</dc:creator>
  <cp:lastModifiedBy>jasmeenk4505@gmail.com</cp:lastModifiedBy>
  <cp:revision>67</cp:revision>
  <dcterms:created xsi:type="dcterms:W3CDTF">2025-01-06T08:54:24Z</dcterms:created>
  <dcterms:modified xsi:type="dcterms:W3CDTF">2025-02-04T19:26:40Z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2021-01-05T00:00:00Z</vt:filetime>
  </property>
  <property fmtid="{D5CDD505-2E9C-101B-9397-08002B2CF9AE}" pid="3" name="Creator">
    <vt:lpwstr>Microsoft® Office PowerPoint® 2007</vt:lpwstr>
  </property>
  <property fmtid="{D5CDD505-2E9C-101B-9397-08002B2CF9AE}" pid="4" name="LastSaved">
    <vt:filetime>2025-01-06T00:00:00Z</vt:filetime>
  </property>
  <property fmtid="{D5CDD505-2E9C-101B-9397-08002B2CF9AE}" pid="5" name="Producer">
    <vt:lpwstr>Microsoft® Office PowerPoint® 2007</vt:lpwstr>
  </property>
</Properties>
</file>