
<file path=[Content_Types].xml><?xml version="1.0" encoding="utf-8"?>
<Types xmlns="http://schemas.openxmlformats.org/package/2006/content-types">
  <Default Extension="emf" ContentType="image/x-emf"/>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notesMasterIdLst>
    <p:notesMasterId r:id="rId53"/>
  </p:notesMasterIdLst>
  <p:sldIdLst>
    <p:sldId id="256" r:id="rId2"/>
    <p:sldId id="325" r:id="rId3"/>
    <p:sldId id="278" r:id="rId4"/>
    <p:sldId id="297" r:id="rId5"/>
    <p:sldId id="259" r:id="rId6"/>
    <p:sldId id="280" r:id="rId7"/>
    <p:sldId id="260" r:id="rId8"/>
    <p:sldId id="279" r:id="rId9"/>
    <p:sldId id="283" r:id="rId10"/>
    <p:sldId id="284" r:id="rId11"/>
    <p:sldId id="285" r:id="rId12"/>
    <p:sldId id="298" r:id="rId13"/>
    <p:sldId id="288" r:id="rId14"/>
    <p:sldId id="299" r:id="rId15"/>
    <p:sldId id="300" r:id="rId16"/>
    <p:sldId id="301" r:id="rId17"/>
    <p:sldId id="264" r:id="rId18"/>
    <p:sldId id="304" r:id="rId19"/>
    <p:sldId id="265" r:id="rId20"/>
    <p:sldId id="302" r:id="rId21"/>
    <p:sldId id="277" r:id="rId22"/>
    <p:sldId id="303" r:id="rId23"/>
    <p:sldId id="267" r:id="rId24"/>
    <p:sldId id="311" r:id="rId25"/>
    <p:sldId id="291" r:id="rId26"/>
    <p:sldId id="290" r:id="rId27"/>
    <p:sldId id="269" r:id="rId28"/>
    <p:sldId id="309" r:id="rId29"/>
    <p:sldId id="310" r:id="rId30"/>
    <p:sldId id="268" r:id="rId31"/>
    <p:sldId id="270" r:id="rId32"/>
    <p:sldId id="286" r:id="rId33"/>
    <p:sldId id="287" r:id="rId34"/>
    <p:sldId id="281" r:id="rId35"/>
    <p:sldId id="306" r:id="rId36"/>
    <p:sldId id="307" r:id="rId37"/>
    <p:sldId id="316" r:id="rId38"/>
    <p:sldId id="317" r:id="rId39"/>
    <p:sldId id="318" r:id="rId40"/>
    <p:sldId id="320" r:id="rId41"/>
    <p:sldId id="319" r:id="rId42"/>
    <p:sldId id="322" r:id="rId43"/>
    <p:sldId id="323" r:id="rId44"/>
    <p:sldId id="324" r:id="rId45"/>
    <p:sldId id="258" r:id="rId46"/>
    <p:sldId id="308" r:id="rId47"/>
    <p:sldId id="276" r:id="rId48"/>
    <p:sldId id="312" r:id="rId49"/>
    <p:sldId id="313" r:id="rId50"/>
    <p:sldId id="314" r:id="rId51"/>
    <p:sldId id="315" r:id="rId52"/>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632" autoAdjust="0"/>
    <p:restoredTop sz="94660"/>
  </p:normalViewPr>
  <p:slideViewPr>
    <p:cSldViewPr>
      <p:cViewPr varScale="1">
        <p:scale>
          <a:sx n="66" d="100"/>
          <a:sy n="66" d="100"/>
        </p:scale>
        <p:origin x="1316" y="36"/>
      </p:cViewPr>
      <p:guideLst>
        <p:guide orient="horz" pos="2160"/>
        <p:guide pos="2880"/>
      </p:guideLst>
    </p:cSldViewPr>
  </p:slideViewPr>
  <p:notesTextViewPr>
    <p:cViewPr>
      <p:scale>
        <a:sx n="100" d="100"/>
        <a:sy n="100" d="100"/>
      </p:scale>
      <p:origin x="0" y="0"/>
    </p:cViewPr>
  </p:notesTextViewPr>
  <p:notesViewPr>
    <p:cSldViewPr>
      <p:cViewPr varScale="1">
        <p:scale>
          <a:sx n="55" d="100"/>
          <a:sy n="55" d="100"/>
        </p:scale>
        <p:origin x="-2904" y="-102"/>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291B680-6B4D-4887-BA2E-39AB1C301A18}" type="datetimeFigureOut">
              <a:rPr lang="en-US" smtClean="0"/>
              <a:pPr/>
              <a:t>2/21/2025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EB81F0EA-EA05-4EC1-BE7D-6DB10C168076}"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a:t>https://youtu.be/tP5ZKUTWiuQ?si=K1RwNbPQPr2_qFsq</a:t>
            </a:r>
            <a:endParaRPr lang="en-US" dirty="0"/>
          </a:p>
        </p:txBody>
      </p:sp>
      <p:sp>
        <p:nvSpPr>
          <p:cNvPr id="4" name="Slide Number Placeholder 3"/>
          <p:cNvSpPr>
            <a:spLocks noGrp="1"/>
          </p:cNvSpPr>
          <p:nvPr>
            <p:ph type="sldNum" sz="quarter" idx="10"/>
          </p:nvPr>
        </p:nvSpPr>
        <p:spPr/>
        <p:txBody>
          <a:bodyPr/>
          <a:lstStyle/>
          <a:p>
            <a:fld id="{EB81F0EA-EA05-4EC1-BE7D-6DB10C168076}" type="slidenum">
              <a:rPr lang="en-US" smtClean="0"/>
              <a:pPr/>
              <a:t>5</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852AF0-E0EE-D796-D515-F3D9E734B5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C4FA42-7981-F746-1333-818B3D3BA2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9E2492-226D-F21E-A7E3-46E2E6947513}"/>
              </a:ext>
            </a:extLst>
          </p:cNvPr>
          <p:cNvSpPr>
            <a:spLocks noGrp="1"/>
          </p:cNvSpPr>
          <p:nvPr>
            <p:ph type="body" idx="1"/>
          </p:nvPr>
        </p:nvSpPr>
        <p:spPr/>
        <p:txBody>
          <a:bodyPr>
            <a:normAutofit/>
          </a:bodyPr>
          <a:lstStyle/>
          <a:p>
            <a:r>
              <a:rPr lang="en-US"/>
              <a:t>https://youtu.be/tP5ZKUTWiuQ?si=K1RwNbPQPr2_qFsq</a:t>
            </a:r>
            <a:endParaRPr lang="en-US" dirty="0"/>
          </a:p>
        </p:txBody>
      </p:sp>
      <p:sp>
        <p:nvSpPr>
          <p:cNvPr id="4" name="Slide Number Placeholder 3">
            <a:extLst>
              <a:ext uri="{FF2B5EF4-FFF2-40B4-BE49-F238E27FC236}">
                <a16:creationId xmlns:a16="http://schemas.microsoft.com/office/drawing/2014/main" id="{30104259-9C28-FAD3-C811-02255F86E33D}"/>
              </a:ext>
            </a:extLst>
          </p:cNvPr>
          <p:cNvSpPr>
            <a:spLocks noGrp="1"/>
          </p:cNvSpPr>
          <p:nvPr>
            <p:ph type="sldNum" sz="quarter" idx="10"/>
          </p:nvPr>
        </p:nvSpPr>
        <p:spPr/>
        <p:txBody>
          <a:bodyPr/>
          <a:lstStyle/>
          <a:p>
            <a:fld id="{EB81F0EA-EA05-4EC1-BE7D-6DB10C168076}" type="slidenum">
              <a:rPr lang="en-US" smtClean="0"/>
              <a:pPr/>
              <a:t>6</a:t>
            </a:fld>
            <a:endParaRPr lang="en-US"/>
          </a:p>
        </p:txBody>
      </p:sp>
    </p:spTree>
    <p:extLst>
      <p:ext uri="{BB962C8B-B14F-4D97-AF65-F5344CB8AC3E}">
        <p14:creationId xmlns:p14="http://schemas.microsoft.com/office/powerpoint/2010/main" val="38405454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4" name="Title 13"/>
          <p:cNvSpPr>
            <a:spLocks noGrp="1"/>
          </p:cNvSpPr>
          <p:nvPr>
            <p:ph type="ctrTitle"/>
          </p:nvPr>
        </p:nvSpPr>
        <p:spPr>
          <a:xfrm>
            <a:off x="1432560" y="359898"/>
            <a:ext cx="7406640" cy="1472184"/>
          </a:xfrm>
        </p:spPr>
        <p:txBody>
          <a:bodyPr anchor="b"/>
          <a:lstStyle>
            <a:lvl1pPr algn="l">
              <a:defRPr/>
            </a:lvl1pPr>
            <a:extLst/>
          </a:lstStyle>
          <a:p>
            <a:r>
              <a:rPr kumimoji="0" lang="en-US"/>
              <a:t>Click to edit Master title style</a:t>
            </a:r>
          </a:p>
        </p:txBody>
      </p:sp>
      <p:sp>
        <p:nvSpPr>
          <p:cNvPr id="22" name="Subtitle 21"/>
          <p:cNvSpPr>
            <a:spLocks noGrp="1"/>
          </p:cNvSpPr>
          <p:nvPr>
            <p:ph type="subTitle" idx="1"/>
          </p:nvPr>
        </p:nvSpPr>
        <p:spPr>
          <a:xfrm>
            <a:off x="1432560" y="1850064"/>
            <a:ext cx="7406640" cy="1752600"/>
          </a:xfrm>
        </p:spPr>
        <p:txBody>
          <a:bodyPr tIns="0"/>
          <a:lstStyle>
            <a:lvl1pPr marL="27432" indent="0" algn="l">
              <a:buNone/>
              <a:defRPr sz="2600">
                <a:solidFill>
                  <a:schemeClr val="tx2">
                    <a:shade val="30000"/>
                    <a:satMod val="150000"/>
                  </a:schemeClr>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extLst/>
          </a:lstStyle>
          <a:p>
            <a:r>
              <a:rPr kumimoji="0" lang="en-US"/>
              <a:t>Click to edit Master subtitle style</a:t>
            </a:r>
          </a:p>
        </p:txBody>
      </p:sp>
      <p:sp>
        <p:nvSpPr>
          <p:cNvPr id="7" name="Date Placeholder 6"/>
          <p:cNvSpPr>
            <a:spLocks noGrp="1"/>
          </p:cNvSpPr>
          <p:nvPr>
            <p:ph type="dt" sz="half" idx="10"/>
          </p:nvPr>
        </p:nvSpPr>
        <p:spPr/>
        <p:txBody>
          <a:bodyPr/>
          <a:lstStyle/>
          <a:p>
            <a:fld id="{1D8BD707-D9CF-40AE-B4C6-C98DA3205C09}" type="datetimeFigureOut">
              <a:rPr lang="en-US" smtClean="0"/>
              <a:pPr/>
              <a:t>2/21/2025</a:t>
            </a:fld>
            <a:endParaRPr lang="en-US" dirty="0"/>
          </a:p>
        </p:txBody>
      </p:sp>
      <p:sp>
        <p:nvSpPr>
          <p:cNvPr id="20" name="Footer Placeholder 19"/>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B6F15528-21DE-4FAA-801E-634DDDAF4B2B}" type="slidenum">
              <a:rPr lang="en-US" smtClean="0"/>
              <a:pPr/>
              <a:t>‹#›</a:t>
            </a:fld>
            <a:endParaRPr lang="en-US" dirty="0"/>
          </a:p>
        </p:txBody>
      </p:sp>
      <p:sp>
        <p:nvSpPr>
          <p:cNvPr id="8" name="Oval 7"/>
          <p:cNvSpPr/>
          <p:nvPr/>
        </p:nvSpPr>
        <p:spPr>
          <a:xfrm>
            <a:off x="921433" y="1413802"/>
            <a:ext cx="210312" cy="210312"/>
          </a:xfrm>
          <a:prstGeom prst="ellipse">
            <a:avLst/>
          </a:prstGeom>
          <a:gradFill rotWithShape="1">
            <a:gsLst>
              <a:gs pos="0">
                <a:schemeClr val="accent1">
                  <a:tint val="20000"/>
                  <a:satMod val="450000"/>
                  <a:alpha val="95000"/>
                </a:schemeClr>
              </a:gs>
              <a:gs pos="50000">
                <a:schemeClr val="accent1">
                  <a:tint val="38000"/>
                  <a:satMod val="250000"/>
                  <a:alpha val="90000"/>
                </a:schemeClr>
              </a:gs>
              <a:gs pos="95000">
                <a:schemeClr val="accent1">
                  <a:tint val="75000"/>
                  <a:satMod val="255000"/>
                  <a:alpha val="88000"/>
                </a:schemeClr>
              </a:gs>
              <a:gs pos="100000">
                <a:schemeClr val="accent1">
                  <a:tint val="100000"/>
                  <a:shade val="90000"/>
                  <a:satMod val="255000"/>
                  <a:alpha val="85000"/>
                </a:schemeClr>
              </a:gs>
            </a:gsLst>
            <a:path path="circle">
              <a:fillToRect l="25000" t="12500" r="75000" b="87500"/>
            </a:path>
          </a:gradFill>
          <a:ln w="2000" cap="rnd" cmpd="sng" algn="ctr">
            <a:solidFill>
              <a:schemeClr val="accent1">
                <a:shade val="90000"/>
                <a:satMod val="110000"/>
                <a:alpha val="60000"/>
              </a:schemeClr>
            </a:solidFill>
            <a:prstDash val="solid"/>
          </a:ln>
          <a:effectLst/>
        </p:spPr>
        <p:style>
          <a:lnRef idx="1">
            <a:schemeClr val="accent1"/>
          </a:lnRef>
          <a:fillRef idx="2">
            <a:schemeClr val="accent1"/>
          </a:fillRef>
          <a:effectRef idx="1">
            <a:schemeClr val="accent1"/>
          </a:effectRef>
          <a:fontRef idx="minor">
            <a:schemeClr val="dk1"/>
          </a:fontRef>
        </p:style>
        <p:txBody>
          <a:bodyPr anchor="ctr"/>
          <a:lstStyle/>
          <a:p>
            <a:pPr algn="ctr" eaLnBrk="1" latinLnBrk="0" hangingPunct="1"/>
            <a:endParaRPr kumimoji="0" lang="en-US"/>
          </a:p>
        </p:txBody>
      </p:sp>
      <p:sp>
        <p:nvSpPr>
          <p:cNvPr id="9" name="Oval 8"/>
          <p:cNvSpPr/>
          <p:nvPr/>
        </p:nvSpPr>
        <p:spPr>
          <a:xfrm>
            <a:off x="1157176" y="1345016"/>
            <a:ext cx="64008" cy="64008"/>
          </a:xfrm>
          <a:prstGeom prst="ellipse">
            <a:avLst/>
          </a:prstGeom>
          <a:noFill/>
          <a:ln w="12700" cap="rnd" cmpd="sng" algn="ctr">
            <a:solidFill>
              <a:schemeClr val="accent1">
                <a:shade val="75000"/>
                <a:alpha val="60000"/>
              </a:schemeClr>
            </a:solidFill>
            <a:prstDash val="solid"/>
          </a:ln>
          <a:effectLst/>
        </p:spPr>
        <p:style>
          <a:lnRef idx="1">
            <a:schemeClr val="accent1"/>
          </a:lnRef>
          <a:fillRef idx="2">
            <a:schemeClr val="accent1"/>
          </a:fillRef>
          <a:effectRef idx="1">
            <a:schemeClr val="accent1"/>
          </a:effectRef>
          <a:fontRef idx="minor">
            <a:schemeClr val="dk1"/>
          </a:fontRef>
        </p:style>
        <p:txBody>
          <a:bodyPr anchor="ctr"/>
          <a:lstStyle/>
          <a:p>
            <a:pPr algn="ctr" eaLnBrk="1" latinLnBrk="0" hangingPunct="1"/>
            <a:endParaRPr kumimoji="0" lang="en-US"/>
          </a:p>
        </p:txBody>
      </p:sp>
    </p:spTree>
  </p:cSld>
  <p:clrMapOvr>
    <a:masterClrMapping/>
  </p:clrMapOvr>
  <p:transition>
    <p:wipe dir="d"/>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Content Placeholder 2"/>
          <p:cNvSpPr>
            <a:spLocks noGrp="1"/>
          </p:cNvSpPr>
          <p:nvPr>
            <p:ph idx="1"/>
          </p:nvPr>
        </p:nvSpPr>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1D8BD707-D9CF-40AE-B4C6-C98DA3205C09}" type="datetimeFigureOut">
              <a:rPr lang="en-US" smtClean="0"/>
              <a:pPr/>
              <a:t>2/21/2025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dirty="0"/>
          </a:p>
        </p:txBody>
      </p:sp>
    </p:spTree>
  </p:cSld>
  <p:clrMapOvr>
    <a:masterClrMapping/>
  </p:clrMapOvr>
  <p:transition>
    <p:wipe dir="d"/>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2282890" y="-54"/>
            <a:ext cx="6858000" cy="6858054"/>
          </a:xfrm>
          <a:prstGeom prst="rect">
            <a:avLst/>
          </a:prstGeom>
          <a:solidFill>
            <a:schemeClr val="bg1"/>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 name="Title 1"/>
          <p:cNvSpPr>
            <a:spLocks noGrp="1"/>
          </p:cNvSpPr>
          <p:nvPr>
            <p:ph type="title"/>
          </p:nvPr>
        </p:nvSpPr>
        <p:spPr>
          <a:xfrm>
            <a:off x="2578392" y="2600325"/>
            <a:ext cx="6400800" cy="2286000"/>
          </a:xfrm>
        </p:spPr>
        <p:txBody>
          <a:bodyPr anchor="t"/>
          <a:lstStyle>
            <a:lvl1pPr algn="l">
              <a:lnSpc>
                <a:spcPts val="4500"/>
              </a:lnSpc>
              <a:buNone/>
              <a:defRPr sz="4000" b="1" cap="all"/>
            </a:lvl1pPr>
            <a:extLst/>
          </a:lstStyle>
          <a:p>
            <a:r>
              <a:rPr kumimoji="0" lang="en-US"/>
              <a:t>Click to edit Master title style</a:t>
            </a:r>
          </a:p>
        </p:txBody>
      </p:sp>
      <p:sp>
        <p:nvSpPr>
          <p:cNvPr id="3" name="Text Placeholder 2"/>
          <p:cNvSpPr>
            <a:spLocks noGrp="1"/>
          </p:cNvSpPr>
          <p:nvPr>
            <p:ph type="body" idx="1"/>
          </p:nvPr>
        </p:nvSpPr>
        <p:spPr>
          <a:xfrm>
            <a:off x="2578392" y="1066800"/>
            <a:ext cx="6400800" cy="1509712"/>
          </a:xfrm>
        </p:spPr>
        <p:txBody>
          <a:bodyPr anchor="b"/>
          <a:lstStyle>
            <a:lvl1pPr marL="18288" indent="0">
              <a:lnSpc>
                <a:spcPts val="2300"/>
              </a:lnSpc>
              <a:spcBef>
                <a:spcPts val="0"/>
              </a:spcBef>
              <a:buNone/>
              <a:defRPr sz="2000">
                <a:solidFill>
                  <a:schemeClr val="tx2">
                    <a:shade val="30000"/>
                    <a:satMod val="150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extLst/>
          </a:lstStyle>
          <a:p>
            <a:pPr lvl="0" eaLnBrk="1" latinLnBrk="0" hangingPunct="1"/>
            <a:r>
              <a:rPr kumimoji="0"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2/21/2025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dirty="0"/>
          </a:p>
        </p:txBody>
      </p:sp>
      <p:sp>
        <p:nvSpPr>
          <p:cNvPr id="10" name="Rectangle 9"/>
          <p:cNvSpPr/>
          <p:nvPr/>
        </p:nvSpPr>
        <p:spPr bwMode="invGray">
          <a:xfrm>
            <a:off x="2286000" y="0"/>
            <a:ext cx="76200" cy="6858054"/>
          </a:xfrm>
          <a:prstGeom prst="rect">
            <a:avLst/>
          </a:prstGeom>
          <a:solidFill>
            <a:schemeClr val="bg1"/>
          </a:solidFill>
          <a:ln w="25400" cap="rnd" cmpd="sng" algn="ctr">
            <a:noFill/>
            <a:prstDash val="solid"/>
          </a:ln>
          <a:effectLst>
            <a:outerShdw blurRad="38550" dist="38000" dir="10800000" algn="tl" rotWithShape="0">
              <a:schemeClr val="bg2">
                <a:shade val="20000"/>
                <a:satMod val="110000"/>
                <a:alpha val="25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Oval 7"/>
          <p:cNvSpPr/>
          <p:nvPr/>
        </p:nvSpPr>
        <p:spPr>
          <a:xfrm>
            <a:off x="2172321" y="2814656"/>
            <a:ext cx="210312" cy="210312"/>
          </a:xfrm>
          <a:prstGeom prst="ellipse">
            <a:avLst/>
          </a:prstGeom>
          <a:gradFill rotWithShape="1">
            <a:gsLst>
              <a:gs pos="0">
                <a:schemeClr val="accent1">
                  <a:tint val="20000"/>
                  <a:satMod val="450000"/>
                  <a:alpha val="95000"/>
                </a:schemeClr>
              </a:gs>
              <a:gs pos="50000">
                <a:schemeClr val="accent1">
                  <a:tint val="38000"/>
                  <a:satMod val="250000"/>
                  <a:alpha val="90000"/>
                </a:schemeClr>
              </a:gs>
              <a:gs pos="95000">
                <a:schemeClr val="accent1">
                  <a:tint val="75000"/>
                  <a:satMod val="255000"/>
                  <a:alpha val="88000"/>
                </a:schemeClr>
              </a:gs>
              <a:gs pos="100000">
                <a:schemeClr val="accent1">
                  <a:tint val="100000"/>
                  <a:shade val="90000"/>
                  <a:satMod val="255000"/>
                  <a:alpha val="85000"/>
                </a:schemeClr>
              </a:gs>
            </a:gsLst>
            <a:path path="circle">
              <a:fillToRect l="25000" t="12500" r="75000" b="87500"/>
            </a:path>
          </a:gradFill>
          <a:ln w="2000" cap="rnd" cmpd="sng" algn="ctr">
            <a:solidFill>
              <a:schemeClr val="accent1">
                <a:shade val="90000"/>
                <a:satMod val="110000"/>
                <a:alpha val="60000"/>
              </a:schemeClr>
            </a:solidFill>
            <a:prstDash val="solid"/>
          </a:ln>
          <a:effectLst/>
        </p:spPr>
        <p:style>
          <a:lnRef idx="1">
            <a:schemeClr val="accent1"/>
          </a:lnRef>
          <a:fillRef idx="2">
            <a:schemeClr val="accent1"/>
          </a:fillRef>
          <a:effectRef idx="1">
            <a:schemeClr val="accent1"/>
          </a:effectRef>
          <a:fontRef idx="minor">
            <a:schemeClr val="dk1"/>
          </a:fontRef>
        </p:style>
        <p:txBody>
          <a:bodyPr anchor="ctr"/>
          <a:lstStyle/>
          <a:p>
            <a:pPr algn="ctr" eaLnBrk="1" latinLnBrk="0" hangingPunct="1"/>
            <a:endParaRPr kumimoji="0" lang="en-US"/>
          </a:p>
        </p:txBody>
      </p:sp>
      <p:sp>
        <p:nvSpPr>
          <p:cNvPr id="9" name="Oval 8"/>
          <p:cNvSpPr/>
          <p:nvPr/>
        </p:nvSpPr>
        <p:spPr>
          <a:xfrm>
            <a:off x="2408064" y="2745870"/>
            <a:ext cx="64008" cy="64008"/>
          </a:xfrm>
          <a:prstGeom prst="ellipse">
            <a:avLst/>
          </a:prstGeom>
          <a:noFill/>
          <a:ln w="12700" cap="rnd" cmpd="sng" algn="ctr">
            <a:solidFill>
              <a:schemeClr val="accent1">
                <a:shade val="75000"/>
                <a:alpha val="60000"/>
              </a:schemeClr>
            </a:solidFill>
            <a:prstDash val="solid"/>
          </a:ln>
          <a:effectLst/>
        </p:spPr>
        <p:style>
          <a:lnRef idx="1">
            <a:schemeClr val="accent1"/>
          </a:lnRef>
          <a:fillRef idx="2">
            <a:schemeClr val="accent1"/>
          </a:fillRef>
          <a:effectRef idx="1">
            <a:schemeClr val="accent1"/>
          </a:effectRef>
          <a:fontRef idx="minor">
            <a:schemeClr val="dk1"/>
          </a:fontRef>
        </p:style>
        <p:txBody>
          <a:bodyPr anchor="ctr"/>
          <a:lstStyle/>
          <a:p>
            <a:pPr algn="ctr" eaLnBrk="1" latinLnBrk="0" hangingPunct="1"/>
            <a:endParaRPr kumimoji="0" lang="en-US"/>
          </a:p>
        </p:txBody>
      </p:sp>
    </p:spTree>
  </p:cSld>
  <p:clrMapOvr>
    <a:masterClrMapping/>
  </p:clrMapOvr>
  <p:transition>
    <p:wipe dir="d"/>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35608" y="274320"/>
            <a:ext cx="7498080" cy="1143000"/>
          </a:xfrm>
        </p:spPr>
        <p:txBody>
          <a:bodyPr/>
          <a:lstStyle/>
          <a:p>
            <a:r>
              <a:rPr kumimoji="0" lang="en-US"/>
              <a:t>Click to edit Master title style</a:t>
            </a:r>
          </a:p>
        </p:txBody>
      </p:sp>
      <p:sp>
        <p:nvSpPr>
          <p:cNvPr id="3" name="Content Placeholder 2"/>
          <p:cNvSpPr>
            <a:spLocks noGrp="1"/>
          </p:cNvSpPr>
          <p:nvPr>
            <p:ph sz="half" idx="1"/>
          </p:nvPr>
        </p:nvSpPr>
        <p:spPr>
          <a:xfrm>
            <a:off x="1435608" y="1524000"/>
            <a:ext cx="3657600" cy="4663440"/>
          </a:xfrm>
        </p:spPr>
        <p:txBody>
          <a:bodyPr/>
          <a:lstStyle>
            <a:lvl1pPr>
              <a:defRPr sz="2800"/>
            </a:lvl1pPr>
            <a:lvl2pPr>
              <a:defRPr sz="2400"/>
            </a:lvl2pPr>
            <a:lvl3pPr>
              <a:defRPr sz="2000"/>
            </a:lvl3pPr>
            <a:lvl4pPr>
              <a:defRPr sz="1800"/>
            </a:lvl4pPr>
            <a:lvl5pPr>
              <a:defRPr sz="1800"/>
            </a:lvl5pPr>
            <a:extLs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Content Placeholder 3"/>
          <p:cNvSpPr>
            <a:spLocks noGrp="1"/>
          </p:cNvSpPr>
          <p:nvPr>
            <p:ph sz="half" idx="2"/>
          </p:nvPr>
        </p:nvSpPr>
        <p:spPr>
          <a:xfrm>
            <a:off x="5276088" y="1524000"/>
            <a:ext cx="3657600" cy="4663440"/>
          </a:xfrm>
        </p:spPr>
        <p:txBody>
          <a:bodyPr/>
          <a:lstStyle>
            <a:lvl1pPr>
              <a:defRPr sz="2800"/>
            </a:lvl1pPr>
            <a:lvl2pPr>
              <a:defRPr sz="2400"/>
            </a:lvl2pPr>
            <a:lvl3pPr>
              <a:defRPr sz="2000"/>
            </a:lvl3pPr>
            <a:lvl4pPr>
              <a:defRPr sz="1800"/>
            </a:lvl4pPr>
            <a:lvl5pPr>
              <a:defRPr sz="1800"/>
            </a:lvl5pPr>
            <a:extLs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5" name="Date Placeholder 4"/>
          <p:cNvSpPr>
            <a:spLocks noGrp="1"/>
          </p:cNvSpPr>
          <p:nvPr>
            <p:ph type="dt" sz="half" idx="10"/>
          </p:nvPr>
        </p:nvSpPr>
        <p:spPr/>
        <p:txBody>
          <a:bodyPr/>
          <a:lstStyle/>
          <a:p>
            <a:fld id="{1D8BD707-D9CF-40AE-B4C6-C98DA3205C09}" type="datetimeFigureOut">
              <a:rPr lang="en-US" smtClean="0"/>
              <a:pPr/>
              <a:t>2/21/2025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dirty="0"/>
          </a:p>
        </p:txBody>
      </p:sp>
    </p:spTree>
  </p:cSld>
  <p:clrMapOvr>
    <a:masterClrMapping/>
  </p:clrMapOvr>
  <p:transition>
    <p:wipe dir="d"/>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5160336"/>
            <a:ext cx="8229600" cy="1143000"/>
          </a:xfrm>
        </p:spPr>
        <p:txBody>
          <a:bodyPr anchor="ctr"/>
          <a:lstStyle>
            <a:lvl1pPr algn="ctr">
              <a:defRPr sz="4500" b="1" cap="none" baseline="0"/>
            </a:lvl1pPr>
            <a:extLst/>
          </a:lstStyle>
          <a:p>
            <a:r>
              <a:rPr kumimoji="0" lang="en-US"/>
              <a:t>Click to edit Master title style</a:t>
            </a:r>
          </a:p>
        </p:txBody>
      </p:sp>
      <p:sp>
        <p:nvSpPr>
          <p:cNvPr id="3" name="Text Placeholder 2"/>
          <p:cNvSpPr>
            <a:spLocks noGrp="1"/>
          </p:cNvSpPr>
          <p:nvPr>
            <p:ph type="body" idx="1"/>
          </p:nvPr>
        </p:nvSpPr>
        <p:spPr>
          <a:xfrm>
            <a:off x="457200" y="328278"/>
            <a:ext cx="4023360" cy="640080"/>
          </a:xfrm>
          <a:solidFill>
            <a:schemeClr val="bg1"/>
          </a:solidFill>
          <a:ln w="10795">
            <a:solidFill>
              <a:schemeClr val="bg1"/>
            </a:solidFill>
            <a:miter lim="800000"/>
          </a:ln>
        </p:spPr>
        <p:txBody>
          <a:bodyPr anchor="ctr"/>
          <a:lstStyle>
            <a:lvl1pPr marL="64008" indent="0" algn="l">
              <a:lnSpc>
                <a:spcPct val="100000"/>
              </a:lnSpc>
              <a:spcBef>
                <a:spcPts val="100"/>
              </a:spcBef>
              <a:buNone/>
              <a:defRPr sz="1900" b="0">
                <a:solidFill>
                  <a:schemeClr val="tx1"/>
                </a:solidFill>
              </a:defRPr>
            </a:lvl1pPr>
            <a:lvl2pPr>
              <a:buNone/>
              <a:defRPr sz="2000" b="1"/>
            </a:lvl2pPr>
            <a:lvl3pPr>
              <a:buNone/>
              <a:defRPr sz="1800" b="1"/>
            </a:lvl3pPr>
            <a:lvl4pPr>
              <a:buNone/>
              <a:defRPr sz="1600" b="1"/>
            </a:lvl4pPr>
            <a:lvl5pPr>
              <a:buNone/>
              <a:defRPr sz="1600" b="1"/>
            </a:lvl5pPr>
            <a:extLst/>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4663440" y="328278"/>
            <a:ext cx="4023360" cy="640080"/>
          </a:xfrm>
          <a:solidFill>
            <a:schemeClr val="bg1"/>
          </a:solidFill>
          <a:ln w="10795">
            <a:solidFill>
              <a:schemeClr val="bg1"/>
            </a:solidFill>
            <a:miter lim="800000"/>
          </a:ln>
        </p:spPr>
        <p:txBody>
          <a:bodyPr anchor="ctr"/>
          <a:lstStyle>
            <a:lvl1pPr marL="64008" indent="0" algn="l">
              <a:lnSpc>
                <a:spcPct val="100000"/>
              </a:lnSpc>
              <a:spcBef>
                <a:spcPts val="100"/>
              </a:spcBef>
              <a:buNone/>
              <a:defRPr sz="1900" b="0">
                <a:solidFill>
                  <a:schemeClr val="tx1"/>
                </a:solidFill>
              </a:defRPr>
            </a:lvl1pPr>
            <a:lvl2pPr>
              <a:buNone/>
              <a:defRPr sz="2000" b="1"/>
            </a:lvl2pPr>
            <a:lvl3pPr>
              <a:buNone/>
              <a:defRPr sz="1800" b="1"/>
            </a:lvl3pPr>
            <a:lvl4pPr>
              <a:buNone/>
              <a:defRPr sz="1600" b="1"/>
            </a:lvl4pPr>
            <a:lvl5pPr>
              <a:buNone/>
              <a:defRPr sz="1600" b="1"/>
            </a:lvl5pPr>
            <a:extLst/>
          </a:lstStyle>
          <a:p>
            <a:pPr lvl="0" eaLnBrk="1" latinLnBrk="0" hangingPunct="1"/>
            <a:r>
              <a:rPr kumimoji="0" lang="en-US"/>
              <a:t>Click to edit Master text styles</a:t>
            </a:r>
          </a:p>
        </p:txBody>
      </p:sp>
      <p:sp>
        <p:nvSpPr>
          <p:cNvPr id="5" name="Content Placeholder 4"/>
          <p:cNvSpPr>
            <a:spLocks noGrp="1"/>
          </p:cNvSpPr>
          <p:nvPr>
            <p:ph sz="quarter" idx="2"/>
          </p:nvPr>
        </p:nvSpPr>
        <p:spPr>
          <a:xfrm>
            <a:off x="457200" y="969336"/>
            <a:ext cx="4023360" cy="4114800"/>
          </a:xfrm>
          <a:ln w="10795">
            <a:solidFill>
              <a:schemeClr val="bg1"/>
            </a:solidFill>
            <a:prstDash val="dash"/>
            <a:miter lim="800000"/>
          </a:ln>
        </p:spPr>
        <p:txBody>
          <a:bodyPr/>
          <a:lstStyle>
            <a:lvl1pPr marL="393192" indent="-274320">
              <a:lnSpc>
                <a:spcPct val="100000"/>
              </a:lnSpc>
              <a:spcBef>
                <a:spcPts val="700"/>
              </a:spcBef>
              <a:defRPr sz="2400"/>
            </a:lvl1pPr>
            <a:lvl2pPr>
              <a:lnSpc>
                <a:spcPct val="100000"/>
              </a:lnSpc>
              <a:spcBef>
                <a:spcPts val="700"/>
              </a:spcBef>
              <a:defRPr sz="2000"/>
            </a:lvl2pPr>
            <a:lvl3pPr>
              <a:lnSpc>
                <a:spcPct val="100000"/>
              </a:lnSpc>
              <a:spcBef>
                <a:spcPts val="700"/>
              </a:spcBef>
              <a:defRPr sz="1800"/>
            </a:lvl3pPr>
            <a:lvl4pPr>
              <a:lnSpc>
                <a:spcPct val="100000"/>
              </a:lnSpc>
              <a:spcBef>
                <a:spcPts val="700"/>
              </a:spcBef>
              <a:defRPr sz="1600"/>
            </a:lvl4pPr>
            <a:lvl5pPr>
              <a:lnSpc>
                <a:spcPct val="100000"/>
              </a:lnSpc>
              <a:spcBef>
                <a:spcPts val="700"/>
              </a:spcBef>
              <a:defRPr sz="1600"/>
            </a:lvl5pPr>
            <a:extLs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Content Placeholder 5"/>
          <p:cNvSpPr>
            <a:spLocks noGrp="1"/>
          </p:cNvSpPr>
          <p:nvPr>
            <p:ph sz="quarter" idx="4"/>
          </p:nvPr>
        </p:nvSpPr>
        <p:spPr>
          <a:xfrm>
            <a:off x="4663440" y="969336"/>
            <a:ext cx="4023360" cy="4114800"/>
          </a:xfrm>
          <a:ln w="10795">
            <a:solidFill>
              <a:schemeClr val="bg1"/>
            </a:solidFill>
            <a:prstDash val="dash"/>
            <a:miter lim="800000"/>
          </a:ln>
        </p:spPr>
        <p:txBody>
          <a:bodyPr/>
          <a:lstStyle>
            <a:lvl1pPr marL="393192" indent="-274320">
              <a:lnSpc>
                <a:spcPct val="100000"/>
              </a:lnSpc>
              <a:spcBef>
                <a:spcPts val="700"/>
              </a:spcBef>
              <a:defRPr sz="2400"/>
            </a:lvl1pPr>
            <a:lvl2pPr>
              <a:lnSpc>
                <a:spcPct val="100000"/>
              </a:lnSpc>
              <a:spcBef>
                <a:spcPts val="700"/>
              </a:spcBef>
              <a:defRPr sz="2000"/>
            </a:lvl2pPr>
            <a:lvl3pPr>
              <a:lnSpc>
                <a:spcPct val="100000"/>
              </a:lnSpc>
              <a:spcBef>
                <a:spcPts val="700"/>
              </a:spcBef>
              <a:defRPr sz="1800"/>
            </a:lvl3pPr>
            <a:lvl4pPr>
              <a:lnSpc>
                <a:spcPct val="100000"/>
              </a:lnSpc>
              <a:spcBef>
                <a:spcPts val="700"/>
              </a:spcBef>
              <a:defRPr sz="1600"/>
            </a:lvl4pPr>
            <a:lvl5pPr>
              <a:lnSpc>
                <a:spcPct val="100000"/>
              </a:lnSpc>
              <a:spcBef>
                <a:spcPts val="700"/>
              </a:spcBef>
              <a:defRPr sz="1600"/>
            </a:lvl5pPr>
            <a:extLs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7" name="Date Placeholder 6"/>
          <p:cNvSpPr>
            <a:spLocks noGrp="1"/>
          </p:cNvSpPr>
          <p:nvPr>
            <p:ph type="dt" sz="half" idx="10"/>
          </p:nvPr>
        </p:nvSpPr>
        <p:spPr/>
        <p:txBody>
          <a:bodyPr/>
          <a:lstStyle/>
          <a:p>
            <a:fld id="{1D8BD707-D9CF-40AE-B4C6-C98DA3205C09}" type="datetimeFigureOut">
              <a:rPr lang="en-US" smtClean="0"/>
              <a:pPr/>
              <a:t>2/21/2025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dirty="0"/>
          </a:p>
        </p:txBody>
      </p:sp>
    </p:spTree>
  </p:cSld>
  <p:clrMapOvr>
    <a:masterClrMapping/>
  </p:clrMapOvr>
  <p:transition>
    <p:wipe dir="d"/>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435608" y="274320"/>
            <a:ext cx="7498080" cy="1143000"/>
          </a:xfrm>
        </p:spPr>
        <p:txBody>
          <a:bodyPr anchor="ctr"/>
          <a:lstStyle/>
          <a:p>
            <a:r>
              <a:rPr kumimoji="0"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2/21/2025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dirty="0"/>
          </a:p>
        </p:txBody>
      </p:sp>
    </p:spTree>
  </p:cSld>
  <p:clrMapOvr>
    <a:masterClrMapping/>
  </p:clrMapOvr>
  <p:transition>
    <p:wipe dir="d"/>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1014984" y="0"/>
            <a:ext cx="8129016" cy="6858000"/>
          </a:xfrm>
          <a:prstGeom prst="rect">
            <a:avLst/>
          </a:prstGeom>
          <a:solidFill>
            <a:schemeClr val="bg1"/>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 name="Date Placeholder 1"/>
          <p:cNvSpPr>
            <a:spLocks noGrp="1"/>
          </p:cNvSpPr>
          <p:nvPr>
            <p:ph type="dt" sz="half" idx="10"/>
          </p:nvPr>
        </p:nvSpPr>
        <p:spPr/>
        <p:txBody>
          <a:bodyPr/>
          <a:lstStyle/>
          <a:p>
            <a:fld id="{1D8BD707-D9CF-40AE-B4C6-C98DA3205C09}" type="datetimeFigureOut">
              <a:rPr lang="en-US" smtClean="0"/>
              <a:pPr/>
              <a:t>2/21/2025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dirty="0"/>
          </a:p>
        </p:txBody>
      </p:sp>
      <p:sp>
        <p:nvSpPr>
          <p:cNvPr id="6" name="Rectangle 5"/>
          <p:cNvSpPr/>
          <p:nvPr/>
        </p:nvSpPr>
        <p:spPr bwMode="invGray">
          <a:xfrm>
            <a:off x="1014984" y="-54"/>
            <a:ext cx="73152" cy="6858054"/>
          </a:xfrm>
          <a:prstGeom prst="rect">
            <a:avLst/>
          </a:prstGeom>
          <a:solidFill>
            <a:schemeClr val="bg1"/>
          </a:solidFill>
          <a:ln w="25400" cap="rnd" cmpd="sng" algn="ctr">
            <a:noFill/>
            <a:prstDash val="solid"/>
          </a:ln>
          <a:effectLst>
            <a:outerShdw blurRad="38550" dist="38000" dir="10800000" algn="tl" rotWithShape="0">
              <a:schemeClr val="bg2">
                <a:shade val="20000"/>
                <a:satMod val="110000"/>
                <a:alpha val="25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transition>
    <p:wipe dir="d"/>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16778"/>
            <a:ext cx="3810000" cy="1162050"/>
          </a:xfrm>
          <a:ln>
            <a:noFill/>
          </a:ln>
        </p:spPr>
        <p:txBody>
          <a:bodyPr anchor="b"/>
          <a:lstStyle>
            <a:lvl1pPr algn="l">
              <a:lnSpc>
                <a:spcPts val="2000"/>
              </a:lnSpc>
              <a:buNone/>
              <a:defRPr sz="2200" b="1" cap="all" baseline="0"/>
            </a:lvl1pPr>
            <a:extLst/>
          </a:lstStyle>
          <a:p>
            <a:r>
              <a:rPr kumimoji="0" lang="en-US"/>
              <a:t>Click to edit Master title style</a:t>
            </a:r>
          </a:p>
        </p:txBody>
      </p:sp>
      <p:sp>
        <p:nvSpPr>
          <p:cNvPr id="3" name="Text Placeholder 2"/>
          <p:cNvSpPr>
            <a:spLocks noGrp="1"/>
          </p:cNvSpPr>
          <p:nvPr>
            <p:ph type="body" idx="2"/>
          </p:nvPr>
        </p:nvSpPr>
        <p:spPr>
          <a:xfrm>
            <a:off x="457200" y="1406964"/>
            <a:ext cx="3810000" cy="698500"/>
          </a:xfrm>
        </p:spPr>
        <p:txBody>
          <a:bodyPr/>
          <a:lstStyle>
            <a:lvl1pPr marL="45720" indent="0">
              <a:lnSpc>
                <a:spcPct val="100000"/>
              </a:lnSpc>
              <a:spcBef>
                <a:spcPts val="0"/>
              </a:spcBef>
              <a:buNone/>
              <a:defRPr sz="1400"/>
            </a:lvl1pPr>
            <a:lvl2pPr>
              <a:buNone/>
              <a:defRPr sz="1200"/>
            </a:lvl2pPr>
            <a:lvl3pPr>
              <a:buNone/>
              <a:defRPr sz="1000"/>
            </a:lvl3pPr>
            <a:lvl4pPr>
              <a:buNone/>
              <a:defRPr sz="900"/>
            </a:lvl4pPr>
            <a:lvl5pPr>
              <a:buNone/>
              <a:defRPr sz="900"/>
            </a:lvl5pPr>
            <a:extLst/>
          </a:lstStyle>
          <a:p>
            <a:pPr lvl="0" eaLnBrk="1" latinLnBrk="0" hangingPunct="1"/>
            <a:r>
              <a:rPr kumimoji="0" lang="en-US"/>
              <a:t>Click to edit Master text styles</a:t>
            </a:r>
          </a:p>
        </p:txBody>
      </p:sp>
      <p:sp>
        <p:nvSpPr>
          <p:cNvPr id="4" name="Content Placeholder 3"/>
          <p:cNvSpPr>
            <a:spLocks noGrp="1"/>
          </p:cNvSpPr>
          <p:nvPr>
            <p:ph sz="half" idx="1"/>
          </p:nvPr>
        </p:nvSpPr>
        <p:spPr>
          <a:xfrm>
            <a:off x="457200" y="2133600"/>
            <a:ext cx="8153400" cy="3992563"/>
          </a:xfrm>
        </p:spPr>
        <p:txBody>
          <a:bodyPr/>
          <a:lstStyle>
            <a:lvl1pPr>
              <a:defRPr sz="3200"/>
            </a:lvl1pPr>
            <a:lvl2pPr>
              <a:defRPr sz="2800"/>
            </a:lvl2pPr>
            <a:lvl3pPr>
              <a:defRPr sz="2400"/>
            </a:lvl3pPr>
            <a:lvl4pPr>
              <a:defRPr sz="2000"/>
            </a:lvl4pPr>
            <a:lvl5pPr>
              <a:defRPr sz="2000"/>
            </a:lvl5pPr>
            <a:extLs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5" name="Date Placeholder 4"/>
          <p:cNvSpPr>
            <a:spLocks noGrp="1"/>
          </p:cNvSpPr>
          <p:nvPr>
            <p:ph type="dt" sz="half" idx="10"/>
          </p:nvPr>
        </p:nvSpPr>
        <p:spPr/>
        <p:txBody>
          <a:bodyPr/>
          <a:lstStyle/>
          <a:p>
            <a:fld id="{1D8BD707-D9CF-40AE-B4C6-C98DA3205C09}" type="datetimeFigureOut">
              <a:rPr lang="en-US" smtClean="0"/>
              <a:pPr/>
              <a:t>2/21/2025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dirty="0"/>
          </a:p>
        </p:txBody>
      </p:sp>
    </p:spTree>
  </p:cSld>
  <p:clrMapOvr>
    <a:masterClrMapping/>
  </p:clrMapOvr>
  <p:transition>
    <p:wipe dir="d"/>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86896" y="1066800"/>
            <a:ext cx="2743200" cy="1981200"/>
          </a:xfrm>
        </p:spPr>
        <p:txBody>
          <a:bodyPr anchor="b">
            <a:noAutofit/>
          </a:bodyPr>
          <a:lstStyle>
            <a:lvl1pPr algn="l">
              <a:buNone/>
              <a:defRPr sz="2100" b="1">
                <a:effectLst/>
              </a:defRPr>
            </a:lvl1pPr>
            <a:extLst/>
          </a:lstStyle>
          <a:p>
            <a:r>
              <a:rPr kumimoji="0" lang="en-US"/>
              <a:t>Click to edit Master title style</a:t>
            </a:r>
          </a:p>
        </p:txBody>
      </p:sp>
      <p:sp>
        <p:nvSpPr>
          <p:cNvPr id="5" name="Date Placeholder 4"/>
          <p:cNvSpPr>
            <a:spLocks noGrp="1"/>
          </p:cNvSpPr>
          <p:nvPr>
            <p:ph type="dt" sz="half" idx="10"/>
          </p:nvPr>
        </p:nvSpPr>
        <p:spPr/>
        <p:txBody>
          <a:bodyPr/>
          <a:lstStyle/>
          <a:p>
            <a:fld id="{1D8BD707-D9CF-40AE-B4C6-C98DA3205C09}" type="datetimeFigureOut">
              <a:rPr lang="en-US" smtClean="0"/>
              <a:pPr/>
              <a:t>2/21/2025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dirty="0"/>
          </a:p>
        </p:txBody>
      </p:sp>
      <p:sp>
        <p:nvSpPr>
          <p:cNvPr id="8" name="Rectangle 7"/>
          <p:cNvSpPr/>
          <p:nvPr/>
        </p:nvSpPr>
        <p:spPr>
          <a:xfrm>
            <a:off x="762000" y="1066800"/>
            <a:ext cx="4572000" cy="4572000"/>
          </a:xfrm>
          <a:prstGeom prst="rect">
            <a:avLst/>
          </a:prstGeom>
          <a:solidFill>
            <a:srgbClr val="FFFFFF"/>
          </a:solidFill>
          <a:ln w="88900" cap="sq">
            <a:solidFill>
              <a:srgbClr val="FFFFFF"/>
            </a:solidFill>
            <a:miter lim="800000"/>
          </a:ln>
          <a:effectLst>
            <a:outerShdw blurRad="55500" dist="18500" dir="5400000" algn="tl" rotWithShape="0">
              <a:srgbClr val="000000">
                <a:alpha val="35000"/>
              </a:srgbClr>
            </a:outerShdw>
          </a:effectLst>
          <a:scene3d>
            <a:camera prst="orthographicFront"/>
            <a:lightRig rig="twoPt" dir="t">
              <a:rot lat="0" lon="0" rev="7200000"/>
            </a:lightRig>
          </a:scene3d>
          <a:sp3d contourW="635">
            <a:bevelT w="25400" h="19050"/>
            <a:contourClr>
              <a:srgbClr val="969696"/>
            </a:contourClr>
          </a:sp3d>
        </p:spPr>
        <p:txBody>
          <a:bodyPr lIns="91440" tIns="274320" rtlCol="0" anchor="t">
            <a:normAutofit/>
          </a:bodyPr>
          <a:lstStyle/>
          <a:p>
            <a:pPr marL="0" indent="-283464" algn="l" rtl="0" eaLnBrk="1" latinLnBrk="0" hangingPunct="1">
              <a:lnSpc>
                <a:spcPts val="3000"/>
              </a:lnSpc>
              <a:spcBef>
                <a:spcPts val="600"/>
              </a:spcBef>
              <a:buClr>
                <a:schemeClr val="accent1"/>
              </a:buClr>
              <a:buSzPct val="80000"/>
              <a:buFont typeface="Wingdings 2"/>
              <a:buNone/>
            </a:pPr>
            <a:endParaRPr kumimoji="0" lang="en-US" sz="3200" kern="1200">
              <a:solidFill>
                <a:schemeClr val="tx1"/>
              </a:solidFill>
              <a:latin typeface="+mn-lt"/>
              <a:ea typeface="+mn-ea"/>
              <a:cs typeface="+mn-cs"/>
            </a:endParaRPr>
          </a:p>
        </p:txBody>
      </p:sp>
      <p:sp>
        <p:nvSpPr>
          <p:cNvPr id="3" name="Picture Placeholder 2"/>
          <p:cNvSpPr>
            <a:spLocks noGrp="1"/>
          </p:cNvSpPr>
          <p:nvPr>
            <p:ph type="pic" idx="1"/>
          </p:nvPr>
        </p:nvSpPr>
        <p:spPr>
          <a:xfrm>
            <a:off x="838200" y="1143003"/>
            <a:ext cx="4419600" cy="3514531"/>
          </a:xfrm>
          <a:prstGeom prst="roundRect">
            <a:avLst>
              <a:gd name="adj" fmla="val 783"/>
            </a:avLst>
          </a:prstGeom>
          <a:solidFill>
            <a:schemeClr val="bg2"/>
          </a:solidFill>
          <a:ln w="127000">
            <a:noFill/>
            <a:miter lim="800000"/>
          </a:ln>
          <a:effectLst/>
        </p:spPr>
        <p:txBody>
          <a:bodyPr lIns="91440" tIns="274320" anchor="t"/>
          <a:lstStyle>
            <a:lvl1pPr indent="0">
              <a:buNone/>
              <a:defRPr sz="3200"/>
            </a:lvl1pPr>
            <a:extLst/>
          </a:lstStyle>
          <a:p>
            <a:pPr marL="0" algn="l" eaLnBrk="1" latinLnBrk="0" hangingPunct="1"/>
            <a:r>
              <a:rPr kumimoji="0" lang="en-US"/>
              <a:t>Click icon to add picture</a:t>
            </a:r>
            <a:endParaRPr kumimoji="0" lang="en-US" dirty="0"/>
          </a:p>
        </p:txBody>
      </p:sp>
      <p:sp>
        <p:nvSpPr>
          <p:cNvPr id="9" name="Flowchart: Process 8"/>
          <p:cNvSpPr/>
          <p:nvPr/>
        </p:nvSpPr>
        <p:spPr>
          <a:xfrm rot="19468671">
            <a:off x="396725" y="954341"/>
            <a:ext cx="685800" cy="204310"/>
          </a:xfrm>
          <a:prstGeom prst="flowChartProcess">
            <a:avLst/>
          </a:prstGeom>
          <a:solidFill>
            <a:srgbClr val="FBFBFB">
              <a:alpha val="45098"/>
            </a:srgbClr>
          </a:solidFill>
          <a:ln w="6350" cap="rnd" cmpd="sng" algn="ctr">
            <a:solidFill>
              <a:srgbClr val="FFFFFF">
                <a:alpha val="100000"/>
              </a:srgbClr>
            </a:solidFill>
            <a:prstDash val="solid"/>
          </a:ln>
          <a:effectLst>
            <a:outerShdw blurRad="25400" dist="25400" dir="3300000" sx="96000" sy="96000" algn="tl" rotWithShape="0">
              <a:schemeClr val="bg2">
                <a:shade val="90000"/>
                <a:satMod val="200000"/>
                <a:alpha val="40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0" name="Flowchart: Process 9"/>
          <p:cNvSpPr/>
          <p:nvPr/>
        </p:nvSpPr>
        <p:spPr>
          <a:xfrm rot="2103354" flipH="1">
            <a:off x="5003667" y="936786"/>
            <a:ext cx="649224" cy="204310"/>
          </a:xfrm>
          <a:prstGeom prst="flowChartProcess">
            <a:avLst/>
          </a:prstGeom>
          <a:solidFill>
            <a:srgbClr val="FBFBFB">
              <a:alpha val="45098"/>
            </a:srgbClr>
          </a:solidFill>
          <a:ln w="6350" cap="rnd" cmpd="sng" algn="ctr">
            <a:solidFill>
              <a:srgbClr val="FFFFFF">
                <a:alpha val="100000"/>
              </a:srgbClr>
            </a:solidFill>
            <a:prstDash val="solid"/>
          </a:ln>
          <a:effectLst>
            <a:outerShdw blurRad="25400" dist="25400" dir="3300000" sx="96000" sy="96000" algn="tl" rotWithShape="0">
              <a:schemeClr val="bg2">
                <a:alpha val="20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4" name="Text Placeholder 3"/>
          <p:cNvSpPr>
            <a:spLocks noGrp="1"/>
          </p:cNvSpPr>
          <p:nvPr>
            <p:ph type="body" sz="half" idx="2"/>
          </p:nvPr>
        </p:nvSpPr>
        <p:spPr>
          <a:xfrm>
            <a:off x="838200" y="4800600"/>
            <a:ext cx="4419600" cy="762000"/>
          </a:xfrm>
        </p:spPr>
        <p:txBody>
          <a:bodyPr anchor="ctr"/>
          <a:lstStyle>
            <a:lvl1pPr marL="0" indent="0" algn="l">
              <a:lnSpc>
                <a:spcPts val="1600"/>
              </a:lnSpc>
              <a:spcBef>
                <a:spcPts val="0"/>
              </a:spcBef>
              <a:buNone/>
              <a:defRPr sz="1400">
                <a:solidFill>
                  <a:srgbClr val="777777"/>
                </a:solidFill>
              </a:defRPr>
            </a:lvl1pPr>
            <a:lvl2pPr>
              <a:defRPr sz="1200"/>
            </a:lvl2pPr>
            <a:lvl3pPr>
              <a:defRPr sz="1000"/>
            </a:lvl3pPr>
            <a:lvl4pPr>
              <a:defRPr sz="900"/>
            </a:lvl4pPr>
            <a:lvl5pPr>
              <a:defRPr sz="900"/>
            </a:lvl5pPr>
            <a:extLst/>
          </a:lstStyle>
          <a:p>
            <a:pPr lvl="0" eaLnBrk="1" latinLnBrk="0" hangingPunct="1"/>
            <a:r>
              <a:rPr kumimoji="0" lang="en-US"/>
              <a:t>Click to edit Master text styles</a:t>
            </a:r>
          </a:p>
        </p:txBody>
      </p:sp>
    </p:spTree>
  </p:cSld>
  <p:clrMapOvr>
    <a:masterClrMapping/>
  </p:clrMapOvr>
  <p:transition>
    <p:wipe dir="d"/>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1D8BD707-D9CF-40AE-B4C6-C98DA3205C09}" type="datetimeFigureOut">
              <a:rPr lang="en-US" smtClean="0"/>
              <a:pPr/>
              <a:t>2/21/2025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dirty="0"/>
          </a:p>
        </p:txBody>
      </p:sp>
    </p:spTree>
  </p:cSld>
  <p:clrMapOvr>
    <a:masterClrMapping/>
  </p:clrMapOvr>
  <p:transition>
    <p:wipe dir="d"/>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858000" y="274639"/>
            <a:ext cx="18288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1143000" y="274640"/>
            <a:ext cx="55626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1D8BD707-D9CF-40AE-B4C6-C98DA3205C09}" type="datetimeFigureOut">
              <a:rPr lang="en-US" smtClean="0"/>
              <a:pPr/>
              <a:t>2/21/2025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dirty="0"/>
          </a:p>
        </p:txBody>
      </p:sp>
    </p:spTree>
  </p:cSld>
  <p:clrMapOvr>
    <a:masterClrMapping/>
  </p:clrMapOvr>
  <p:transition>
    <p:wipe dir="d"/>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7" name="Pie 6"/>
          <p:cNvSpPr/>
          <p:nvPr/>
        </p:nvSpPr>
        <p:spPr>
          <a:xfrm>
            <a:off x="-815927" y="-815922"/>
            <a:ext cx="1638887" cy="1638887"/>
          </a:xfrm>
          <a:prstGeom prst="pie">
            <a:avLst>
              <a:gd name="adj1" fmla="val 0"/>
              <a:gd name="adj2" fmla="val 5402120"/>
            </a:avLst>
          </a:prstGeom>
          <a:solidFill>
            <a:schemeClr val="bg2">
              <a:tint val="18000"/>
              <a:satMod val="220000"/>
              <a:alpha val="33000"/>
            </a:schemeClr>
          </a:solidFill>
          <a:ln w="3175" cap="rnd" cmpd="sng" algn="ctr">
            <a:solidFill>
              <a:schemeClr val="bg2">
                <a:shade val="70000"/>
                <a:satMod val="200000"/>
                <a:alpha val="100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Oval 7"/>
          <p:cNvSpPr/>
          <p:nvPr/>
        </p:nvSpPr>
        <p:spPr>
          <a:xfrm>
            <a:off x="168816" y="21102"/>
            <a:ext cx="1702191" cy="1702191"/>
          </a:xfrm>
          <a:prstGeom prst="ellipse">
            <a:avLst/>
          </a:prstGeom>
          <a:noFill/>
          <a:ln w="27305" cap="rnd" cmpd="sng" algn="ctr">
            <a:solidFill>
              <a:schemeClr val="bg2">
                <a:tint val="45000"/>
                <a:satMod val="325000"/>
                <a:alpha val="100000"/>
              </a:schemeClr>
            </a:solidFill>
            <a:prstDash val="solid"/>
          </a:ln>
          <a:effectLst>
            <a:outerShdw blurRad="25400" dist="25400" dir="5400000" algn="tl" rotWithShape="0">
              <a:schemeClr val="bg2">
                <a:shade val="50000"/>
                <a:satMod val="150000"/>
                <a:alpha val="85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1" name="Donut 10"/>
          <p:cNvSpPr/>
          <p:nvPr/>
        </p:nvSpPr>
        <p:spPr>
          <a:xfrm rot="2315675">
            <a:off x="182881" y="1055077"/>
            <a:ext cx="1125717" cy="1102624"/>
          </a:xfrm>
          <a:prstGeom prst="donut">
            <a:avLst>
              <a:gd name="adj" fmla="val 11833"/>
            </a:avLst>
          </a:prstGeom>
          <a:gradFill rotWithShape="1">
            <a:gsLst>
              <a:gs pos="0">
                <a:schemeClr val="bg2">
                  <a:tint val="10000"/>
                  <a:shade val="99000"/>
                  <a:satMod val="355000"/>
                  <a:alpha val="70000"/>
                </a:schemeClr>
              </a:gs>
              <a:gs pos="70000">
                <a:schemeClr val="bg2">
                  <a:tint val="6000"/>
                  <a:shade val="100000"/>
                  <a:satMod val="400000"/>
                  <a:alpha val="55000"/>
                </a:schemeClr>
              </a:gs>
              <a:gs pos="100000">
                <a:schemeClr val="bg2">
                  <a:tint val="100000"/>
                  <a:shade val="75000"/>
                  <a:satMod val="370000"/>
                  <a:alpha val="60000"/>
                </a:schemeClr>
              </a:gs>
            </a:gsLst>
            <a:path path="circle">
              <a:fillToRect l="-407500" t="-50000" r="507500" b="150000"/>
            </a:path>
          </a:gradFill>
          <a:ln w="7350" cap="rnd" cmpd="sng" algn="ctr">
            <a:solidFill>
              <a:schemeClr val="bg2">
                <a:shade val="60000"/>
                <a:satMod val="220000"/>
                <a:alpha val="100000"/>
              </a:schemeClr>
            </a:solidFill>
            <a:prstDash val="solid"/>
          </a:ln>
          <a:effectLst>
            <a:outerShdw blurRad="12700" dist="15000" dir="4500000" algn="tl" rotWithShape="0">
              <a:schemeClr val="bg2">
                <a:shade val="10000"/>
                <a:satMod val="200000"/>
                <a:alpha val="35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Rectangle 11"/>
          <p:cNvSpPr/>
          <p:nvPr/>
        </p:nvSpPr>
        <p:spPr>
          <a:xfrm>
            <a:off x="1012873" y="-54"/>
            <a:ext cx="8131127" cy="6858054"/>
          </a:xfrm>
          <a:prstGeom prst="rect">
            <a:avLst/>
          </a:prstGeom>
          <a:solidFill>
            <a:schemeClr val="bg1"/>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5" name="Title Placeholder 4"/>
          <p:cNvSpPr>
            <a:spLocks noGrp="1"/>
          </p:cNvSpPr>
          <p:nvPr>
            <p:ph type="title"/>
          </p:nvPr>
        </p:nvSpPr>
        <p:spPr>
          <a:xfrm>
            <a:off x="1435608" y="274638"/>
            <a:ext cx="7498080" cy="1143000"/>
          </a:xfrm>
          <a:prstGeom prst="rect">
            <a:avLst/>
          </a:prstGeom>
        </p:spPr>
        <p:txBody>
          <a:bodyPr anchor="ctr">
            <a:normAutofit/>
          </a:bodyPr>
          <a:lstStyle/>
          <a:p>
            <a:r>
              <a:rPr kumimoji="0" lang="en-US"/>
              <a:t>Click to edit Master title style</a:t>
            </a:r>
          </a:p>
        </p:txBody>
      </p:sp>
      <p:sp>
        <p:nvSpPr>
          <p:cNvPr id="9" name="Text Placeholder 8"/>
          <p:cNvSpPr>
            <a:spLocks noGrp="1"/>
          </p:cNvSpPr>
          <p:nvPr>
            <p:ph type="body" idx="1"/>
          </p:nvPr>
        </p:nvSpPr>
        <p:spPr>
          <a:xfrm>
            <a:off x="1435608" y="1447800"/>
            <a:ext cx="7498080" cy="4800600"/>
          </a:xfrm>
          <a:prstGeom prst="rect">
            <a:avLst/>
          </a:prstGeom>
        </p:spPr>
        <p:txBody>
          <a:bodyPr>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4" name="Date Placeholder 23"/>
          <p:cNvSpPr>
            <a:spLocks noGrp="1"/>
          </p:cNvSpPr>
          <p:nvPr>
            <p:ph type="dt" sz="half" idx="2"/>
          </p:nvPr>
        </p:nvSpPr>
        <p:spPr>
          <a:xfrm>
            <a:off x="3581400" y="6305550"/>
            <a:ext cx="2133600" cy="476250"/>
          </a:xfrm>
          <a:prstGeom prst="rect">
            <a:avLst/>
          </a:prstGeom>
        </p:spPr>
        <p:txBody>
          <a:bodyPr anchor="b"/>
          <a:lstStyle>
            <a:lvl1pPr algn="r" eaLnBrk="1" latinLnBrk="0" hangingPunct="1">
              <a:defRPr kumimoji="0" sz="1200">
                <a:solidFill>
                  <a:schemeClr val="bg2">
                    <a:shade val="50000"/>
                    <a:satMod val="200000"/>
                  </a:schemeClr>
                </a:solidFill>
              </a:defRPr>
            </a:lvl1pPr>
            <a:extLst/>
          </a:lstStyle>
          <a:p>
            <a:fld id="{1D8BD707-D9CF-40AE-B4C6-C98DA3205C09}" type="datetimeFigureOut">
              <a:rPr lang="en-US" smtClean="0"/>
              <a:pPr/>
              <a:t>2/21/2025</a:t>
            </a:fld>
            <a:endParaRPr lang="en-US" dirty="0"/>
          </a:p>
        </p:txBody>
      </p:sp>
      <p:sp>
        <p:nvSpPr>
          <p:cNvPr id="10" name="Footer Placeholder 9"/>
          <p:cNvSpPr>
            <a:spLocks noGrp="1"/>
          </p:cNvSpPr>
          <p:nvPr>
            <p:ph type="ftr" sz="quarter" idx="3"/>
          </p:nvPr>
        </p:nvSpPr>
        <p:spPr>
          <a:xfrm>
            <a:off x="5715000" y="6305550"/>
            <a:ext cx="2895600" cy="476250"/>
          </a:xfrm>
          <a:prstGeom prst="rect">
            <a:avLst/>
          </a:prstGeom>
        </p:spPr>
        <p:txBody>
          <a:bodyPr anchor="b"/>
          <a:lstStyle>
            <a:lvl1pPr eaLnBrk="1" latinLnBrk="0" hangingPunct="1">
              <a:defRPr kumimoji="0" sz="1200">
                <a:solidFill>
                  <a:schemeClr val="bg2">
                    <a:shade val="50000"/>
                    <a:satMod val="200000"/>
                  </a:schemeClr>
                </a:solidFill>
                <a:effectLst/>
              </a:defRPr>
            </a:lvl1pPr>
            <a:extLst/>
          </a:lstStyle>
          <a:p>
            <a:endParaRPr lang="en-US" dirty="0"/>
          </a:p>
        </p:txBody>
      </p:sp>
      <p:sp>
        <p:nvSpPr>
          <p:cNvPr id="22" name="Slide Number Placeholder 21"/>
          <p:cNvSpPr>
            <a:spLocks noGrp="1"/>
          </p:cNvSpPr>
          <p:nvPr>
            <p:ph type="sldNum" sz="quarter" idx="4"/>
          </p:nvPr>
        </p:nvSpPr>
        <p:spPr>
          <a:xfrm>
            <a:off x="8613648" y="6305550"/>
            <a:ext cx="457200" cy="476250"/>
          </a:xfrm>
          <a:prstGeom prst="rect">
            <a:avLst/>
          </a:prstGeom>
        </p:spPr>
        <p:txBody>
          <a:bodyPr anchor="b"/>
          <a:lstStyle>
            <a:lvl1pPr algn="ctr" eaLnBrk="1" latinLnBrk="0" hangingPunct="1">
              <a:defRPr kumimoji="0" sz="1200">
                <a:solidFill>
                  <a:schemeClr val="bg2">
                    <a:shade val="50000"/>
                    <a:satMod val="200000"/>
                  </a:schemeClr>
                </a:solidFill>
                <a:effectLst/>
              </a:defRPr>
            </a:lvl1pPr>
            <a:extLst/>
          </a:lstStyle>
          <a:p>
            <a:fld id="{B6F15528-21DE-4FAA-801E-634DDDAF4B2B}" type="slidenum">
              <a:rPr lang="en-US" smtClean="0"/>
              <a:pPr/>
              <a:t>‹#›</a:t>
            </a:fld>
            <a:endParaRPr lang="en-US" dirty="0"/>
          </a:p>
        </p:txBody>
      </p:sp>
      <p:sp>
        <p:nvSpPr>
          <p:cNvPr id="15" name="Rectangle 14"/>
          <p:cNvSpPr/>
          <p:nvPr/>
        </p:nvSpPr>
        <p:spPr bwMode="invGray">
          <a:xfrm>
            <a:off x="1014984" y="-54"/>
            <a:ext cx="73152" cy="6858054"/>
          </a:xfrm>
          <a:prstGeom prst="rect">
            <a:avLst/>
          </a:prstGeom>
          <a:solidFill>
            <a:schemeClr val="bg1"/>
          </a:solidFill>
          <a:ln w="25400" cap="rnd" cmpd="sng" algn="ctr">
            <a:noFill/>
            <a:prstDash val="solid"/>
          </a:ln>
          <a:effectLst>
            <a:outerShdw blurRad="38550" dist="38000" dir="10800000" algn="tl" rotWithShape="0">
              <a:schemeClr val="bg2">
                <a:shade val="20000"/>
                <a:satMod val="110000"/>
                <a:alpha val="25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ransition>
    <p:wipe dir="d"/>
  </p:transition>
  <p:txStyles>
    <p:titleStyle>
      <a:lvl1pPr algn="l" rtl="0" eaLnBrk="1" latinLnBrk="0" hangingPunct="1">
        <a:spcBef>
          <a:spcPct val="0"/>
        </a:spcBef>
        <a:buNone/>
        <a:defRPr kumimoji="0" sz="4300" kern="1200">
          <a:solidFill>
            <a:schemeClr val="tx2">
              <a:satMod val="130000"/>
            </a:schemeClr>
          </a:solidFill>
          <a:effectLst>
            <a:outerShdw blurRad="50000" dist="30000" dir="5400000" algn="tl" rotWithShape="0">
              <a:srgbClr val="000000">
                <a:alpha val="30000"/>
              </a:srgbClr>
            </a:outerShdw>
          </a:effectLst>
          <a:latin typeface="+mj-lt"/>
          <a:ea typeface="+mj-ea"/>
          <a:cs typeface="+mj-cs"/>
        </a:defRPr>
      </a:lvl1pPr>
      <a:extLst/>
    </p:titleStyle>
    <p:bodyStyle>
      <a:lvl1pPr marL="365760" indent="-283464" algn="l" rtl="0" eaLnBrk="1" latinLnBrk="0" hangingPunct="1">
        <a:lnSpc>
          <a:spcPct val="100000"/>
        </a:lnSpc>
        <a:spcBef>
          <a:spcPts val="600"/>
        </a:spcBef>
        <a:buClr>
          <a:schemeClr val="accent1"/>
        </a:buClr>
        <a:buSzPct val="80000"/>
        <a:buFont typeface="Wingdings 2"/>
        <a:buChar char=""/>
        <a:defRPr kumimoji="0" sz="3200" kern="1200">
          <a:solidFill>
            <a:schemeClr val="tx1"/>
          </a:solidFill>
          <a:latin typeface="+mn-lt"/>
          <a:ea typeface="+mn-ea"/>
          <a:cs typeface="+mn-cs"/>
        </a:defRPr>
      </a:lvl1pPr>
      <a:lvl2pPr marL="640080" indent="-237744" algn="l" rtl="0" eaLnBrk="1" latinLnBrk="0" hangingPunct="1">
        <a:lnSpc>
          <a:spcPct val="100000"/>
        </a:lnSpc>
        <a:spcBef>
          <a:spcPts val="550"/>
        </a:spcBef>
        <a:buClr>
          <a:schemeClr val="accent1"/>
        </a:buClr>
        <a:buFont typeface="Verdana"/>
        <a:buChar char="◦"/>
        <a:defRPr kumimoji="0" sz="2800" kern="1200">
          <a:solidFill>
            <a:schemeClr val="tx1"/>
          </a:solidFill>
          <a:latin typeface="+mn-lt"/>
          <a:ea typeface="+mn-ea"/>
          <a:cs typeface="+mn-cs"/>
        </a:defRPr>
      </a:lvl2pPr>
      <a:lvl3pPr marL="886968" indent="-228600" algn="l" rtl="0" eaLnBrk="1" latinLnBrk="0" hangingPunct="1">
        <a:lnSpc>
          <a:spcPct val="100000"/>
        </a:lnSpc>
        <a:spcBef>
          <a:spcPct val="20000"/>
        </a:spcBef>
        <a:buClr>
          <a:schemeClr val="accent2"/>
        </a:buClr>
        <a:buFont typeface="Wingdings 2"/>
        <a:buChar char=""/>
        <a:defRPr kumimoji="0" sz="2400" kern="1200">
          <a:solidFill>
            <a:schemeClr val="tx1"/>
          </a:solidFill>
          <a:latin typeface="+mn-lt"/>
          <a:ea typeface="+mn-ea"/>
          <a:cs typeface="+mn-cs"/>
        </a:defRPr>
      </a:lvl3pPr>
      <a:lvl4pPr marL="1097280" indent="-173736" algn="l" rtl="0" eaLnBrk="1" latinLnBrk="0" hangingPunct="1">
        <a:lnSpc>
          <a:spcPct val="100000"/>
        </a:lnSpc>
        <a:spcBef>
          <a:spcPct val="20000"/>
        </a:spcBef>
        <a:buClr>
          <a:schemeClr val="accent3"/>
        </a:buClr>
        <a:buFont typeface="Wingdings 2"/>
        <a:buChar char=""/>
        <a:defRPr kumimoji="0" sz="2000" kern="1200">
          <a:solidFill>
            <a:schemeClr val="tx1"/>
          </a:solidFill>
          <a:latin typeface="+mn-lt"/>
          <a:ea typeface="+mn-ea"/>
          <a:cs typeface="+mn-cs"/>
        </a:defRPr>
      </a:lvl4pPr>
      <a:lvl5pPr marL="1298448" indent="-182880" algn="l" rtl="0" eaLnBrk="1" latinLnBrk="0" hangingPunct="1">
        <a:lnSpc>
          <a:spcPct val="100000"/>
        </a:lnSpc>
        <a:spcBef>
          <a:spcPct val="20000"/>
        </a:spcBef>
        <a:buClr>
          <a:schemeClr val="accent4"/>
        </a:buClr>
        <a:buFont typeface="Wingdings 2"/>
        <a:buChar char=""/>
        <a:defRPr kumimoji="0" sz="2000" kern="1200">
          <a:solidFill>
            <a:schemeClr val="tx1"/>
          </a:solidFill>
          <a:latin typeface="+mn-lt"/>
          <a:ea typeface="+mn-ea"/>
          <a:cs typeface="+mn-cs"/>
        </a:defRPr>
      </a:lvl5pPr>
      <a:lvl6pPr marL="1508760" indent="-182880" algn="l" rtl="0" eaLnBrk="1" latinLnBrk="0" hangingPunct="1">
        <a:lnSpc>
          <a:spcPct val="100000"/>
        </a:lnSpc>
        <a:spcBef>
          <a:spcPct val="20000"/>
        </a:spcBef>
        <a:buClr>
          <a:schemeClr val="accent5"/>
        </a:buClr>
        <a:buFont typeface="Wingdings 2"/>
        <a:buChar char=""/>
        <a:defRPr kumimoji="0" sz="2000" kern="1200">
          <a:solidFill>
            <a:schemeClr val="tx1"/>
          </a:solidFill>
          <a:latin typeface="+mn-lt"/>
          <a:ea typeface="+mn-ea"/>
          <a:cs typeface="+mn-cs"/>
        </a:defRPr>
      </a:lvl6pPr>
      <a:lvl7pPr marL="1719072" indent="-182880" algn="l" rtl="0" eaLnBrk="1" latinLnBrk="0" hangingPunct="1">
        <a:lnSpc>
          <a:spcPct val="100000"/>
        </a:lnSpc>
        <a:spcBef>
          <a:spcPct val="20000"/>
        </a:spcBef>
        <a:buClr>
          <a:schemeClr val="accent6"/>
        </a:buClr>
        <a:buFont typeface="Wingdings 2"/>
        <a:buChar char=""/>
        <a:defRPr kumimoji="0" sz="2000" kern="1200">
          <a:solidFill>
            <a:schemeClr val="tx1"/>
          </a:solidFill>
          <a:latin typeface="+mn-lt"/>
          <a:ea typeface="+mn-ea"/>
          <a:cs typeface="+mn-cs"/>
        </a:defRPr>
      </a:lvl7pPr>
      <a:lvl8pPr marL="1920240" indent="-182880" algn="l" rtl="0" eaLnBrk="1" latinLnBrk="0" hangingPunct="1">
        <a:lnSpc>
          <a:spcPct val="100000"/>
        </a:lnSpc>
        <a:spcBef>
          <a:spcPct val="20000"/>
        </a:spcBef>
        <a:buClr>
          <a:schemeClr val="accent6"/>
        </a:buClr>
        <a:buFont typeface="Wingdings 2"/>
        <a:buChar char=""/>
        <a:defRPr kumimoji="0" sz="2000" kern="1200">
          <a:solidFill>
            <a:schemeClr val="tx1"/>
          </a:solidFill>
          <a:latin typeface="+mn-lt"/>
          <a:ea typeface="+mn-ea"/>
          <a:cs typeface="+mn-cs"/>
        </a:defRPr>
      </a:lvl8pPr>
      <a:lvl9pPr marL="2130552" indent="-182880" algn="l" rtl="0" eaLnBrk="1" latinLnBrk="0" hangingPunct="1">
        <a:lnSpc>
          <a:spcPct val="100000"/>
        </a:lnSpc>
        <a:spcBef>
          <a:spcPct val="20000"/>
        </a:spcBef>
        <a:buClr>
          <a:schemeClr val="accent6"/>
        </a:buClr>
        <a:buFont typeface="Wingdings 2"/>
        <a:buChar char=""/>
        <a:defRPr kumimoji="0" sz="2000" kern="1200">
          <a:solidFill>
            <a:schemeClr val="tx1"/>
          </a:solidFill>
          <a:latin typeface="+mn-lt"/>
          <a:ea typeface="+mn-ea"/>
          <a:cs typeface="+mn-cs"/>
        </a:defRPr>
      </a:lvl9pPr>
      <a:extLst/>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a:extLst/>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jpeg"/><Relationship Id="rId1" Type="http://schemas.openxmlformats.org/officeDocument/2006/relationships/slideLayout" Target="../slideLayouts/slideLayout6.xml"/><Relationship Id="rId5" Type="http://schemas.openxmlformats.org/officeDocument/2006/relationships/image" Target="../media/image15.png"/><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image" Target="../media/image16.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jpe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image" Target="../media/image23.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6.jp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image" Target="../media/image28.jp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0.jp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1.emf"/><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2.emf"/><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image" Target="../media/image33.jpe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5.jp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36.jp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8.emf"/><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40.emf"/><Relationship Id="rId2" Type="http://schemas.openxmlformats.org/officeDocument/2006/relationships/image" Target="../media/image39.emf"/><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17" Type="http://schemas.openxmlformats.org/officeDocument/2006/relationships/image" Target="../media/image156.png"/><Relationship Id="rId21" Type="http://schemas.openxmlformats.org/officeDocument/2006/relationships/image" Target="../media/image60.png"/><Relationship Id="rId42" Type="http://schemas.openxmlformats.org/officeDocument/2006/relationships/image" Target="../media/image81.png"/><Relationship Id="rId63" Type="http://schemas.openxmlformats.org/officeDocument/2006/relationships/image" Target="../media/image102.png"/><Relationship Id="rId84" Type="http://schemas.openxmlformats.org/officeDocument/2006/relationships/image" Target="../media/image123.png"/><Relationship Id="rId138" Type="http://schemas.openxmlformats.org/officeDocument/2006/relationships/image" Target="../media/image177.png"/><Relationship Id="rId159" Type="http://schemas.openxmlformats.org/officeDocument/2006/relationships/image" Target="../media/image198.png"/><Relationship Id="rId170" Type="http://schemas.openxmlformats.org/officeDocument/2006/relationships/image" Target="../media/image209.png"/><Relationship Id="rId191" Type="http://schemas.openxmlformats.org/officeDocument/2006/relationships/image" Target="../media/image230.png"/><Relationship Id="rId205" Type="http://schemas.openxmlformats.org/officeDocument/2006/relationships/image" Target="../media/image244.png"/><Relationship Id="rId226" Type="http://schemas.openxmlformats.org/officeDocument/2006/relationships/image" Target="../media/image265.png"/><Relationship Id="rId247" Type="http://schemas.openxmlformats.org/officeDocument/2006/relationships/image" Target="../media/image286.png"/><Relationship Id="rId107" Type="http://schemas.openxmlformats.org/officeDocument/2006/relationships/image" Target="../media/image146.png"/><Relationship Id="rId11" Type="http://schemas.openxmlformats.org/officeDocument/2006/relationships/image" Target="../media/image50.png"/><Relationship Id="rId32" Type="http://schemas.openxmlformats.org/officeDocument/2006/relationships/image" Target="../media/image71.png"/><Relationship Id="rId53" Type="http://schemas.openxmlformats.org/officeDocument/2006/relationships/image" Target="../media/image92.png"/><Relationship Id="rId74" Type="http://schemas.openxmlformats.org/officeDocument/2006/relationships/image" Target="../media/image113.png"/><Relationship Id="rId128" Type="http://schemas.openxmlformats.org/officeDocument/2006/relationships/image" Target="../media/image167.png"/><Relationship Id="rId149" Type="http://schemas.openxmlformats.org/officeDocument/2006/relationships/image" Target="../media/image188.png"/><Relationship Id="rId5" Type="http://schemas.openxmlformats.org/officeDocument/2006/relationships/image" Target="../media/image44.png"/><Relationship Id="rId95" Type="http://schemas.openxmlformats.org/officeDocument/2006/relationships/image" Target="../media/image134.png"/><Relationship Id="rId160" Type="http://schemas.openxmlformats.org/officeDocument/2006/relationships/image" Target="../media/image199.png"/><Relationship Id="rId181" Type="http://schemas.openxmlformats.org/officeDocument/2006/relationships/image" Target="../media/image220.png"/><Relationship Id="rId216" Type="http://schemas.openxmlformats.org/officeDocument/2006/relationships/image" Target="../media/image255.png"/><Relationship Id="rId237" Type="http://schemas.openxmlformats.org/officeDocument/2006/relationships/image" Target="../media/image276.png"/><Relationship Id="rId258" Type="http://schemas.openxmlformats.org/officeDocument/2006/relationships/image" Target="../media/image297.png"/><Relationship Id="rId22" Type="http://schemas.openxmlformats.org/officeDocument/2006/relationships/image" Target="../media/image61.png"/><Relationship Id="rId43" Type="http://schemas.openxmlformats.org/officeDocument/2006/relationships/image" Target="../media/image82.png"/><Relationship Id="rId64" Type="http://schemas.openxmlformats.org/officeDocument/2006/relationships/image" Target="../media/image103.png"/><Relationship Id="rId118" Type="http://schemas.openxmlformats.org/officeDocument/2006/relationships/image" Target="../media/image157.png"/><Relationship Id="rId139" Type="http://schemas.openxmlformats.org/officeDocument/2006/relationships/image" Target="../media/image178.png"/><Relationship Id="rId85" Type="http://schemas.openxmlformats.org/officeDocument/2006/relationships/image" Target="../media/image124.png"/><Relationship Id="rId150" Type="http://schemas.openxmlformats.org/officeDocument/2006/relationships/image" Target="../media/image189.png"/><Relationship Id="rId171" Type="http://schemas.openxmlformats.org/officeDocument/2006/relationships/image" Target="../media/image210.png"/><Relationship Id="rId192" Type="http://schemas.openxmlformats.org/officeDocument/2006/relationships/image" Target="../media/image231.png"/><Relationship Id="rId206" Type="http://schemas.openxmlformats.org/officeDocument/2006/relationships/image" Target="../media/image245.png"/><Relationship Id="rId227" Type="http://schemas.openxmlformats.org/officeDocument/2006/relationships/image" Target="../media/image266.png"/><Relationship Id="rId248" Type="http://schemas.openxmlformats.org/officeDocument/2006/relationships/image" Target="../media/image287.png"/><Relationship Id="rId12" Type="http://schemas.openxmlformats.org/officeDocument/2006/relationships/image" Target="../media/image51.png"/><Relationship Id="rId33" Type="http://schemas.openxmlformats.org/officeDocument/2006/relationships/image" Target="../media/image72.png"/><Relationship Id="rId108" Type="http://schemas.openxmlformats.org/officeDocument/2006/relationships/image" Target="../media/image147.png"/><Relationship Id="rId129" Type="http://schemas.openxmlformats.org/officeDocument/2006/relationships/image" Target="../media/image168.png"/><Relationship Id="rId54" Type="http://schemas.openxmlformats.org/officeDocument/2006/relationships/image" Target="../media/image93.png"/><Relationship Id="rId75" Type="http://schemas.openxmlformats.org/officeDocument/2006/relationships/image" Target="../media/image114.png"/><Relationship Id="rId96" Type="http://schemas.openxmlformats.org/officeDocument/2006/relationships/image" Target="../media/image135.png"/><Relationship Id="rId140" Type="http://schemas.openxmlformats.org/officeDocument/2006/relationships/image" Target="../media/image179.png"/><Relationship Id="rId161" Type="http://schemas.openxmlformats.org/officeDocument/2006/relationships/image" Target="../media/image200.png"/><Relationship Id="rId182" Type="http://schemas.openxmlformats.org/officeDocument/2006/relationships/image" Target="../media/image221.png"/><Relationship Id="rId217" Type="http://schemas.openxmlformats.org/officeDocument/2006/relationships/image" Target="../media/image256.png"/><Relationship Id="rId6" Type="http://schemas.openxmlformats.org/officeDocument/2006/relationships/image" Target="../media/image45.png"/><Relationship Id="rId238" Type="http://schemas.openxmlformats.org/officeDocument/2006/relationships/image" Target="../media/image277.png"/><Relationship Id="rId259" Type="http://schemas.openxmlformats.org/officeDocument/2006/relationships/image" Target="../media/image298.png"/><Relationship Id="rId23" Type="http://schemas.openxmlformats.org/officeDocument/2006/relationships/image" Target="../media/image62.png"/><Relationship Id="rId119" Type="http://schemas.openxmlformats.org/officeDocument/2006/relationships/image" Target="../media/image158.png"/><Relationship Id="rId44" Type="http://schemas.openxmlformats.org/officeDocument/2006/relationships/image" Target="../media/image83.png"/><Relationship Id="rId65" Type="http://schemas.openxmlformats.org/officeDocument/2006/relationships/image" Target="../media/image104.png"/><Relationship Id="rId86" Type="http://schemas.openxmlformats.org/officeDocument/2006/relationships/image" Target="../media/image125.png"/><Relationship Id="rId130" Type="http://schemas.openxmlformats.org/officeDocument/2006/relationships/image" Target="../media/image169.png"/><Relationship Id="rId151" Type="http://schemas.openxmlformats.org/officeDocument/2006/relationships/image" Target="../media/image190.png"/><Relationship Id="rId172" Type="http://schemas.openxmlformats.org/officeDocument/2006/relationships/image" Target="../media/image211.png"/><Relationship Id="rId193" Type="http://schemas.openxmlformats.org/officeDocument/2006/relationships/image" Target="../media/image232.png"/><Relationship Id="rId207" Type="http://schemas.openxmlformats.org/officeDocument/2006/relationships/image" Target="../media/image246.png"/><Relationship Id="rId228" Type="http://schemas.openxmlformats.org/officeDocument/2006/relationships/image" Target="../media/image267.png"/><Relationship Id="rId249" Type="http://schemas.openxmlformats.org/officeDocument/2006/relationships/image" Target="../media/image288.png"/><Relationship Id="rId13" Type="http://schemas.openxmlformats.org/officeDocument/2006/relationships/image" Target="../media/image52.png"/><Relationship Id="rId109" Type="http://schemas.openxmlformats.org/officeDocument/2006/relationships/image" Target="../media/image148.png"/><Relationship Id="rId34" Type="http://schemas.openxmlformats.org/officeDocument/2006/relationships/image" Target="../media/image73.png"/><Relationship Id="rId55" Type="http://schemas.openxmlformats.org/officeDocument/2006/relationships/image" Target="../media/image94.png"/><Relationship Id="rId76" Type="http://schemas.openxmlformats.org/officeDocument/2006/relationships/image" Target="../media/image115.png"/><Relationship Id="rId97" Type="http://schemas.openxmlformats.org/officeDocument/2006/relationships/image" Target="../media/image136.png"/><Relationship Id="rId120" Type="http://schemas.openxmlformats.org/officeDocument/2006/relationships/image" Target="../media/image159.png"/><Relationship Id="rId141" Type="http://schemas.openxmlformats.org/officeDocument/2006/relationships/image" Target="../media/image180.png"/><Relationship Id="rId7" Type="http://schemas.openxmlformats.org/officeDocument/2006/relationships/image" Target="../media/image46.png"/><Relationship Id="rId162" Type="http://schemas.openxmlformats.org/officeDocument/2006/relationships/image" Target="../media/image201.png"/><Relationship Id="rId183" Type="http://schemas.openxmlformats.org/officeDocument/2006/relationships/image" Target="../media/image222.png"/><Relationship Id="rId218" Type="http://schemas.openxmlformats.org/officeDocument/2006/relationships/image" Target="../media/image257.png"/><Relationship Id="rId239" Type="http://schemas.openxmlformats.org/officeDocument/2006/relationships/image" Target="../media/image278.png"/><Relationship Id="rId250" Type="http://schemas.openxmlformats.org/officeDocument/2006/relationships/image" Target="../media/image289.png"/><Relationship Id="rId24" Type="http://schemas.openxmlformats.org/officeDocument/2006/relationships/image" Target="../media/image63.png"/><Relationship Id="rId45" Type="http://schemas.openxmlformats.org/officeDocument/2006/relationships/image" Target="../media/image84.png"/><Relationship Id="rId66" Type="http://schemas.openxmlformats.org/officeDocument/2006/relationships/image" Target="../media/image105.png"/><Relationship Id="rId87" Type="http://schemas.openxmlformats.org/officeDocument/2006/relationships/image" Target="../media/image126.png"/><Relationship Id="rId110" Type="http://schemas.openxmlformats.org/officeDocument/2006/relationships/image" Target="../media/image149.png"/><Relationship Id="rId131" Type="http://schemas.openxmlformats.org/officeDocument/2006/relationships/image" Target="../media/image170.png"/><Relationship Id="rId152" Type="http://schemas.openxmlformats.org/officeDocument/2006/relationships/image" Target="../media/image191.png"/><Relationship Id="rId173" Type="http://schemas.openxmlformats.org/officeDocument/2006/relationships/image" Target="../media/image212.png"/><Relationship Id="rId194" Type="http://schemas.openxmlformats.org/officeDocument/2006/relationships/image" Target="../media/image233.png"/><Relationship Id="rId208" Type="http://schemas.openxmlformats.org/officeDocument/2006/relationships/image" Target="../media/image247.png"/><Relationship Id="rId229" Type="http://schemas.openxmlformats.org/officeDocument/2006/relationships/image" Target="../media/image268.png"/><Relationship Id="rId240" Type="http://schemas.openxmlformats.org/officeDocument/2006/relationships/image" Target="../media/image279.png"/><Relationship Id="rId14" Type="http://schemas.openxmlformats.org/officeDocument/2006/relationships/image" Target="../media/image53.png"/><Relationship Id="rId35" Type="http://schemas.openxmlformats.org/officeDocument/2006/relationships/image" Target="../media/image74.png"/><Relationship Id="rId56" Type="http://schemas.openxmlformats.org/officeDocument/2006/relationships/image" Target="../media/image95.png"/><Relationship Id="rId77" Type="http://schemas.openxmlformats.org/officeDocument/2006/relationships/image" Target="../media/image116.png"/><Relationship Id="rId100" Type="http://schemas.openxmlformats.org/officeDocument/2006/relationships/image" Target="../media/image139.png"/><Relationship Id="rId8" Type="http://schemas.openxmlformats.org/officeDocument/2006/relationships/image" Target="../media/image47.png"/><Relationship Id="rId98" Type="http://schemas.openxmlformats.org/officeDocument/2006/relationships/image" Target="../media/image137.png"/><Relationship Id="rId121" Type="http://schemas.openxmlformats.org/officeDocument/2006/relationships/image" Target="../media/image160.png"/><Relationship Id="rId142" Type="http://schemas.openxmlformats.org/officeDocument/2006/relationships/image" Target="../media/image181.png"/><Relationship Id="rId163" Type="http://schemas.openxmlformats.org/officeDocument/2006/relationships/image" Target="../media/image202.png"/><Relationship Id="rId184" Type="http://schemas.openxmlformats.org/officeDocument/2006/relationships/image" Target="../media/image223.png"/><Relationship Id="rId219" Type="http://schemas.openxmlformats.org/officeDocument/2006/relationships/image" Target="../media/image258.png"/><Relationship Id="rId230" Type="http://schemas.openxmlformats.org/officeDocument/2006/relationships/image" Target="../media/image269.png"/><Relationship Id="rId251" Type="http://schemas.openxmlformats.org/officeDocument/2006/relationships/image" Target="../media/image290.png"/><Relationship Id="rId25" Type="http://schemas.openxmlformats.org/officeDocument/2006/relationships/image" Target="../media/image64.png"/><Relationship Id="rId46" Type="http://schemas.openxmlformats.org/officeDocument/2006/relationships/image" Target="../media/image85.png"/><Relationship Id="rId67" Type="http://schemas.openxmlformats.org/officeDocument/2006/relationships/image" Target="../media/image106.png"/><Relationship Id="rId88" Type="http://schemas.openxmlformats.org/officeDocument/2006/relationships/image" Target="../media/image127.png"/><Relationship Id="rId111" Type="http://schemas.openxmlformats.org/officeDocument/2006/relationships/image" Target="../media/image150.png"/><Relationship Id="rId132" Type="http://schemas.openxmlformats.org/officeDocument/2006/relationships/image" Target="../media/image171.png"/><Relationship Id="rId153" Type="http://schemas.openxmlformats.org/officeDocument/2006/relationships/image" Target="../media/image192.png"/><Relationship Id="rId174" Type="http://schemas.openxmlformats.org/officeDocument/2006/relationships/image" Target="../media/image213.png"/><Relationship Id="rId195" Type="http://schemas.openxmlformats.org/officeDocument/2006/relationships/image" Target="../media/image234.png"/><Relationship Id="rId209" Type="http://schemas.openxmlformats.org/officeDocument/2006/relationships/image" Target="../media/image248.png"/><Relationship Id="rId220" Type="http://schemas.openxmlformats.org/officeDocument/2006/relationships/image" Target="../media/image259.png"/><Relationship Id="rId241" Type="http://schemas.openxmlformats.org/officeDocument/2006/relationships/image" Target="../media/image280.png"/><Relationship Id="rId15" Type="http://schemas.openxmlformats.org/officeDocument/2006/relationships/image" Target="../media/image54.png"/><Relationship Id="rId36" Type="http://schemas.openxmlformats.org/officeDocument/2006/relationships/image" Target="../media/image75.png"/><Relationship Id="rId57" Type="http://schemas.openxmlformats.org/officeDocument/2006/relationships/image" Target="../media/image96.png"/><Relationship Id="rId78" Type="http://schemas.openxmlformats.org/officeDocument/2006/relationships/image" Target="../media/image117.png"/><Relationship Id="rId99" Type="http://schemas.openxmlformats.org/officeDocument/2006/relationships/image" Target="../media/image138.png"/><Relationship Id="rId101" Type="http://schemas.openxmlformats.org/officeDocument/2006/relationships/image" Target="../media/image140.png"/><Relationship Id="rId122" Type="http://schemas.openxmlformats.org/officeDocument/2006/relationships/image" Target="../media/image161.png"/><Relationship Id="rId143" Type="http://schemas.openxmlformats.org/officeDocument/2006/relationships/image" Target="../media/image182.png"/><Relationship Id="rId164" Type="http://schemas.openxmlformats.org/officeDocument/2006/relationships/image" Target="../media/image203.png"/><Relationship Id="rId185" Type="http://schemas.openxmlformats.org/officeDocument/2006/relationships/image" Target="../media/image224.png"/><Relationship Id="rId9" Type="http://schemas.openxmlformats.org/officeDocument/2006/relationships/image" Target="../media/image48.png"/><Relationship Id="rId210" Type="http://schemas.openxmlformats.org/officeDocument/2006/relationships/image" Target="../media/image249.png"/><Relationship Id="rId26" Type="http://schemas.openxmlformats.org/officeDocument/2006/relationships/image" Target="../media/image65.png"/><Relationship Id="rId231" Type="http://schemas.openxmlformats.org/officeDocument/2006/relationships/image" Target="../media/image270.png"/><Relationship Id="rId252" Type="http://schemas.openxmlformats.org/officeDocument/2006/relationships/image" Target="../media/image291.png"/><Relationship Id="rId47" Type="http://schemas.openxmlformats.org/officeDocument/2006/relationships/image" Target="../media/image86.png"/><Relationship Id="rId68" Type="http://schemas.openxmlformats.org/officeDocument/2006/relationships/image" Target="../media/image107.png"/><Relationship Id="rId89" Type="http://schemas.openxmlformats.org/officeDocument/2006/relationships/image" Target="../media/image128.png"/><Relationship Id="rId112" Type="http://schemas.openxmlformats.org/officeDocument/2006/relationships/image" Target="../media/image151.png"/><Relationship Id="rId133" Type="http://schemas.openxmlformats.org/officeDocument/2006/relationships/image" Target="../media/image172.png"/><Relationship Id="rId154" Type="http://schemas.openxmlformats.org/officeDocument/2006/relationships/image" Target="../media/image193.png"/><Relationship Id="rId175" Type="http://schemas.openxmlformats.org/officeDocument/2006/relationships/image" Target="../media/image214.png"/><Relationship Id="rId196" Type="http://schemas.openxmlformats.org/officeDocument/2006/relationships/image" Target="../media/image235.png"/><Relationship Id="rId200" Type="http://schemas.openxmlformats.org/officeDocument/2006/relationships/image" Target="../media/image239.png"/><Relationship Id="rId16" Type="http://schemas.openxmlformats.org/officeDocument/2006/relationships/image" Target="../media/image55.png"/><Relationship Id="rId221" Type="http://schemas.openxmlformats.org/officeDocument/2006/relationships/image" Target="../media/image260.png"/><Relationship Id="rId242" Type="http://schemas.openxmlformats.org/officeDocument/2006/relationships/image" Target="../media/image281.png"/><Relationship Id="rId37" Type="http://schemas.openxmlformats.org/officeDocument/2006/relationships/image" Target="../media/image76.png"/><Relationship Id="rId58" Type="http://schemas.openxmlformats.org/officeDocument/2006/relationships/image" Target="../media/image97.png"/><Relationship Id="rId79" Type="http://schemas.openxmlformats.org/officeDocument/2006/relationships/image" Target="../media/image118.png"/><Relationship Id="rId102" Type="http://schemas.openxmlformats.org/officeDocument/2006/relationships/image" Target="../media/image141.png"/><Relationship Id="rId123" Type="http://schemas.openxmlformats.org/officeDocument/2006/relationships/image" Target="../media/image162.png"/><Relationship Id="rId144" Type="http://schemas.openxmlformats.org/officeDocument/2006/relationships/image" Target="../media/image183.png"/><Relationship Id="rId90" Type="http://schemas.openxmlformats.org/officeDocument/2006/relationships/image" Target="../media/image129.png"/><Relationship Id="rId165" Type="http://schemas.openxmlformats.org/officeDocument/2006/relationships/image" Target="../media/image204.png"/><Relationship Id="rId186" Type="http://schemas.openxmlformats.org/officeDocument/2006/relationships/image" Target="../media/image225.png"/><Relationship Id="rId211" Type="http://schemas.openxmlformats.org/officeDocument/2006/relationships/image" Target="../media/image250.png"/><Relationship Id="rId232" Type="http://schemas.openxmlformats.org/officeDocument/2006/relationships/image" Target="../media/image271.png"/><Relationship Id="rId253" Type="http://schemas.openxmlformats.org/officeDocument/2006/relationships/image" Target="../media/image292.png"/><Relationship Id="rId27" Type="http://schemas.openxmlformats.org/officeDocument/2006/relationships/image" Target="../media/image66.png"/><Relationship Id="rId48" Type="http://schemas.openxmlformats.org/officeDocument/2006/relationships/image" Target="../media/image87.png"/><Relationship Id="rId69" Type="http://schemas.openxmlformats.org/officeDocument/2006/relationships/image" Target="../media/image108.png"/><Relationship Id="rId113" Type="http://schemas.openxmlformats.org/officeDocument/2006/relationships/image" Target="../media/image152.png"/><Relationship Id="rId134" Type="http://schemas.openxmlformats.org/officeDocument/2006/relationships/image" Target="../media/image173.png"/><Relationship Id="rId80" Type="http://schemas.openxmlformats.org/officeDocument/2006/relationships/image" Target="../media/image119.png"/><Relationship Id="rId155" Type="http://schemas.openxmlformats.org/officeDocument/2006/relationships/image" Target="../media/image194.png"/><Relationship Id="rId176" Type="http://schemas.openxmlformats.org/officeDocument/2006/relationships/image" Target="../media/image215.png"/><Relationship Id="rId197" Type="http://schemas.openxmlformats.org/officeDocument/2006/relationships/image" Target="../media/image236.png"/><Relationship Id="rId201" Type="http://schemas.openxmlformats.org/officeDocument/2006/relationships/image" Target="../media/image240.png"/><Relationship Id="rId222" Type="http://schemas.openxmlformats.org/officeDocument/2006/relationships/image" Target="../media/image261.png"/><Relationship Id="rId243" Type="http://schemas.openxmlformats.org/officeDocument/2006/relationships/image" Target="../media/image282.png"/><Relationship Id="rId17" Type="http://schemas.openxmlformats.org/officeDocument/2006/relationships/image" Target="../media/image56.png"/><Relationship Id="rId38" Type="http://schemas.openxmlformats.org/officeDocument/2006/relationships/image" Target="../media/image77.png"/><Relationship Id="rId59" Type="http://schemas.openxmlformats.org/officeDocument/2006/relationships/image" Target="../media/image98.png"/><Relationship Id="rId103" Type="http://schemas.openxmlformats.org/officeDocument/2006/relationships/image" Target="../media/image142.png"/><Relationship Id="rId124" Type="http://schemas.openxmlformats.org/officeDocument/2006/relationships/image" Target="../media/image163.png"/><Relationship Id="rId70" Type="http://schemas.openxmlformats.org/officeDocument/2006/relationships/image" Target="../media/image109.png"/><Relationship Id="rId91" Type="http://schemas.openxmlformats.org/officeDocument/2006/relationships/image" Target="../media/image130.png"/><Relationship Id="rId145" Type="http://schemas.openxmlformats.org/officeDocument/2006/relationships/image" Target="../media/image184.png"/><Relationship Id="rId166" Type="http://schemas.openxmlformats.org/officeDocument/2006/relationships/image" Target="../media/image205.png"/><Relationship Id="rId187" Type="http://schemas.openxmlformats.org/officeDocument/2006/relationships/image" Target="../media/image226.png"/><Relationship Id="rId1" Type="http://schemas.openxmlformats.org/officeDocument/2006/relationships/slideLayout" Target="../slideLayouts/slideLayout7.xml"/><Relationship Id="rId212" Type="http://schemas.openxmlformats.org/officeDocument/2006/relationships/image" Target="../media/image251.png"/><Relationship Id="rId233" Type="http://schemas.openxmlformats.org/officeDocument/2006/relationships/image" Target="../media/image272.png"/><Relationship Id="rId254" Type="http://schemas.openxmlformats.org/officeDocument/2006/relationships/image" Target="../media/image293.png"/><Relationship Id="rId28" Type="http://schemas.openxmlformats.org/officeDocument/2006/relationships/image" Target="../media/image67.png"/><Relationship Id="rId49" Type="http://schemas.openxmlformats.org/officeDocument/2006/relationships/image" Target="../media/image88.png"/><Relationship Id="rId114" Type="http://schemas.openxmlformats.org/officeDocument/2006/relationships/image" Target="../media/image153.png"/><Relationship Id="rId60" Type="http://schemas.openxmlformats.org/officeDocument/2006/relationships/image" Target="../media/image99.png"/><Relationship Id="rId81" Type="http://schemas.openxmlformats.org/officeDocument/2006/relationships/image" Target="../media/image120.png"/><Relationship Id="rId135" Type="http://schemas.openxmlformats.org/officeDocument/2006/relationships/image" Target="../media/image174.png"/><Relationship Id="rId156" Type="http://schemas.openxmlformats.org/officeDocument/2006/relationships/image" Target="../media/image195.png"/><Relationship Id="rId177" Type="http://schemas.openxmlformats.org/officeDocument/2006/relationships/image" Target="../media/image216.png"/><Relationship Id="rId198" Type="http://schemas.openxmlformats.org/officeDocument/2006/relationships/image" Target="../media/image237.png"/><Relationship Id="rId202" Type="http://schemas.openxmlformats.org/officeDocument/2006/relationships/image" Target="../media/image241.png"/><Relationship Id="rId223" Type="http://schemas.openxmlformats.org/officeDocument/2006/relationships/image" Target="../media/image262.png"/><Relationship Id="rId244" Type="http://schemas.openxmlformats.org/officeDocument/2006/relationships/image" Target="../media/image283.png"/><Relationship Id="rId18" Type="http://schemas.openxmlformats.org/officeDocument/2006/relationships/image" Target="../media/image57.png"/><Relationship Id="rId39" Type="http://schemas.openxmlformats.org/officeDocument/2006/relationships/image" Target="../media/image78.png"/><Relationship Id="rId50" Type="http://schemas.openxmlformats.org/officeDocument/2006/relationships/image" Target="../media/image89.png"/><Relationship Id="rId104" Type="http://schemas.openxmlformats.org/officeDocument/2006/relationships/image" Target="../media/image143.png"/><Relationship Id="rId125" Type="http://schemas.openxmlformats.org/officeDocument/2006/relationships/image" Target="../media/image164.png"/><Relationship Id="rId146" Type="http://schemas.openxmlformats.org/officeDocument/2006/relationships/image" Target="../media/image185.png"/><Relationship Id="rId167" Type="http://schemas.openxmlformats.org/officeDocument/2006/relationships/image" Target="../media/image206.png"/><Relationship Id="rId188" Type="http://schemas.openxmlformats.org/officeDocument/2006/relationships/image" Target="../media/image227.png"/><Relationship Id="rId71" Type="http://schemas.openxmlformats.org/officeDocument/2006/relationships/image" Target="../media/image110.png"/><Relationship Id="rId92" Type="http://schemas.openxmlformats.org/officeDocument/2006/relationships/image" Target="../media/image131.png"/><Relationship Id="rId213" Type="http://schemas.openxmlformats.org/officeDocument/2006/relationships/image" Target="../media/image252.png"/><Relationship Id="rId234" Type="http://schemas.openxmlformats.org/officeDocument/2006/relationships/image" Target="../media/image273.png"/><Relationship Id="rId2" Type="http://schemas.openxmlformats.org/officeDocument/2006/relationships/image" Target="../media/image41.png"/><Relationship Id="rId29" Type="http://schemas.openxmlformats.org/officeDocument/2006/relationships/image" Target="../media/image68.png"/><Relationship Id="rId255" Type="http://schemas.openxmlformats.org/officeDocument/2006/relationships/image" Target="../media/image294.png"/><Relationship Id="rId40" Type="http://schemas.openxmlformats.org/officeDocument/2006/relationships/image" Target="../media/image79.png"/><Relationship Id="rId115" Type="http://schemas.openxmlformats.org/officeDocument/2006/relationships/image" Target="../media/image154.png"/><Relationship Id="rId136" Type="http://schemas.openxmlformats.org/officeDocument/2006/relationships/image" Target="../media/image175.png"/><Relationship Id="rId157" Type="http://schemas.openxmlformats.org/officeDocument/2006/relationships/image" Target="../media/image196.png"/><Relationship Id="rId178" Type="http://schemas.openxmlformats.org/officeDocument/2006/relationships/image" Target="../media/image217.png"/><Relationship Id="rId61" Type="http://schemas.openxmlformats.org/officeDocument/2006/relationships/image" Target="../media/image100.png"/><Relationship Id="rId82" Type="http://schemas.openxmlformats.org/officeDocument/2006/relationships/image" Target="../media/image121.png"/><Relationship Id="rId199" Type="http://schemas.openxmlformats.org/officeDocument/2006/relationships/image" Target="../media/image238.png"/><Relationship Id="rId203" Type="http://schemas.openxmlformats.org/officeDocument/2006/relationships/image" Target="../media/image242.png"/><Relationship Id="rId19" Type="http://schemas.openxmlformats.org/officeDocument/2006/relationships/image" Target="../media/image58.png"/><Relationship Id="rId224" Type="http://schemas.openxmlformats.org/officeDocument/2006/relationships/image" Target="../media/image263.png"/><Relationship Id="rId245" Type="http://schemas.openxmlformats.org/officeDocument/2006/relationships/image" Target="../media/image284.png"/><Relationship Id="rId30" Type="http://schemas.openxmlformats.org/officeDocument/2006/relationships/image" Target="../media/image69.png"/><Relationship Id="rId105" Type="http://schemas.openxmlformats.org/officeDocument/2006/relationships/image" Target="../media/image144.png"/><Relationship Id="rId126" Type="http://schemas.openxmlformats.org/officeDocument/2006/relationships/image" Target="../media/image165.png"/><Relationship Id="rId147" Type="http://schemas.openxmlformats.org/officeDocument/2006/relationships/image" Target="../media/image186.png"/><Relationship Id="rId168" Type="http://schemas.openxmlformats.org/officeDocument/2006/relationships/image" Target="../media/image207.png"/><Relationship Id="rId51" Type="http://schemas.openxmlformats.org/officeDocument/2006/relationships/image" Target="../media/image90.png"/><Relationship Id="rId72" Type="http://schemas.openxmlformats.org/officeDocument/2006/relationships/image" Target="../media/image111.png"/><Relationship Id="rId93" Type="http://schemas.openxmlformats.org/officeDocument/2006/relationships/image" Target="../media/image132.png"/><Relationship Id="rId189" Type="http://schemas.openxmlformats.org/officeDocument/2006/relationships/image" Target="../media/image228.png"/><Relationship Id="rId3" Type="http://schemas.openxmlformats.org/officeDocument/2006/relationships/image" Target="../media/image42.png"/><Relationship Id="rId214" Type="http://schemas.openxmlformats.org/officeDocument/2006/relationships/image" Target="../media/image253.png"/><Relationship Id="rId235" Type="http://schemas.openxmlformats.org/officeDocument/2006/relationships/image" Target="../media/image274.png"/><Relationship Id="rId256" Type="http://schemas.openxmlformats.org/officeDocument/2006/relationships/image" Target="../media/image295.png"/><Relationship Id="rId116" Type="http://schemas.openxmlformats.org/officeDocument/2006/relationships/image" Target="../media/image155.png"/><Relationship Id="rId137" Type="http://schemas.openxmlformats.org/officeDocument/2006/relationships/image" Target="../media/image176.png"/><Relationship Id="rId158" Type="http://schemas.openxmlformats.org/officeDocument/2006/relationships/image" Target="../media/image197.png"/><Relationship Id="rId20" Type="http://schemas.openxmlformats.org/officeDocument/2006/relationships/image" Target="../media/image59.png"/><Relationship Id="rId41" Type="http://schemas.openxmlformats.org/officeDocument/2006/relationships/image" Target="../media/image80.png"/><Relationship Id="rId62" Type="http://schemas.openxmlformats.org/officeDocument/2006/relationships/image" Target="../media/image101.png"/><Relationship Id="rId83" Type="http://schemas.openxmlformats.org/officeDocument/2006/relationships/image" Target="../media/image122.png"/><Relationship Id="rId179" Type="http://schemas.openxmlformats.org/officeDocument/2006/relationships/image" Target="../media/image218.png"/><Relationship Id="rId190" Type="http://schemas.openxmlformats.org/officeDocument/2006/relationships/image" Target="../media/image229.png"/><Relationship Id="rId204" Type="http://schemas.openxmlformats.org/officeDocument/2006/relationships/image" Target="../media/image243.png"/><Relationship Id="rId225" Type="http://schemas.openxmlformats.org/officeDocument/2006/relationships/image" Target="../media/image264.png"/><Relationship Id="rId246" Type="http://schemas.openxmlformats.org/officeDocument/2006/relationships/image" Target="../media/image285.png"/><Relationship Id="rId106" Type="http://schemas.openxmlformats.org/officeDocument/2006/relationships/image" Target="../media/image145.png"/><Relationship Id="rId127" Type="http://schemas.openxmlformats.org/officeDocument/2006/relationships/image" Target="../media/image166.png"/><Relationship Id="rId10" Type="http://schemas.openxmlformats.org/officeDocument/2006/relationships/image" Target="../media/image49.png"/><Relationship Id="rId31" Type="http://schemas.openxmlformats.org/officeDocument/2006/relationships/image" Target="../media/image70.png"/><Relationship Id="rId52" Type="http://schemas.openxmlformats.org/officeDocument/2006/relationships/image" Target="../media/image91.png"/><Relationship Id="rId73" Type="http://schemas.openxmlformats.org/officeDocument/2006/relationships/image" Target="../media/image112.png"/><Relationship Id="rId94" Type="http://schemas.openxmlformats.org/officeDocument/2006/relationships/image" Target="../media/image133.png"/><Relationship Id="rId148" Type="http://schemas.openxmlformats.org/officeDocument/2006/relationships/image" Target="../media/image187.png"/><Relationship Id="rId169" Type="http://schemas.openxmlformats.org/officeDocument/2006/relationships/image" Target="../media/image208.png"/><Relationship Id="rId4" Type="http://schemas.openxmlformats.org/officeDocument/2006/relationships/image" Target="../media/image43.png"/><Relationship Id="rId180" Type="http://schemas.openxmlformats.org/officeDocument/2006/relationships/image" Target="../media/image219.png"/><Relationship Id="rId215" Type="http://schemas.openxmlformats.org/officeDocument/2006/relationships/image" Target="../media/image254.png"/><Relationship Id="rId236" Type="http://schemas.openxmlformats.org/officeDocument/2006/relationships/image" Target="../media/image275.png"/><Relationship Id="rId257" Type="http://schemas.openxmlformats.org/officeDocument/2006/relationships/image" Target="../media/image29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8" Type="http://schemas.openxmlformats.org/officeDocument/2006/relationships/image" Target="../media/image305.png"/><Relationship Id="rId3" Type="http://schemas.openxmlformats.org/officeDocument/2006/relationships/image" Target="../media/image300.png"/><Relationship Id="rId7" Type="http://schemas.openxmlformats.org/officeDocument/2006/relationships/image" Target="../media/image304.png"/><Relationship Id="rId2" Type="http://schemas.openxmlformats.org/officeDocument/2006/relationships/image" Target="../media/image299.png"/><Relationship Id="rId1" Type="http://schemas.openxmlformats.org/officeDocument/2006/relationships/slideLayout" Target="../slideLayouts/slideLayout7.xml"/><Relationship Id="rId6" Type="http://schemas.openxmlformats.org/officeDocument/2006/relationships/image" Target="../media/image303.png"/><Relationship Id="rId11" Type="http://schemas.openxmlformats.org/officeDocument/2006/relationships/image" Target="../media/image308.png"/><Relationship Id="rId5" Type="http://schemas.openxmlformats.org/officeDocument/2006/relationships/image" Target="../media/image302.png"/><Relationship Id="rId10" Type="http://schemas.openxmlformats.org/officeDocument/2006/relationships/image" Target="../media/image307.png"/><Relationship Id="rId4" Type="http://schemas.openxmlformats.org/officeDocument/2006/relationships/image" Target="../media/image301.png"/><Relationship Id="rId9" Type="http://schemas.openxmlformats.org/officeDocument/2006/relationships/image" Target="../media/image30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309.jp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310.jpe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311.jpe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45B89A9-6891-4D95-9588-AE4F05A57FEF}"/>
              </a:ext>
            </a:extLst>
          </p:cNvPr>
          <p:cNvSpPr>
            <a:spLocks noGrp="1"/>
          </p:cNvSpPr>
          <p:nvPr>
            <p:ph type="ctrTitle"/>
          </p:nvPr>
        </p:nvSpPr>
        <p:spPr>
          <a:xfrm>
            <a:off x="1066800" y="609600"/>
            <a:ext cx="8092440" cy="5278902"/>
          </a:xfrm>
        </p:spPr>
        <p:txBody>
          <a:bodyPr>
            <a:normAutofit/>
          </a:bodyPr>
          <a:lstStyle/>
          <a:p>
            <a:pPr algn="ctr"/>
            <a:r>
              <a:rPr lang="en-US" sz="4400" b="1" i="0" u="none" strike="noStrike" baseline="0" dirty="0">
                <a:latin typeface="Times New Roman" panose="02020603050405020304" pitchFamily="18" charset="0"/>
              </a:rPr>
              <a:t>Tools for Geochemical Analysis</a:t>
            </a:r>
            <a:br>
              <a:rPr lang="en-US" sz="4400" b="1" i="0" u="none" strike="noStrike" baseline="0" dirty="0">
                <a:latin typeface="Times New Roman" panose="02020603050405020304" pitchFamily="18" charset="0"/>
              </a:rPr>
            </a:br>
            <a:br>
              <a:rPr lang="en-US" sz="4400" b="1" i="0" u="none" strike="noStrike" baseline="0" dirty="0">
                <a:latin typeface="Times New Roman" panose="02020603050405020304" pitchFamily="18" charset="0"/>
              </a:rPr>
            </a:br>
            <a:br>
              <a:rPr lang="en-US" sz="4000" b="1" i="0" u="none" strike="noStrike" baseline="0" dirty="0">
                <a:latin typeface="Times New Roman" panose="02020603050405020304" pitchFamily="18" charset="0"/>
              </a:rPr>
            </a:br>
            <a:r>
              <a:rPr lang="en-US" sz="2200" b="1" i="0" u="none" strike="noStrike" baseline="0" dirty="0">
                <a:latin typeface="Times New Roman" panose="02020603050405020304" pitchFamily="18" charset="0"/>
              </a:rPr>
              <a:t>Dr. Anoop Ambili</a:t>
            </a:r>
            <a:br>
              <a:rPr lang="en-US" sz="2200" b="1" i="0" u="none" strike="noStrike" baseline="0" dirty="0">
                <a:latin typeface="Times New Roman" panose="02020603050405020304" pitchFamily="18" charset="0"/>
              </a:rPr>
            </a:br>
            <a:endParaRPr lang="en-IN" sz="2200" dirty="0"/>
          </a:p>
        </p:txBody>
      </p:sp>
    </p:spTree>
  </p:cSld>
  <p:clrMapOvr>
    <a:masterClrMapping/>
  </p:clrMapOvr>
  <p:transition>
    <p:wipe dir="d"/>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BB96666-CD7F-4C16-970D-A8A8419A7BD4}"/>
              </a:ext>
            </a:extLst>
          </p:cNvPr>
          <p:cNvSpPr txBox="1"/>
          <p:nvPr/>
        </p:nvSpPr>
        <p:spPr>
          <a:xfrm>
            <a:off x="1219200" y="381000"/>
            <a:ext cx="4572000" cy="523220"/>
          </a:xfrm>
          <a:prstGeom prst="rect">
            <a:avLst/>
          </a:prstGeom>
          <a:noFill/>
        </p:spPr>
        <p:txBody>
          <a:bodyPr wrap="square">
            <a:spAutoFit/>
          </a:bodyPr>
          <a:lstStyle/>
          <a:p>
            <a:r>
              <a:rPr lang="en-IN" sz="2800" dirty="0"/>
              <a:t>X ray fluorescence technique </a:t>
            </a:r>
          </a:p>
        </p:txBody>
      </p:sp>
      <p:pic>
        <p:nvPicPr>
          <p:cNvPr id="1026" name="Picture 2" descr="Primary X-rays knock out an electron from one of the orbitals surrounding the nucleus within an atom of the material. A hole is produced in the orbital, resulting in a high energy, unstable configuration for the atom. To restore equilibrium, an electron from a higher energy, outer orbital falls into the hole. Since this is a lower energy position, the excess energy is emitted in the form of fluorescent X-rays.">
            <a:extLst>
              <a:ext uri="{FF2B5EF4-FFF2-40B4-BE49-F238E27FC236}">
                <a16:creationId xmlns:a16="http://schemas.microsoft.com/office/drawing/2014/main" id="{6444766A-77DF-4939-A354-CAB324A5E7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00200" y="1641396"/>
            <a:ext cx="6934200" cy="32588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34781585"/>
      </p:ext>
    </p:extLst>
  </p:cSld>
  <p:clrMapOvr>
    <a:masterClrMapping/>
  </p:clrMapOvr>
  <p:transition>
    <p:wipe dir="d"/>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A2F978-D8D9-F1CF-E9E4-3F9C4B97F77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B11EC45C-4C97-EA76-31A1-CB03F0E58282}"/>
              </a:ext>
            </a:extLst>
          </p:cNvPr>
          <p:cNvSpPr txBox="1"/>
          <p:nvPr/>
        </p:nvSpPr>
        <p:spPr>
          <a:xfrm>
            <a:off x="990600" y="0"/>
            <a:ext cx="7848600" cy="6126485"/>
          </a:xfrm>
          <a:prstGeom prst="rect">
            <a:avLst/>
          </a:prstGeom>
          <a:noFill/>
        </p:spPr>
        <p:txBody>
          <a:bodyPr wrap="square" rtlCol="0">
            <a:spAutoFit/>
          </a:bodyPr>
          <a:lstStyle/>
          <a:p>
            <a:pPr algn="ctr"/>
            <a:r>
              <a:rPr lang="en-IN" sz="2800" b="1" u="sng" dirty="0">
                <a:solidFill>
                  <a:schemeClr val="tx2">
                    <a:satMod val="130000"/>
                  </a:schemeClr>
                </a:solidFill>
                <a:effectLst>
                  <a:outerShdw blurRad="50000" dist="30000" dir="5400000" algn="tl" rotWithShape="0">
                    <a:srgbClr val="000000">
                      <a:alpha val="30000"/>
                    </a:srgbClr>
                  </a:outerShdw>
                </a:effectLst>
                <a:latin typeface="Times New Roman" panose="02020603050405020304" pitchFamily="18" charset="0"/>
                <a:ea typeface="+mj-ea"/>
                <a:cs typeface="+mj-cs"/>
              </a:rPr>
              <a:t>Introduction</a:t>
            </a:r>
            <a:r>
              <a:rPr lang="en-IN" sz="4400" b="1" i="0" u="sng" strike="noStrike" baseline="0" dirty="0">
                <a:latin typeface="Times New Roman" panose="02020603050405020304" pitchFamily="18" charset="0"/>
              </a:rPr>
              <a:t> </a:t>
            </a:r>
            <a:endParaRPr lang="en-IN" sz="4400" b="0" i="0" u="sng" strike="noStrike" baseline="0" dirty="0">
              <a:latin typeface="Times New Roman" panose="02020603050405020304" pitchFamily="18" charset="0"/>
            </a:endParaRPr>
          </a:p>
          <a:p>
            <a:pPr algn="just">
              <a:lnSpc>
                <a:spcPct val="150000"/>
              </a:lnSpc>
            </a:pPr>
            <a:r>
              <a:rPr lang="en-US" sz="1800" b="0" i="0" u="none" strike="noStrike" baseline="0" dirty="0">
                <a:latin typeface="Wingdings" panose="05000000000000000000" pitchFamily="2" charset="2"/>
              </a:rPr>
              <a:t></a:t>
            </a:r>
            <a:r>
              <a:rPr lang="en-US" sz="1800" b="0" i="0" u="none" strike="noStrike" baseline="0" dirty="0">
                <a:latin typeface="Times New Roman" panose="02020603050405020304" pitchFamily="18" charset="0"/>
              </a:rPr>
              <a:t>ICP-MS – most widely used techniques for the rapid multi elements quantification at the ultra trace level (ppt range) – at the same time can quantify at the ppm level </a:t>
            </a:r>
          </a:p>
          <a:p>
            <a:pPr algn="just">
              <a:lnSpc>
                <a:spcPct val="150000"/>
              </a:lnSpc>
            </a:pPr>
            <a:r>
              <a:rPr lang="en-US" sz="1800" b="0" i="0" u="none" strike="noStrike" baseline="0" dirty="0">
                <a:latin typeface="Wingdings" panose="05000000000000000000" pitchFamily="2" charset="2"/>
              </a:rPr>
              <a:t></a:t>
            </a:r>
            <a:r>
              <a:rPr lang="en-US" sz="1800" b="0" i="0" u="none" strike="noStrike" baseline="0" dirty="0">
                <a:latin typeface="Times New Roman" panose="02020603050405020304" pitchFamily="18" charset="0"/>
              </a:rPr>
              <a:t>1983: First commercialized by Perkin Elmer - fastest growing trace element technique </a:t>
            </a:r>
          </a:p>
          <a:p>
            <a:pPr algn="just">
              <a:lnSpc>
                <a:spcPct val="150000"/>
              </a:lnSpc>
            </a:pPr>
            <a:r>
              <a:rPr lang="en-US" sz="1800" b="0" i="0" u="none" strike="noStrike" baseline="0" dirty="0">
                <a:latin typeface="Wingdings" panose="05000000000000000000" pitchFamily="2" charset="2"/>
              </a:rPr>
              <a:t></a:t>
            </a:r>
            <a:r>
              <a:rPr lang="en-US" sz="1800" b="0" i="0" u="none" strike="noStrike" baseline="0" dirty="0">
                <a:latin typeface="Times New Roman" panose="02020603050405020304" pitchFamily="18" charset="0"/>
              </a:rPr>
              <a:t>Originally developed for trace element quantification in liquid sample – modern instrumentation is capable of analyzing solid sample directly (LA-ICP-MS) – capable of measuring isotope ratio </a:t>
            </a:r>
          </a:p>
          <a:p>
            <a:pPr algn="just">
              <a:lnSpc>
                <a:spcPct val="150000"/>
              </a:lnSpc>
            </a:pPr>
            <a:r>
              <a:rPr lang="en-IN" sz="1800" b="0" i="0" u="none" strike="noStrike" baseline="0" dirty="0">
                <a:latin typeface="Wingdings" panose="05000000000000000000" pitchFamily="2" charset="2"/>
              </a:rPr>
              <a:t></a:t>
            </a:r>
            <a:r>
              <a:rPr lang="en-IN" sz="1800" b="0" i="0" u="none" strike="noStrike" baseline="0" dirty="0">
                <a:latin typeface="Times New Roman" panose="02020603050405020304" pitchFamily="18" charset="0"/>
              </a:rPr>
              <a:t>Diverse application fields: Environmental, Geological, Semiconductor, Biomedical, Nuclear Application, drugs and </a:t>
            </a:r>
            <a:r>
              <a:rPr lang="en-IN" dirty="0">
                <a:latin typeface="Times New Roman" panose="02020603050405020304" pitchFamily="18" charset="0"/>
              </a:rPr>
              <a:t>pharmaceuticals </a:t>
            </a:r>
            <a:r>
              <a:rPr lang="en-IN" sz="1800" b="0" i="0" u="none" strike="noStrike" baseline="0" dirty="0">
                <a:latin typeface="Times New Roman" panose="02020603050405020304" pitchFamily="18" charset="0"/>
              </a:rPr>
              <a:t>etc. </a:t>
            </a:r>
            <a:endParaRPr lang="en-IN" dirty="0">
              <a:latin typeface="Times New Roman" panose="02020603050405020304" pitchFamily="18" charset="0"/>
            </a:endParaRPr>
          </a:p>
          <a:p>
            <a:pPr algn="just"/>
            <a:endParaRPr lang="en-IN" sz="1800" b="0" i="0" u="none" strike="noStrike" baseline="0" dirty="0">
              <a:latin typeface="Times New Roman" panose="02020603050405020304" pitchFamily="18" charset="0"/>
            </a:endParaRPr>
          </a:p>
          <a:p>
            <a:pPr algn="just"/>
            <a:endParaRPr lang="en-IN" dirty="0">
              <a:latin typeface="Times New Roman" panose="02020603050405020304" pitchFamily="18" charset="0"/>
            </a:endParaRPr>
          </a:p>
          <a:p>
            <a:pPr algn="just"/>
            <a:endParaRPr lang="en-IN" sz="1800" b="0" i="0" u="none" strike="noStrike" baseline="0" dirty="0">
              <a:latin typeface="Times New Roman" panose="02020603050405020304" pitchFamily="18" charset="0"/>
            </a:endParaRPr>
          </a:p>
          <a:p>
            <a:pPr algn="just">
              <a:lnSpc>
                <a:spcPct val="150000"/>
              </a:lnSpc>
            </a:pPr>
            <a:r>
              <a:rPr lang="en-US" sz="1800" b="0" i="1" u="none" strike="noStrike" baseline="0" dirty="0">
                <a:latin typeface="Times New Roman" panose="02020603050405020304" pitchFamily="18" charset="0"/>
              </a:rPr>
              <a:t>(Lit.: Thomas R. 2013_Chapter 1; Gill, 1997_Chapter 10) </a:t>
            </a:r>
            <a:endParaRPr lang="en-IN" dirty="0"/>
          </a:p>
        </p:txBody>
      </p:sp>
    </p:spTree>
    <p:extLst>
      <p:ext uri="{BB962C8B-B14F-4D97-AF65-F5344CB8AC3E}">
        <p14:creationId xmlns:p14="http://schemas.microsoft.com/office/powerpoint/2010/main" val="3279012399"/>
      </p:ext>
    </p:extLst>
  </p:cSld>
  <p:clrMapOvr>
    <a:masterClrMapping/>
  </p:clrMapOvr>
  <p:transition>
    <p:wipe dir="d"/>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8B9D1-78E8-4B32-919F-F56955354C08}"/>
              </a:ext>
            </a:extLst>
          </p:cNvPr>
          <p:cNvSpPr>
            <a:spLocks noGrp="1"/>
          </p:cNvSpPr>
          <p:nvPr>
            <p:ph type="title"/>
          </p:nvPr>
        </p:nvSpPr>
        <p:spPr>
          <a:xfrm>
            <a:off x="2400298" y="-152400"/>
            <a:ext cx="5451891" cy="1143000"/>
          </a:xfrm>
        </p:spPr>
        <p:txBody>
          <a:bodyPr>
            <a:normAutofit/>
          </a:bodyPr>
          <a:lstStyle/>
          <a:p>
            <a:r>
              <a:rPr lang="en-IN" sz="2800" b="1" u="sng" dirty="0">
                <a:latin typeface="Times New Roman" panose="02020603050405020304" pitchFamily="18" charset="0"/>
                <a:cs typeface="Times New Roman" panose="02020603050405020304" pitchFamily="18" charset="0"/>
              </a:rPr>
              <a:t>Elements analysed using ICP-MS</a:t>
            </a:r>
          </a:p>
        </p:txBody>
      </p:sp>
      <p:pic>
        <p:nvPicPr>
          <p:cNvPr id="6" name="object 2">
            <a:extLst>
              <a:ext uri="{FF2B5EF4-FFF2-40B4-BE49-F238E27FC236}">
                <a16:creationId xmlns:a16="http://schemas.microsoft.com/office/drawing/2014/main" id="{1CE45D3D-4619-4D23-9F34-52215A512079}"/>
              </a:ext>
            </a:extLst>
          </p:cNvPr>
          <p:cNvPicPr/>
          <p:nvPr/>
        </p:nvPicPr>
        <p:blipFill>
          <a:blip r:embed="rId2" cstate="print"/>
          <a:stretch>
            <a:fillRect/>
          </a:stretch>
        </p:blipFill>
        <p:spPr>
          <a:xfrm>
            <a:off x="1219200" y="914400"/>
            <a:ext cx="7814089" cy="5801706"/>
          </a:xfrm>
          <a:prstGeom prst="rect">
            <a:avLst/>
          </a:prstGeom>
        </p:spPr>
      </p:pic>
    </p:spTree>
    <p:extLst>
      <p:ext uri="{BB962C8B-B14F-4D97-AF65-F5344CB8AC3E}">
        <p14:creationId xmlns:p14="http://schemas.microsoft.com/office/powerpoint/2010/main" val="2616076003"/>
      </p:ext>
    </p:extLst>
  </p:cSld>
  <p:clrMapOvr>
    <a:masterClrMapping/>
  </p:clrMapOvr>
  <p:transition>
    <p:wipe dir="d"/>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4" name="Straight Arrow Connector 13">
            <a:extLst>
              <a:ext uri="{FF2B5EF4-FFF2-40B4-BE49-F238E27FC236}">
                <a16:creationId xmlns:a16="http://schemas.microsoft.com/office/drawing/2014/main" id="{4115E1A9-4ECD-B7F5-02E8-050982DBDD5B}"/>
              </a:ext>
            </a:extLst>
          </p:cNvPr>
          <p:cNvCxnSpPr>
            <a:cxnSpLocks/>
            <a:stCxn id="9" idx="3"/>
          </p:cNvCxnSpPr>
          <p:nvPr/>
        </p:nvCxnSpPr>
        <p:spPr>
          <a:xfrm>
            <a:off x="2339163" y="2392233"/>
            <a:ext cx="579474" cy="2233"/>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Content Placeholder 6">
            <a:extLst>
              <a:ext uri="{FF2B5EF4-FFF2-40B4-BE49-F238E27FC236}">
                <a16:creationId xmlns:a16="http://schemas.microsoft.com/office/drawing/2014/main" id="{FECD2B54-26F0-E54D-475B-A59044268EF5}"/>
              </a:ext>
            </a:extLst>
          </p:cNvPr>
          <p:cNvSpPr>
            <a:spLocks noGrp="1"/>
          </p:cNvSpPr>
          <p:nvPr>
            <p:ph idx="1"/>
          </p:nvPr>
        </p:nvSpPr>
        <p:spPr>
          <a:xfrm>
            <a:off x="990600" y="0"/>
            <a:ext cx="8153400" cy="6858000"/>
          </a:xfrm>
        </p:spPr>
        <p:txBody>
          <a:bodyPr/>
          <a:lstStyle/>
          <a:p>
            <a:pPr marL="0" indent="0" algn="ctr">
              <a:buNone/>
            </a:pPr>
            <a:r>
              <a:rPr lang="en-IN" sz="2800" b="1" u="sng" dirty="0">
                <a:solidFill>
                  <a:schemeClr val="tx2">
                    <a:satMod val="130000"/>
                  </a:schemeClr>
                </a:solidFill>
                <a:effectLst>
                  <a:outerShdw blurRad="50000" dist="30000" dir="5400000" algn="tl" rotWithShape="0">
                    <a:srgbClr val="000000">
                      <a:alpha val="30000"/>
                    </a:srgbClr>
                  </a:outerShdw>
                </a:effectLst>
                <a:latin typeface="Times New Roman" panose="02020603050405020304" pitchFamily="18" charset="0"/>
                <a:ea typeface="+mj-ea"/>
                <a:cs typeface="+mj-cs"/>
              </a:rPr>
              <a:t>Working Principle</a:t>
            </a:r>
          </a:p>
          <a:p>
            <a:pPr algn="l"/>
            <a:endParaRPr lang="en-IN" sz="1800" b="0" i="0" u="none" strike="noStrike" baseline="0" dirty="0">
              <a:solidFill>
                <a:srgbClr val="000000"/>
              </a:solidFill>
              <a:latin typeface="Times New Roman" panose="02020603050405020304" pitchFamily="18" charset="0"/>
            </a:endParaRPr>
          </a:p>
          <a:p>
            <a:pPr marL="82296" indent="0">
              <a:buNone/>
            </a:pPr>
            <a:r>
              <a:rPr lang="en-US" sz="1800" b="1" i="0" u="none" strike="noStrike" baseline="0" dirty="0">
                <a:solidFill>
                  <a:srgbClr val="0000FF"/>
                </a:solidFill>
                <a:latin typeface="Times New Roman" panose="02020603050405020304" pitchFamily="18" charset="0"/>
              </a:rPr>
              <a:t>Uses mass spectrometry – separation of ions (coming from plasma source) according to their mass/charge ratio (m/z) </a:t>
            </a:r>
            <a:endParaRPr lang="en-IN" sz="4400" b="1" dirty="0">
              <a:solidFill>
                <a:srgbClr val="0000FF"/>
              </a:solidFill>
              <a:latin typeface="Times New Roman" panose="02020603050405020304" pitchFamily="18" charset="0"/>
            </a:endParaRPr>
          </a:p>
          <a:p>
            <a:pPr marL="82296" indent="0">
              <a:buNone/>
            </a:pPr>
            <a:endParaRPr lang="en-US" sz="1800" b="1" i="0" u="none" strike="noStrike" baseline="0" dirty="0">
              <a:solidFill>
                <a:srgbClr val="0000FF"/>
              </a:solidFill>
              <a:latin typeface="Times New Roman" panose="02020603050405020304" pitchFamily="18" charset="0"/>
            </a:endParaRPr>
          </a:p>
        </p:txBody>
      </p:sp>
      <p:sp>
        <p:nvSpPr>
          <p:cNvPr id="9" name="TextBox 8">
            <a:extLst>
              <a:ext uri="{FF2B5EF4-FFF2-40B4-BE49-F238E27FC236}">
                <a16:creationId xmlns:a16="http://schemas.microsoft.com/office/drawing/2014/main" id="{52760B1E-69C0-4D42-6F27-4E13286FD08E}"/>
              </a:ext>
            </a:extLst>
          </p:cNvPr>
          <p:cNvSpPr txBox="1"/>
          <p:nvPr/>
        </p:nvSpPr>
        <p:spPr>
          <a:xfrm>
            <a:off x="1119963" y="2069067"/>
            <a:ext cx="1219200" cy="646331"/>
          </a:xfrm>
          <a:prstGeom prst="rect">
            <a:avLst/>
          </a:prstGeom>
          <a:noFill/>
          <a:ln w="19050">
            <a:solidFill>
              <a:schemeClr val="tx1"/>
            </a:solidFill>
          </a:ln>
        </p:spPr>
        <p:txBody>
          <a:bodyPr wrap="square" rtlCol="0">
            <a:spAutoFit/>
          </a:bodyPr>
          <a:lstStyle/>
          <a:p>
            <a:pPr algn="ctr"/>
            <a:r>
              <a:rPr lang="en-IN" dirty="0">
                <a:latin typeface="Times New Roman" panose="02020603050405020304" pitchFamily="18" charset="0"/>
                <a:cs typeface="Times New Roman" panose="02020603050405020304" pitchFamily="18" charset="0"/>
              </a:rPr>
              <a:t>Sample</a:t>
            </a:r>
          </a:p>
          <a:p>
            <a:pPr algn="ctr"/>
            <a:endParaRPr lang="en-IN" dirty="0">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BA65874B-F9D1-48FE-9C47-ECF0C17C7E7A}"/>
              </a:ext>
            </a:extLst>
          </p:cNvPr>
          <p:cNvSpPr txBox="1"/>
          <p:nvPr/>
        </p:nvSpPr>
        <p:spPr>
          <a:xfrm>
            <a:off x="7588101" y="2069067"/>
            <a:ext cx="1447800" cy="646331"/>
          </a:xfrm>
          <a:prstGeom prst="rect">
            <a:avLst/>
          </a:prstGeom>
          <a:noFill/>
          <a:ln w="19050">
            <a:solidFill>
              <a:schemeClr val="tx1"/>
            </a:solidFill>
          </a:ln>
        </p:spPr>
        <p:txBody>
          <a:bodyPr wrap="square" rtlCol="0">
            <a:spAutoFit/>
          </a:bodyPr>
          <a:lstStyle/>
          <a:p>
            <a:pPr algn="ctr"/>
            <a:r>
              <a:rPr lang="en-IN" dirty="0">
                <a:latin typeface="Times New Roman" panose="02020603050405020304" pitchFamily="18" charset="0"/>
                <a:cs typeface="Times New Roman" panose="02020603050405020304" pitchFamily="18" charset="0"/>
              </a:rPr>
              <a:t>Detector</a:t>
            </a:r>
          </a:p>
          <a:p>
            <a:pPr algn="ctr"/>
            <a:endParaRPr lang="en-IN" dirty="0">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2452DFFE-9667-8363-BFB0-708436D4D19C}"/>
              </a:ext>
            </a:extLst>
          </p:cNvPr>
          <p:cNvSpPr txBox="1"/>
          <p:nvPr/>
        </p:nvSpPr>
        <p:spPr>
          <a:xfrm>
            <a:off x="2918637" y="2070632"/>
            <a:ext cx="1752600" cy="646331"/>
          </a:xfrm>
          <a:prstGeom prst="rect">
            <a:avLst/>
          </a:prstGeom>
          <a:noFill/>
          <a:ln w="19050">
            <a:solidFill>
              <a:schemeClr val="tx1"/>
            </a:solidFill>
          </a:ln>
        </p:spPr>
        <p:txBody>
          <a:bodyPr wrap="square" rtlCol="0">
            <a:spAutoFit/>
          </a:bodyPr>
          <a:lstStyle/>
          <a:p>
            <a:pPr algn="ctr"/>
            <a:r>
              <a:rPr lang="en-IN" dirty="0">
                <a:latin typeface="Times New Roman" panose="02020603050405020304" pitchFamily="18" charset="0"/>
                <a:cs typeface="Times New Roman" panose="02020603050405020304" pitchFamily="18" charset="0"/>
              </a:rPr>
              <a:t>Source of ionization</a:t>
            </a:r>
          </a:p>
        </p:txBody>
      </p:sp>
      <p:cxnSp>
        <p:nvCxnSpPr>
          <p:cNvPr id="16" name="Straight Arrow Connector 15">
            <a:extLst>
              <a:ext uri="{FF2B5EF4-FFF2-40B4-BE49-F238E27FC236}">
                <a16:creationId xmlns:a16="http://schemas.microsoft.com/office/drawing/2014/main" id="{210DBFDD-BCBF-67F7-D3C6-8730E0333D9D}"/>
              </a:ext>
            </a:extLst>
          </p:cNvPr>
          <p:cNvCxnSpPr>
            <a:cxnSpLocks/>
          </p:cNvCxnSpPr>
          <p:nvPr/>
        </p:nvCxnSpPr>
        <p:spPr>
          <a:xfrm>
            <a:off x="4688840" y="2392232"/>
            <a:ext cx="5334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0" name="Picture 19">
            <a:extLst>
              <a:ext uri="{FF2B5EF4-FFF2-40B4-BE49-F238E27FC236}">
                <a16:creationId xmlns:a16="http://schemas.microsoft.com/office/drawing/2014/main" id="{3A841498-2521-A189-1870-1B815E2FB4A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6879" y="3410932"/>
            <a:ext cx="4079240" cy="2105203"/>
          </a:xfrm>
          <a:prstGeom prst="rect">
            <a:avLst/>
          </a:prstGeom>
        </p:spPr>
      </p:pic>
      <p:pic>
        <p:nvPicPr>
          <p:cNvPr id="22" name="Picture 21">
            <a:extLst>
              <a:ext uri="{FF2B5EF4-FFF2-40B4-BE49-F238E27FC236}">
                <a16:creationId xmlns:a16="http://schemas.microsoft.com/office/drawing/2014/main" id="{F45AB033-DE97-64EA-0F8D-1C76A9B17FE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22240" y="3511503"/>
            <a:ext cx="3795639" cy="1904062"/>
          </a:xfrm>
          <a:prstGeom prst="rect">
            <a:avLst/>
          </a:prstGeom>
        </p:spPr>
      </p:pic>
      <p:sp>
        <p:nvSpPr>
          <p:cNvPr id="18" name="TextBox 17">
            <a:extLst>
              <a:ext uri="{FF2B5EF4-FFF2-40B4-BE49-F238E27FC236}">
                <a16:creationId xmlns:a16="http://schemas.microsoft.com/office/drawing/2014/main" id="{FE525279-DE60-493C-AEC4-457C03FD4042}"/>
              </a:ext>
            </a:extLst>
          </p:cNvPr>
          <p:cNvSpPr txBox="1"/>
          <p:nvPr/>
        </p:nvSpPr>
        <p:spPr>
          <a:xfrm>
            <a:off x="5257800" y="2069067"/>
            <a:ext cx="1752600" cy="646331"/>
          </a:xfrm>
          <a:prstGeom prst="rect">
            <a:avLst/>
          </a:prstGeom>
          <a:noFill/>
          <a:ln w="19050">
            <a:solidFill>
              <a:schemeClr val="tx1"/>
            </a:solidFill>
          </a:ln>
        </p:spPr>
        <p:txBody>
          <a:bodyPr wrap="square" rtlCol="0">
            <a:spAutoFit/>
          </a:bodyPr>
          <a:lstStyle/>
          <a:p>
            <a:pPr algn="ctr"/>
            <a:r>
              <a:rPr lang="en-IN" dirty="0">
                <a:latin typeface="Times New Roman" panose="02020603050405020304" pitchFamily="18" charset="0"/>
                <a:cs typeface="Times New Roman" panose="02020603050405020304" pitchFamily="18" charset="0"/>
              </a:rPr>
              <a:t>Ion selection based on m/z</a:t>
            </a:r>
          </a:p>
        </p:txBody>
      </p:sp>
      <p:cxnSp>
        <p:nvCxnSpPr>
          <p:cNvPr id="19" name="Straight Arrow Connector 18">
            <a:extLst>
              <a:ext uri="{FF2B5EF4-FFF2-40B4-BE49-F238E27FC236}">
                <a16:creationId xmlns:a16="http://schemas.microsoft.com/office/drawing/2014/main" id="{E8D69D99-9F90-477B-82BD-02877F34B4E2}"/>
              </a:ext>
            </a:extLst>
          </p:cNvPr>
          <p:cNvCxnSpPr>
            <a:cxnSpLocks/>
          </p:cNvCxnSpPr>
          <p:nvPr/>
        </p:nvCxnSpPr>
        <p:spPr>
          <a:xfrm>
            <a:off x="7033437" y="2392232"/>
            <a:ext cx="5334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transition>
    <p:wipe dir="d"/>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9EF68-5F06-CE5A-F461-E361674C8944}"/>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88089664-B69C-BE3B-A7A2-AF330FF13D24}"/>
              </a:ext>
            </a:extLst>
          </p:cNvPr>
          <p:cNvSpPr>
            <a:spLocks noGrp="1"/>
          </p:cNvSpPr>
          <p:nvPr>
            <p:ph idx="1"/>
          </p:nvPr>
        </p:nvSpPr>
        <p:spPr>
          <a:xfrm>
            <a:off x="990600" y="0"/>
            <a:ext cx="8153400" cy="6858000"/>
          </a:xfrm>
        </p:spPr>
        <p:txBody>
          <a:bodyPr/>
          <a:lstStyle/>
          <a:p>
            <a:pPr marL="0" indent="0" algn="ctr">
              <a:buNone/>
            </a:pPr>
            <a:r>
              <a:rPr lang="en-IN" sz="2800" b="1" u="sng" dirty="0">
                <a:solidFill>
                  <a:schemeClr val="tx2">
                    <a:satMod val="130000"/>
                  </a:schemeClr>
                </a:solidFill>
                <a:effectLst>
                  <a:outerShdw blurRad="50000" dist="30000" dir="5400000" algn="tl" rotWithShape="0">
                    <a:srgbClr val="000000">
                      <a:alpha val="30000"/>
                    </a:srgbClr>
                  </a:outerShdw>
                </a:effectLst>
                <a:latin typeface="Times New Roman" panose="02020603050405020304" pitchFamily="18" charset="0"/>
                <a:ea typeface="+mj-ea"/>
                <a:cs typeface="+mj-cs"/>
              </a:rPr>
              <a:t>Instrumentation</a:t>
            </a:r>
          </a:p>
          <a:p>
            <a:pPr algn="l"/>
            <a:endParaRPr lang="en-IN" sz="1800" b="0" i="0" u="none" strike="noStrike" baseline="0" dirty="0">
              <a:solidFill>
                <a:srgbClr val="000000"/>
              </a:solidFill>
              <a:latin typeface="Times New Roman" panose="02020603050405020304" pitchFamily="18" charset="0"/>
            </a:endParaRPr>
          </a:p>
          <a:p>
            <a:pPr marL="82296" indent="0">
              <a:buNone/>
            </a:pPr>
            <a:endParaRPr lang="en-IN" sz="4400" b="1" dirty="0">
              <a:solidFill>
                <a:srgbClr val="0000FF"/>
              </a:solidFill>
              <a:latin typeface="Times New Roman" panose="02020603050405020304" pitchFamily="18" charset="0"/>
            </a:endParaRPr>
          </a:p>
          <a:p>
            <a:pPr marL="82296" indent="0">
              <a:buNone/>
            </a:pPr>
            <a:endParaRPr lang="en-US" sz="1800" b="1" i="0" u="none" strike="noStrike" baseline="0" dirty="0">
              <a:solidFill>
                <a:srgbClr val="0000FF"/>
              </a:solidFill>
              <a:latin typeface="Times New Roman" panose="02020603050405020304" pitchFamily="18" charset="0"/>
            </a:endParaRPr>
          </a:p>
        </p:txBody>
      </p:sp>
      <p:pic>
        <p:nvPicPr>
          <p:cNvPr id="3" name="Picture 2">
            <a:extLst>
              <a:ext uri="{FF2B5EF4-FFF2-40B4-BE49-F238E27FC236}">
                <a16:creationId xmlns:a16="http://schemas.microsoft.com/office/drawing/2014/main" id="{42E62732-E658-0E32-DB68-01B6E28CF5DC}"/>
              </a:ext>
            </a:extLst>
          </p:cNvPr>
          <p:cNvPicPr>
            <a:picLocks noChangeAspect="1"/>
          </p:cNvPicPr>
          <p:nvPr/>
        </p:nvPicPr>
        <p:blipFill>
          <a:blip r:embed="rId3"/>
          <a:stretch>
            <a:fillRect/>
          </a:stretch>
        </p:blipFill>
        <p:spPr>
          <a:xfrm>
            <a:off x="2207654" y="914400"/>
            <a:ext cx="5945746" cy="3465608"/>
          </a:xfrm>
          <a:prstGeom prst="rect">
            <a:avLst/>
          </a:prstGeom>
        </p:spPr>
      </p:pic>
      <p:sp>
        <p:nvSpPr>
          <p:cNvPr id="5" name="TextBox 4">
            <a:extLst>
              <a:ext uri="{FF2B5EF4-FFF2-40B4-BE49-F238E27FC236}">
                <a16:creationId xmlns:a16="http://schemas.microsoft.com/office/drawing/2014/main" id="{B01EB46E-A46E-A329-AF0D-E5A0DF50A7D4}"/>
              </a:ext>
            </a:extLst>
          </p:cNvPr>
          <p:cNvSpPr txBox="1"/>
          <p:nvPr/>
        </p:nvSpPr>
        <p:spPr>
          <a:xfrm>
            <a:off x="1066800" y="4267200"/>
            <a:ext cx="8077200" cy="2462213"/>
          </a:xfrm>
          <a:prstGeom prst="rect">
            <a:avLst/>
          </a:prstGeom>
          <a:noFill/>
        </p:spPr>
        <p:txBody>
          <a:bodyPr wrap="square">
            <a:spAutoFit/>
          </a:bodyPr>
          <a:lstStyle/>
          <a:p>
            <a:endParaRPr lang="en-IN" sz="1200" b="0" i="0" u="none" strike="noStrike" baseline="0" dirty="0">
              <a:latin typeface="Times New Roman" panose="02020603050405020304" pitchFamily="18" charset="0"/>
            </a:endParaRPr>
          </a:p>
          <a:p>
            <a:r>
              <a:rPr lang="en-IN" sz="1800" b="1" i="0" u="none" strike="noStrike" baseline="0" dirty="0">
                <a:latin typeface="Times New Roman" panose="02020603050405020304" pitchFamily="18" charset="0"/>
              </a:rPr>
              <a:t>i)  Nebulizer                                                                 v) Vaccuum chamber                       </a:t>
            </a:r>
            <a:endParaRPr lang="en-IN" sz="1800" b="0" i="0" u="none" strike="noStrike" baseline="0" dirty="0">
              <a:latin typeface="Times New Roman" panose="02020603050405020304" pitchFamily="18" charset="0"/>
            </a:endParaRPr>
          </a:p>
          <a:p>
            <a:r>
              <a:rPr lang="en-IN" sz="1800" b="1" i="0" u="none" strike="noStrike" baseline="0" dirty="0">
                <a:latin typeface="Times New Roman" panose="02020603050405020304" pitchFamily="18" charset="0"/>
              </a:rPr>
              <a:t>ii) Spray chamber                                                      vi) Ion optics </a:t>
            </a:r>
            <a:endParaRPr lang="en-IN" sz="1800" b="0" i="0" u="none" strike="noStrike" baseline="0" dirty="0">
              <a:latin typeface="Times New Roman" panose="02020603050405020304" pitchFamily="18" charset="0"/>
            </a:endParaRPr>
          </a:p>
          <a:p>
            <a:r>
              <a:rPr lang="en-IN" sz="1800" b="1" i="0" u="none" strike="noStrike" baseline="0" dirty="0">
                <a:latin typeface="Times New Roman" panose="02020603050405020304" pitchFamily="18" charset="0"/>
              </a:rPr>
              <a:t>iii) ICP torch                                                              vii) Mass separation device</a:t>
            </a:r>
            <a:endParaRPr lang="en-IN" sz="1800" b="0" i="0" u="none" strike="noStrike" baseline="0" dirty="0">
              <a:latin typeface="Times New Roman" panose="02020603050405020304" pitchFamily="18" charset="0"/>
            </a:endParaRPr>
          </a:p>
          <a:p>
            <a:r>
              <a:rPr lang="en-IN" sz="1800" b="1" i="0" u="none" strike="noStrike" baseline="0" dirty="0">
                <a:latin typeface="Times New Roman" panose="02020603050405020304" pitchFamily="18" charset="0"/>
              </a:rPr>
              <a:t>iv) Interface cones                                                    viii) Ion detector </a:t>
            </a:r>
          </a:p>
          <a:p>
            <a:endParaRPr lang="en-IN" b="1" dirty="0">
              <a:latin typeface="Times New Roman" panose="02020603050405020304" pitchFamily="18" charset="0"/>
            </a:endParaRPr>
          </a:p>
          <a:p>
            <a:endParaRPr lang="en-IN" sz="1800" b="0" i="0" u="none" strike="noStrike" baseline="0" dirty="0">
              <a:latin typeface="Times New Roman" panose="02020603050405020304" pitchFamily="18" charset="0"/>
            </a:endParaRPr>
          </a:p>
          <a:p>
            <a:endParaRPr lang="en-IN" sz="1800" b="0" i="0" u="none" strike="noStrike" baseline="0" dirty="0">
              <a:latin typeface="Times New Roman" panose="02020603050405020304" pitchFamily="18" charset="0"/>
            </a:endParaRPr>
          </a:p>
          <a:p>
            <a:r>
              <a:rPr lang="en-US" sz="1600" b="0" i="1" u="none" strike="noStrike" baseline="0" dirty="0">
                <a:latin typeface="Times New Roman" panose="02020603050405020304" pitchFamily="18" charset="0"/>
              </a:rPr>
              <a:t>(Lit.: Thomas R. 2013_Chapter 1) </a:t>
            </a:r>
            <a:endParaRPr lang="en-IN" dirty="0"/>
          </a:p>
        </p:txBody>
      </p:sp>
    </p:spTree>
    <p:extLst>
      <p:ext uri="{BB962C8B-B14F-4D97-AF65-F5344CB8AC3E}">
        <p14:creationId xmlns:p14="http://schemas.microsoft.com/office/powerpoint/2010/main" val="167261080"/>
      </p:ext>
    </p:extLst>
  </p:cSld>
  <p:clrMapOvr>
    <a:masterClrMapping/>
  </p:clrMapOvr>
  <p:transition>
    <p:wipe dir="d"/>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99014" y="20320"/>
            <a:ext cx="8078660" cy="665480"/>
          </a:xfrm>
        </p:spPr>
        <p:txBody>
          <a:bodyPr>
            <a:normAutofit/>
          </a:bodyPr>
          <a:lstStyle/>
          <a:p>
            <a:pPr algn="ctr">
              <a:spcBef>
                <a:spcPts val="600"/>
              </a:spcBef>
              <a:buClr>
                <a:schemeClr val="accent1"/>
              </a:buClr>
              <a:buSzPct val="80000"/>
            </a:pPr>
            <a:r>
              <a:rPr lang="en-US" sz="2800" b="1" u="sng" dirty="0">
                <a:latin typeface="Times New Roman" panose="02020603050405020304" pitchFamily="18" charset="0"/>
              </a:rPr>
              <a:t>Basic instrument component function</a:t>
            </a:r>
          </a:p>
        </p:txBody>
      </p:sp>
      <p:pic>
        <p:nvPicPr>
          <p:cNvPr id="7" name="Picture 6">
            <a:extLst>
              <a:ext uri="{FF2B5EF4-FFF2-40B4-BE49-F238E27FC236}">
                <a16:creationId xmlns:a16="http://schemas.microsoft.com/office/drawing/2014/main" id="{43628DEA-6C46-2C8A-6613-AAD712C0694F}"/>
              </a:ext>
            </a:extLst>
          </p:cNvPr>
          <p:cNvPicPr>
            <a:picLocks noChangeAspect="1"/>
          </p:cNvPicPr>
          <p:nvPr/>
        </p:nvPicPr>
        <p:blipFill>
          <a:blip r:embed="rId2"/>
          <a:stretch>
            <a:fillRect/>
          </a:stretch>
        </p:blipFill>
        <p:spPr>
          <a:xfrm>
            <a:off x="1143000" y="1295400"/>
            <a:ext cx="7934674" cy="3448402"/>
          </a:xfrm>
          <a:prstGeom prst="rect">
            <a:avLst/>
          </a:prstGeom>
        </p:spPr>
      </p:pic>
    </p:spTree>
  </p:cSld>
  <p:clrMapOvr>
    <a:masterClrMapping/>
  </p:clrMapOvr>
  <p:transition>
    <p:wipe dir="d"/>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B6E49-627C-1A07-3615-606038FEADAC}"/>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8A148E19-8B22-5E77-3481-BCEDD526EB77}"/>
              </a:ext>
            </a:extLst>
          </p:cNvPr>
          <p:cNvPicPr>
            <a:picLocks noChangeAspect="1"/>
          </p:cNvPicPr>
          <p:nvPr/>
        </p:nvPicPr>
        <p:blipFill>
          <a:blip r:embed="rId2"/>
          <a:stretch>
            <a:fillRect/>
          </a:stretch>
        </p:blipFill>
        <p:spPr>
          <a:xfrm>
            <a:off x="2286000" y="838200"/>
            <a:ext cx="4876800" cy="4969855"/>
          </a:xfrm>
          <a:prstGeom prst="rect">
            <a:avLst/>
          </a:prstGeom>
        </p:spPr>
      </p:pic>
      <p:sp>
        <p:nvSpPr>
          <p:cNvPr id="10" name="TextBox 9">
            <a:extLst>
              <a:ext uri="{FF2B5EF4-FFF2-40B4-BE49-F238E27FC236}">
                <a16:creationId xmlns:a16="http://schemas.microsoft.com/office/drawing/2014/main" id="{B614C8E7-0798-C96E-E08F-270CEE20A0B3}"/>
              </a:ext>
            </a:extLst>
          </p:cNvPr>
          <p:cNvSpPr txBox="1"/>
          <p:nvPr/>
        </p:nvSpPr>
        <p:spPr>
          <a:xfrm>
            <a:off x="914400" y="15240"/>
            <a:ext cx="8077200" cy="523220"/>
          </a:xfrm>
          <a:prstGeom prst="rect">
            <a:avLst/>
          </a:prstGeom>
          <a:noFill/>
        </p:spPr>
        <p:txBody>
          <a:bodyPr wrap="square" rtlCol="0">
            <a:spAutoFit/>
          </a:bodyPr>
          <a:lstStyle/>
          <a:p>
            <a:pPr algn="ctr"/>
            <a:r>
              <a:rPr lang="en-IN" sz="2800" b="1" u="sng" dirty="0">
                <a:solidFill>
                  <a:schemeClr val="tx2">
                    <a:satMod val="130000"/>
                  </a:schemeClr>
                </a:solidFill>
                <a:effectLst>
                  <a:outerShdw blurRad="50000" dist="30000" dir="5400000" algn="tl" rotWithShape="0">
                    <a:srgbClr val="000000">
                      <a:alpha val="30000"/>
                    </a:srgbClr>
                  </a:outerShdw>
                </a:effectLst>
                <a:latin typeface="Times New Roman" panose="02020603050405020304" pitchFamily="18" charset="0"/>
                <a:ea typeface="+mj-ea"/>
                <a:cs typeface="+mj-cs"/>
              </a:rPr>
              <a:t>ICP-MS Samples Introduction area</a:t>
            </a:r>
          </a:p>
        </p:txBody>
      </p:sp>
    </p:spTree>
    <p:extLst>
      <p:ext uri="{BB962C8B-B14F-4D97-AF65-F5344CB8AC3E}">
        <p14:creationId xmlns:p14="http://schemas.microsoft.com/office/powerpoint/2010/main" val="2023673206"/>
      </p:ext>
    </p:extLst>
  </p:cSld>
  <p:clrMapOvr>
    <a:masterClrMapping/>
  </p:clrMapOvr>
  <p:transition>
    <p:wipe dir="d"/>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9DF8FF-8136-BA4B-9D2F-DABDB5E629FC}"/>
            </a:ext>
          </a:extLst>
        </p:cNvPr>
        <p:cNvGrpSpPr/>
        <p:nvPr/>
      </p:nvGrpSpPr>
      <p:grpSpPr>
        <a:xfrm>
          <a:off x="0" y="0"/>
          <a:ext cx="0" cy="0"/>
          <a:chOff x="0" y="0"/>
          <a:chExt cx="0" cy="0"/>
        </a:xfrm>
      </p:grpSpPr>
      <p:grpSp>
        <p:nvGrpSpPr>
          <p:cNvPr id="33" name="Group 32">
            <a:extLst>
              <a:ext uri="{FF2B5EF4-FFF2-40B4-BE49-F238E27FC236}">
                <a16:creationId xmlns:a16="http://schemas.microsoft.com/office/drawing/2014/main" id="{EC01FD6F-FF1A-B853-594C-C9FC5EC4F811}"/>
              </a:ext>
            </a:extLst>
          </p:cNvPr>
          <p:cNvGrpSpPr/>
          <p:nvPr/>
        </p:nvGrpSpPr>
        <p:grpSpPr>
          <a:xfrm>
            <a:off x="1161849" y="1808847"/>
            <a:ext cx="7982150" cy="4163636"/>
            <a:chOff x="1161849" y="1808847"/>
            <a:chExt cx="7982150" cy="4163636"/>
          </a:xfrm>
        </p:grpSpPr>
        <p:grpSp>
          <p:nvGrpSpPr>
            <p:cNvPr id="22" name="Group 21">
              <a:extLst>
                <a:ext uri="{FF2B5EF4-FFF2-40B4-BE49-F238E27FC236}">
                  <a16:creationId xmlns:a16="http://schemas.microsoft.com/office/drawing/2014/main" id="{761CC9D9-5D24-DE57-9888-03F3A1C0575A}"/>
                </a:ext>
              </a:extLst>
            </p:cNvPr>
            <p:cNvGrpSpPr/>
            <p:nvPr/>
          </p:nvGrpSpPr>
          <p:grpSpPr>
            <a:xfrm>
              <a:off x="1161849" y="1808847"/>
              <a:ext cx="7982150" cy="4163636"/>
              <a:chOff x="2396654" y="972360"/>
              <a:chExt cx="6583773" cy="3450470"/>
            </a:xfrm>
          </p:grpSpPr>
          <p:pic>
            <p:nvPicPr>
              <p:cNvPr id="11" name="Picture 10">
                <a:extLst>
                  <a:ext uri="{FF2B5EF4-FFF2-40B4-BE49-F238E27FC236}">
                    <a16:creationId xmlns:a16="http://schemas.microsoft.com/office/drawing/2014/main" id="{2F0C49E2-62E2-BB6A-7FE5-ADCB5F8F729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14600" y="1371600"/>
                <a:ext cx="5921253" cy="2651990"/>
              </a:xfrm>
              <a:prstGeom prst="rect">
                <a:avLst/>
              </a:prstGeom>
            </p:spPr>
          </p:pic>
          <p:sp>
            <p:nvSpPr>
              <p:cNvPr id="12" name="Rectangle 11">
                <a:extLst>
                  <a:ext uri="{FF2B5EF4-FFF2-40B4-BE49-F238E27FC236}">
                    <a16:creationId xmlns:a16="http://schemas.microsoft.com/office/drawing/2014/main" id="{AD144780-F2F2-A3D4-C873-2F62545EBFBF}"/>
                  </a:ext>
                </a:extLst>
              </p:cNvPr>
              <p:cNvSpPr/>
              <p:nvPr/>
            </p:nvSpPr>
            <p:spPr>
              <a:xfrm>
                <a:off x="2504440" y="3276600"/>
                <a:ext cx="914400" cy="533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2A11A8B8-F627-7B08-3EB4-B9C0E7080FE5}"/>
                  </a:ext>
                </a:extLst>
              </p:cNvPr>
              <p:cNvSpPr/>
              <p:nvPr/>
            </p:nvSpPr>
            <p:spPr>
              <a:xfrm>
                <a:off x="3276600" y="3596985"/>
                <a:ext cx="914400" cy="533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Rectangle 13">
                <a:extLst>
                  <a:ext uri="{FF2B5EF4-FFF2-40B4-BE49-F238E27FC236}">
                    <a16:creationId xmlns:a16="http://schemas.microsoft.com/office/drawing/2014/main" id="{273CBFD8-3D4F-25D5-9D32-DC9978A213D4}"/>
                  </a:ext>
                </a:extLst>
              </p:cNvPr>
              <p:cNvSpPr/>
              <p:nvPr/>
            </p:nvSpPr>
            <p:spPr>
              <a:xfrm>
                <a:off x="4180840" y="3030220"/>
                <a:ext cx="914400" cy="533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Rectangle 14">
                <a:extLst>
                  <a:ext uri="{FF2B5EF4-FFF2-40B4-BE49-F238E27FC236}">
                    <a16:creationId xmlns:a16="http://schemas.microsoft.com/office/drawing/2014/main" id="{3E0696FC-8703-1858-4390-744AE244A775}"/>
                  </a:ext>
                </a:extLst>
              </p:cNvPr>
              <p:cNvSpPr/>
              <p:nvPr/>
            </p:nvSpPr>
            <p:spPr>
              <a:xfrm>
                <a:off x="4815842" y="3260205"/>
                <a:ext cx="914400" cy="533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F7477530-36D4-224B-0DA2-77DC4E3F9833}"/>
                  </a:ext>
                </a:extLst>
              </p:cNvPr>
              <p:cNvSpPr/>
              <p:nvPr/>
            </p:nvSpPr>
            <p:spPr>
              <a:xfrm>
                <a:off x="6365244" y="3596985"/>
                <a:ext cx="1026156" cy="533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31F54683-9AEE-3767-D195-73C90A13C00E}"/>
                  </a:ext>
                </a:extLst>
              </p:cNvPr>
              <p:cNvSpPr/>
              <p:nvPr/>
            </p:nvSpPr>
            <p:spPr>
              <a:xfrm>
                <a:off x="7696200" y="3889430"/>
                <a:ext cx="914400" cy="533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Rectangle 18">
                <a:extLst>
                  <a:ext uri="{FF2B5EF4-FFF2-40B4-BE49-F238E27FC236}">
                    <a16:creationId xmlns:a16="http://schemas.microsoft.com/office/drawing/2014/main" id="{71DE8600-8872-59EB-4BD0-95FEECE80F59}"/>
                  </a:ext>
                </a:extLst>
              </p:cNvPr>
              <p:cNvSpPr/>
              <p:nvPr/>
            </p:nvSpPr>
            <p:spPr>
              <a:xfrm>
                <a:off x="8066027" y="972360"/>
                <a:ext cx="914400" cy="533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Rectangle 19">
                <a:extLst>
                  <a:ext uri="{FF2B5EF4-FFF2-40B4-BE49-F238E27FC236}">
                    <a16:creationId xmlns:a16="http://schemas.microsoft.com/office/drawing/2014/main" id="{CB66BA79-B704-FC54-B87D-4AFD4421EDB5}"/>
                  </a:ext>
                </a:extLst>
              </p:cNvPr>
              <p:cNvSpPr/>
              <p:nvPr/>
            </p:nvSpPr>
            <p:spPr>
              <a:xfrm>
                <a:off x="5257800" y="1347413"/>
                <a:ext cx="1066800" cy="533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Rectangle 20">
                <a:extLst>
                  <a:ext uri="{FF2B5EF4-FFF2-40B4-BE49-F238E27FC236}">
                    <a16:creationId xmlns:a16="http://schemas.microsoft.com/office/drawing/2014/main" id="{7EFF5820-DF1C-4671-32F3-759913942AA1}"/>
                  </a:ext>
                </a:extLst>
              </p:cNvPr>
              <p:cNvSpPr/>
              <p:nvPr/>
            </p:nvSpPr>
            <p:spPr>
              <a:xfrm>
                <a:off x="7796283" y="3124253"/>
                <a:ext cx="484629" cy="29244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Sa</a:t>
                </a:r>
              </a:p>
            </p:txBody>
          </p:sp>
          <p:sp>
            <p:nvSpPr>
              <p:cNvPr id="18" name="Rectangle 17">
                <a:extLst>
                  <a:ext uri="{FF2B5EF4-FFF2-40B4-BE49-F238E27FC236}">
                    <a16:creationId xmlns:a16="http://schemas.microsoft.com/office/drawing/2014/main" id="{B8A06C70-03FF-042D-62C7-7B29EBB59762}"/>
                  </a:ext>
                </a:extLst>
              </p:cNvPr>
              <p:cNvSpPr/>
              <p:nvPr/>
            </p:nvSpPr>
            <p:spPr>
              <a:xfrm>
                <a:off x="2396654" y="3596985"/>
                <a:ext cx="296413" cy="533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4" name="TextBox 23">
              <a:extLst>
                <a:ext uri="{FF2B5EF4-FFF2-40B4-BE49-F238E27FC236}">
                  <a16:creationId xmlns:a16="http://schemas.microsoft.com/office/drawing/2014/main" id="{0F7BAAFB-A34D-F2CC-31DA-DC42362A5BCD}"/>
                </a:ext>
              </a:extLst>
            </p:cNvPr>
            <p:cNvSpPr txBox="1"/>
            <p:nvPr/>
          </p:nvSpPr>
          <p:spPr>
            <a:xfrm>
              <a:off x="7587007" y="4405508"/>
              <a:ext cx="909072" cy="369332"/>
            </a:xfrm>
            <a:prstGeom prst="rect">
              <a:avLst/>
            </a:prstGeom>
            <a:noFill/>
          </p:spPr>
          <p:txBody>
            <a:bodyPr wrap="square" rtlCol="0">
              <a:spAutoFit/>
            </a:bodyPr>
            <a:lstStyle/>
            <a:p>
              <a:r>
                <a:rPr lang="en-IN" dirty="0">
                  <a:latin typeface="Times New Roman" panose="02020603050405020304" pitchFamily="18" charset="0"/>
                  <a:cs typeface="Times New Roman" panose="02020603050405020304" pitchFamily="18" charset="0"/>
                </a:rPr>
                <a:t>Sample</a:t>
              </a:r>
            </a:p>
          </p:txBody>
        </p:sp>
        <p:sp>
          <p:nvSpPr>
            <p:cNvPr id="25" name="TextBox 24">
              <a:extLst>
                <a:ext uri="{FF2B5EF4-FFF2-40B4-BE49-F238E27FC236}">
                  <a16:creationId xmlns:a16="http://schemas.microsoft.com/office/drawing/2014/main" id="{FE1C949C-2FA2-21AD-19C1-085780152BDD}"/>
                </a:ext>
              </a:extLst>
            </p:cNvPr>
            <p:cNvSpPr txBox="1"/>
            <p:nvPr/>
          </p:nvSpPr>
          <p:spPr>
            <a:xfrm>
              <a:off x="5784018" y="4975947"/>
              <a:ext cx="1650605" cy="369332"/>
            </a:xfrm>
            <a:prstGeom prst="rect">
              <a:avLst/>
            </a:prstGeom>
            <a:noFill/>
          </p:spPr>
          <p:txBody>
            <a:bodyPr wrap="square" rtlCol="0">
              <a:spAutoFit/>
            </a:bodyPr>
            <a:lstStyle/>
            <a:p>
              <a:r>
                <a:rPr lang="en-IN" dirty="0">
                  <a:latin typeface="Times New Roman" panose="02020603050405020304" pitchFamily="18" charset="0"/>
                  <a:cs typeface="Times New Roman" panose="02020603050405020304" pitchFamily="18" charset="0"/>
                </a:rPr>
                <a:t>Peristatic Pump</a:t>
              </a:r>
            </a:p>
          </p:txBody>
        </p:sp>
        <p:sp>
          <p:nvSpPr>
            <p:cNvPr id="26" name="TextBox 25">
              <a:extLst>
                <a:ext uri="{FF2B5EF4-FFF2-40B4-BE49-F238E27FC236}">
                  <a16:creationId xmlns:a16="http://schemas.microsoft.com/office/drawing/2014/main" id="{FA4651C6-7735-F7F3-1BCF-495849D15F0B}"/>
                </a:ext>
              </a:extLst>
            </p:cNvPr>
            <p:cNvSpPr txBox="1"/>
            <p:nvPr/>
          </p:nvSpPr>
          <p:spPr>
            <a:xfrm>
              <a:off x="4357473" y="4592086"/>
              <a:ext cx="1073659" cy="369332"/>
            </a:xfrm>
            <a:prstGeom prst="rect">
              <a:avLst/>
            </a:prstGeom>
            <a:noFill/>
          </p:spPr>
          <p:txBody>
            <a:bodyPr wrap="square" rtlCol="0">
              <a:spAutoFit/>
            </a:bodyPr>
            <a:lstStyle/>
            <a:p>
              <a:r>
                <a:rPr lang="en-IN" dirty="0">
                  <a:latin typeface="Times New Roman" panose="02020603050405020304" pitchFamily="18" charset="0"/>
                  <a:cs typeface="Times New Roman" panose="02020603050405020304" pitchFamily="18" charset="0"/>
                </a:rPr>
                <a:t>Argon in</a:t>
              </a:r>
            </a:p>
          </p:txBody>
        </p:sp>
        <p:sp>
          <p:nvSpPr>
            <p:cNvPr id="27" name="TextBox 26">
              <a:extLst>
                <a:ext uri="{FF2B5EF4-FFF2-40B4-BE49-F238E27FC236}">
                  <a16:creationId xmlns:a16="http://schemas.microsoft.com/office/drawing/2014/main" id="{F3CC2C26-BB2F-F49D-8C3E-2847F942E0ED}"/>
                </a:ext>
              </a:extLst>
            </p:cNvPr>
            <p:cNvSpPr txBox="1"/>
            <p:nvPr/>
          </p:nvSpPr>
          <p:spPr>
            <a:xfrm>
              <a:off x="4886673" y="2564920"/>
              <a:ext cx="1367529" cy="369332"/>
            </a:xfrm>
            <a:prstGeom prst="rect">
              <a:avLst/>
            </a:prstGeom>
            <a:noFill/>
          </p:spPr>
          <p:txBody>
            <a:bodyPr wrap="square" rtlCol="0">
              <a:spAutoFit/>
            </a:bodyPr>
            <a:lstStyle/>
            <a:p>
              <a:r>
                <a:rPr lang="en-IN" dirty="0">
                  <a:latin typeface="Times New Roman" panose="02020603050405020304" pitchFamily="18" charset="0"/>
                  <a:cs typeface="Times New Roman" panose="02020603050405020304" pitchFamily="18" charset="0"/>
                </a:rPr>
                <a:t>Nebulizer</a:t>
              </a:r>
            </a:p>
          </p:txBody>
        </p:sp>
        <p:sp>
          <p:nvSpPr>
            <p:cNvPr id="28" name="TextBox 27">
              <a:extLst>
                <a:ext uri="{FF2B5EF4-FFF2-40B4-BE49-F238E27FC236}">
                  <a16:creationId xmlns:a16="http://schemas.microsoft.com/office/drawing/2014/main" id="{1B6E102E-0145-3EF9-500A-9AF42922527E}"/>
                </a:ext>
              </a:extLst>
            </p:cNvPr>
            <p:cNvSpPr txBox="1"/>
            <p:nvPr/>
          </p:nvSpPr>
          <p:spPr>
            <a:xfrm>
              <a:off x="2372329" y="4961418"/>
              <a:ext cx="1036753" cy="369332"/>
            </a:xfrm>
            <a:prstGeom prst="rect">
              <a:avLst/>
            </a:prstGeom>
            <a:noFill/>
          </p:spPr>
          <p:txBody>
            <a:bodyPr wrap="square" rtlCol="0">
              <a:spAutoFit/>
            </a:bodyPr>
            <a:lstStyle/>
            <a:p>
              <a:r>
                <a:rPr lang="en-IN" dirty="0">
                  <a:latin typeface="Times New Roman" panose="02020603050405020304" pitchFamily="18" charset="0"/>
                  <a:cs typeface="Times New Roman" panose="02020603050405020304" pitchFamily="18" charset="0"/>
                </a:rPr>
                <a:t>To waste</a:t>
              </a:r>
            </a:p>
          </p:txBody>
        </p:sp>
        <p:sp>
          <p:nvSpPr>
            <p:cNvPr id="29" name="Isosceles Triangle 28">
              <a:extLst>
                <a:ext uri="{FF2B5EF4-FFF2-40B4-BE49-F238E27FC236}">
                  <a16:creationId xmlns:a16="http://schemas.microsoft.com/office/drawing/2014/main" id="{A85F1BFC-B20B-859F-1FF7-E1BEF3561444}"/>
                </a:ext>
              </a:extLst>
            </p:cNvPr>
            <p:cNvSpPr/>
            <p:nvPr/>
          </p:nvSpPr>
          <p:spPr>
            <a:xfrm rot="5400000">
              <a:off x="3716941" y="3397080"/>
              <a:ext cx="324718" cy="355120"/>
            </a:xfrm>
            <a:prstGeom prst="triangle">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F476B2ED-D221-708F-B67B-253D742FA1F4}"/>
                </a:ext>
              </a:extLst>
            </p:cNvPr>
            <p:cNvSpPr txBox="1"/>
            <p:nvPr/>
          </p:nvSpPr>
          <p:spPr>
            <a:xfrm>
              <a:off x="3445188" y="4163171"/>
              <a:ext cx="1036753" cy="646331"/>
            </a:xfrm>
            <a:prstGeom prst="rect">
              <a:avLst/>
            </a:prstGeom>
            <a:noFill/>
          </p:spPr>
          <p:txBody>
            <a:bodyPr wrap="square" rtlCol="0">
              <a:spAutoFit/>
            </a:bodyPr>
            <a:lstStyle/>
            <a:p>
              <a:r>
                <a:rPr lang="en-IN" dirty="0">
                  <a:latin typeface="Times New Roman" panose="02020603050405020304" pitchFamily="18" charset="0"/>
                  <a:cs typeface="Times New Roman" panose="02020603050405020304" pitchFamily="18" charset="0"/>
                </a:rPr>
                <a:t>Sample aerosol</a:t>
              </a:r>
            </a:p>
          </p:txBody>
        </p:sp>
        <p:sp>
          <p:nvSpPr>
            <p:cNvPr id="31" name="TextBox 30">
              <a:extLst>
                <a:ext uri="{FF2B5EF4-FFF2-40B4-BE49-F238E27FC236}">
                  <a16:creationId xmlns:a16="http://schemas.microsoft.com/office/drawing/2014/main" id="{E3EB448B-413D-5D5E-6F62-C1613AAC67EE}"/>
                </a:ext>
              </a:extLst>
            </p:cNvPr>
            <p:cNvSpPr txBox="1"/>
            <p:nvPr/>
          </p:nvSpPr>
          <p:spPr>
            <a:xfrm>
              <a:off x="1161849" y="4523341"/>
              <a:ext cx="1036753" cy="646331"/>
            </a:xfrm>
            <a:prstGeom prst="rect">
              <a:avLst/>
            </a:prstGeom>
            <a:noFill/>
          </p:spPr>
          <p:txBody>
            <a:bodyPr wrap="square" rtlCol="0">
              <a:spAutoFit/>
            </a:bodyPr>
            <a:lstStyle/>
            <a:p>
              <a:pPr algn="ctr"/>
              <a:r>
                <a:rPr lang="en-IN" dirty="0">
                  <a:latin typeface="Times New Roman" panose="02020603050405020304" pitchFamily="18" charset="0"/>
                  <a:cs typeface="Times New Roman" panose="02020603050405020304" pitchFamily="18" charset="0"/>
                </a:rPr>
                <a:t>Spray chamber</a:t>
              </a:r>
            </a:p>
          </p:txBody>
        </p:sp>
        <p:sp>
          <p:nvSpPr>
            <p:cNvPr id="32" name="Rectangle: Rounded Corners 31">
              <a:extLst>
                <a:ext uri="{FF2B5EF4-FFF2-40B4-BE49-F238E27FC236}">
                  <a16:creationId xmlns:a16="http://schemas.microsoft.com/office/drawing/2014/main" id="{750F7A9A-308D-49AE-7C45-FFD499E47116}"/>
                </a:ext>
              </a:extLst>
            </p:cNvPr>
            <p:cNvSpPr/>
            <p:nvPr/>
          </p:nvSpPr>
          <p:spPr>
            <a:xfrm>
              <a:off x="1161849" y="2057400"/>
              <a:ext cx="7677351" cy="3915083"/>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5" name="TextBox 34">
            <a:extLst>
              <a:ext uri="{FF2B5EF4-FFF2-40B4-BE49-F238E27FC236}">
                <a16:creationId xmlns:a16="http://schemas.microsoft.com/office/drawing/2014/main" id="{13CBABF3-FB90-A8EC-1A92-AB0BD5A503E9}"/>
              </a:ext>
            </a:extLst>
          </p:cNvPr>
          <p:cNvSpPr txBox="1"/>
          <p:nvPr/>
        </p:nvSpPr>
        <p:spPr>
          <a:xfrm>
            <a:off x="961924" y="15705"/>
            <a:ext cx="8077199" cy="1554272"/>
          </a:xfrm>
          <a:prstGeom prst="rect">
            <a:avLst/>
          </a:prstGeom>
          <a:noFill/>
        </p:spPr>
        <p:txBody>
          <a:bodyPr wrap="square">
            <a:spAutoFit/>
          </a:bodyPr>
          <a:lstStyle/>
          <a:p>
            <a:pPr algn="l"/>
            <a:endParaRPr lang="en-IN" sz="1100" b="0" i="0" u="none" strike="noStrike" baseline="0" dirty="0">
              <a:solidFill>
                <a:srgbClr val="000000"/>
              </a:solidFill>
              <a:latin typeface="Calibri" panose="020F0502020204030204" pitchFamily="34" charset="0"/>
            </a:endParaRPr>
          </a:p>
          <a:p>
            <a:pPr algn="ctr"/>
            <a:r>
              <a:rPr lang="en-IN" sz="2800" b="1" u="sng" dirty="0">
                <a:solidFill>
                  <a:schemeClr val="tx2">
                    <a:satMod val="130000"/>
                  </a:schemeClr>
                </a:solidFill>
                <a:effectLst>
                  <a:outerShdw blurRad="50000" dist="30000" dir="5400000" algn="tl" rotWithShape="0">
                    <a:srgbClr val="000000">
                      <a:alpha val="30000"/>
                    </a:srgbClr>
                  </a:outerShdw>
                </a:effectLst>
                <a:latin typeface="Times New Roman" panose="02020603050405020304" pitchFamily="18" charset="0"/>
                <a:ea typeface="+mj-ea"/>
                <a:cs typeface="+mj-cs"/>
              </a:rPr>
              <a:t>Peristaltic Pump</a:t>
            </a:r>
          </a:p>
          <a:p>
            <a:pPr algn="ctr"/>
            <a:endParaRPr lang="en-IN" sz="2000" b="0" i="0" u="none" strike="noStrike" baseline="0" dirty="0">
              <a:solidFill>
                <a:srgbClr val="0000FF"/>
              </a:solidFill>
              <a:latin typeface="Calibri" panose="020F0502020204030204" pitchFamily="34" charset="0"/>
            </a:endParaRPr>
          </a:p>
          <a:p>
            <a:pPr marL="285750" indent="-285750">
              <a:buFont typeface="Arial" panose="020B0604020202020204" pitchFamily="34" charset="0"/>
              <a:buChar char="•"/>
            </a:pPr>
            <a:r>
              <a:rPr lang="en-US" sz="1800" b="1" i="0" u="none" strike="noStrike" baseline="0" dirty="0">
                <a:solidFill>
                  <a:srgbClr val="000000"/>
                </a:solidFill>
                <a:latin typeface="Calibri" panose="020F0502020204030204" pitchFamily="34" charset="0"/>
              </a:rPr>
              <a:t>Ensures constant flow of liquid irrespective of differences in viscosity between samples, standards and blanks. Sample </a:t>
            </a:r>
            <a:r>
              <a:rPr lang="en-IN" sz="1800" b="1" i="0" u="none" strike="noStrike" baseline="0" dirty="0">
                <a:solidFill>
                  <a:srgbClr val="000000"/>
                </a:solidFill>
                <a:latin typeface="Calibri" panose="020F0502020204030204" pitchFamily="34" charset="0"/>
              </a:rPr>
              <a:t>pumped at 1ml/min </a:t>
            </a:r>
            <a:endParaRPr lang="en-IN" dirty="0"/>
          </a:p>
        </p:txBody>
      </p:sp>
    </p:spTree>
    <p:extLst>
      <p:ext uri="{BB962C8B-B14F-4D97-AF65-F5344CB8AC3E}">
        <p14:creationId xmlns:p14="http://schemas.microsoft.com/office/powerpoint/2010/main" val="2899894168"/>
      </p:ext>
    </p:extLst>
  </p:cSld>
  <p:clrMapOvr>
    <a:masterClrMapping/>
  </p:clrMapOvr>
  <p:transition>
    <p:wipe dir="d"/>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BE8BD-3367-7867-D560-E7FC5516E7E5}"/>
            </a:ext>
          </a:extLst>
        </p:cNvPr>
        <p:cNvGrpSpPr/>
        <p:nvPr/>
      </p:nvGrpSpPr>
      <p:grpSpPr>
        <a:xfrm>
          <a:off x="0" y="0"/>
          <a:ext cx="0" cy="0"/>
          <a:chOff x="0" y="0"/>
          <a:chExt cx="0" cy="0"/>
        </a:xfrm>
      </p:grpSpPr>
      <p:sp>
        <p:nvSpPr>
          <p:cNvPr id="35" name="TextBox 34">
            <a:extLst>
              <a:ext uri="{FF2B5EF4-FFF2-40B4-BE49-F238E27FC236}">
                <a16:creationId xmlns:a16="http://schemas.microsoft.com/office/drawing/2014/main" id="{7970FFC8-0FA0-88C8-C009-7596DFBBC635}"/>
              </a:ext>
            </a:extLst>
          </p:cNvPr>
          <p:cNvSpPr txBox="1"/>
          <p:nvPr/>
        </p:nvSpPr>
        <p:spPr>
          <a:xfrm>
            <a:off x="990601" y="0"/>
            <a:ext cx="8153400" cy="1123384"/>
          </a:xfrm>
          <a:prstGeom prst="rect">
            <a:avLst/>
          </a:prstGeom>
          <a:noFill/>
        </p:spPr>
        <p:txBody>
          <a:bodyPr wrap="square">
            <a:spAutoFit/>
          </a:bodyPr>
          <a:lstStyle/>
          <a:p>
            <a:pPr algn="l"/>
            <a:endParaRPr lang="en-IN" sz="1100" b="0" i="0" u="none" strike="noStrike" baseline="0" dirty="0">
              <a:solidFill>
                <a:srgbClr val="000000"/>
              </a:solidFill>
              <a:latin typeface="Calibri" panose="020F0502020204030204" pitchFamily="34" charset="0"/>
            </a:endParaRPr>
          </a:p>
          <a:p>
            <a:pPr algn="ctr"/>
            <a:r>
              <a:rPr lang="en-IN" sz="2800" b="1" u="sng" dirty="0">
                <a:solidFill>
                  <a:schemeClr val="tx2">
                    <a:satMod val="130000"/>
                  </a:schemeClr>
                </a:solidFill>
                <a:effectLst>
                  <a:outerShdw blurRad="50000" dist="30000" dir="5400000" algn="tl" rotWithShape="0">
                    <a:srgbClr val="000000">
                      <a:alpha val="30000"/>
                    </a:srgbClr>
                  </a:outerShdw>
                </a:effectLst>
                <a:latin typeface="Times New Roman" panose="02020603050405020304" pitchFamily="18" charset="0"/>
                <a:ea typeface="+mj-ea"/>
                <a:cs typeface="+mj-cs"/>
              </a:rPr>
              <a:t>Micromist Nebulizer: </a:t>
            </a:r>
          </a:p>
          <a:p>
            <a:pPr algn="ctr"/>
            <a:endParaRPr lang="en-IN" sz="2800" b="1" u="sng" dirty="0"/>
          </a:p>
        </p:txBody>
      </p:sp>
      <p:pic>
        <p:nvPicPr>
          <p:cNvPr id="3" name="Picture 2">
            <a:extLst>
              <a:ext uri="{FF2B5EF4-FFF2-40B4-BE49-F238E27FC236}">
                <a16:creationId xmlns:a16="http://schemas.microsoft.com/office/drawing/2014/main" id="{FBAD2D9F-0B8B-E46C-B000-45FEC4BCDD6C}"/>
              </a:ext>
            </a:extLst>
          </p:cNvPr>
          <p:cNvPicPr>
            <a:picLocks noChangeAspect="1"/>
          </p:cNvPicPr>
          <p:nvPr/>
        </p:nvPicPr>
        <p:blipFill>
          <a:blip r:embed="rId2"/>
          <a:stretch>
            <a:fillRect/>
          </a:stretch>
        </p:blipFill>
        <p:spPr>
          <a:xfrm>
            <a:off x="2862867" y="1371600"/>
            <a:ext cx="4408867" cy="3113509"/>
          </a:xfrm>
          <a:prstGeom prst="rect">
            <a:avLst/>
          </a:prstGeom>
        </p:spPr>
      </p:pic>
      <p:sp>
        <p:nvSpPr>
          <p:cNvPr id="4" name="Rectangle: Rounded Corners 3">
            <a:extLst>
              <a:ext uri="{FF2B5EF4-FFF2-40B4-BE49-F238E27FC236}">
                <a16:creationId xmlns:a16="http://schemas.microsoft.com/office/drawing/2014/main" id="{550E759F-5F87-E8FE-6857-BE67A2735DD2}"/>
              </a:ext>
            </a:extLst>
          </p:cNvPr>
          <p:cNvSpPr/>
          <p:nvPr/>
        </p:nvSpPr>
        <p:spPr>
          <a:xfrm>
            <a:off x="1763332" y="1097984"/>
            <a:ext cx="6390067" cy="3915083"/>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5A77FB1-FABE-112C-016E-D6A195459A15}"/>
              </a:ext>
            </a:extLst>
          </p:cNvPr>
          <p:cNvSpPr txBox="1"/>
          <p:nvPr/>
        </p:nvSpPr>
        <p:spPr>
          <a:xfrm>
            <a:off x="1143000" y="5787885"/>
            <a:ext cx="7543799" cy="646331"/>
          </a:xfrm>
          <a:prstGeom prst="rect">
            <a:avLst/>
          </a:prstGeom>
          <a:noFill/>
        </p:spPr>
        <p:txBody>
          <a:bodyPr wrap="square">
            <a:spAutoFit/>
          </a:bodyPr>
          <a:lstStyle/>
          <a:p>
            <a:pPr marL="285750" indent="-285750" algn="just">
              <a:buFont typeface="Arial" panose="020B0604020202020204" pitchFamily="34" charset="0"/>
              <a:buChar char="•"/>
            </a:pPr>
            <a:r>
              <a:rPr lang="en-US" sz="1800" i="0" u="none" strike="noStrike" baseline="0" dirty="0">
                <a:solidFill>
                  <a:srgbClr val="000000"/>
                </a:solidFill>
                <a:latin typeface="Times New Roman" panose="02020603050405020304" pitchFamily="18" charset="0"/>
                <a:cs typeface="Times New Roman" panose="02020603050405020304" pitchFamily="18" charset="0"/>
              </a:rPr>
              <a:t>Liquid is converted into a fine aerosol by pneumatic action of a flow of argon gas (~1L/min) smashing the liquid into tiny droplets. </a:t>
            </a: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8032793"/>
      </p:ext>
    </p:extLst>
  </p:cSld>
  <p:clrMapOvr>
    <a:masterClrMapping/>
  </p:clrMapOvr>
  <p:transition>
    <p:wipe dir="d"/>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6E853-3098-433D-F664-93D4E2E691DB}"/>
            </a:ext>
          </a:extLst>
        </p:cNvPr>
        <p:cNvGrpSpPr/>
        <p:nvPr/>
      </p:nvGrpSpPr>
      <p:grpSpPr>
        <a:xfrm>
          <a:off x="0" y="0"/>
          <a:ext cx="0" cy="0"/>
          <a:chOff x="0" y="0"/>
          <a:chExt cx="0" cy="0"/>
        </a:xfrm>
      </p:grpSpPr>
      <p:sp>
        <p:nvSpPr>
          <p:cNvPr id="35" name="TextBox 34">
            <a:extLst>
              <a:ext uri="{FF2B5EF4-FFF2-40B4-BE49-F238E27FC236}">
                <a16:creationId xmlns:a16="http://schemas.microsoft.com/office/drawing/2014/main" id="{C34F210B-EA9A-C9C2-4E2A-C46F06EE3892}"/>
              </a:ext>
            </a:extLst>
          </p:cNvPr>
          <p:cNvSpPr txBox="1"/>
          <p:nvPr/>
        </p:nvSpPr>
        <p:spPr>
          <a:xfrm>
            <a:off x="990601" y="0"/>
            <a:ext cx="7924799" cy="1954381"/>
          </a:xfrm>
          <a:prstGeom prst="rect">
            <a:avLst/>
          </a:prstGeom>
          <a:noFill/>
        </p:spPr>
        <p:txBody>
          <a:bodyPr wrap="square">
            <a:spAutoFit/>
          </a:bodyPr>
          <a:lstStyle/>
          <a:p>
            <a:pPr algn="l"/>
            <a:endParaRPr lang="en-IN" sz="1100" b="0" i="0" u="none" strike="noStrike" baseline="0" dirty="0">
              <a:solidFill>
                <a:srgbClr val="000000"/>
              </a:solidFill>
              <a:latin typeface="Calibri" panose="020F0502020204030204" pitchFamily="34" charset="0"/>
            </a:endParaRPr>
          </a:p>
          <a:p>
            <a:pPr algn="ctr"/>
            <a:r>
              <a:rPr lang="en-IN" sz="2800" b="1" u="sng" dirty="0">
                <a:solidFill>
                  <a:schemeClr val="tx2">
                    <a:satMod val="130000"/>
                  </a:schemeClr>
                </a:solidFill>
                <a:effectLst>
                  <a:outerShdw blurRad="50000" dist="30000" dir="5400000" algn="tl" rotWithShape="0">
                    <a:srgbClr val="000000">
                      <a:alpha val="30000"/>
                    </a:srgbClr>
                  </a:outerShdw>
                </a:effectLst>
                <a:latin typeface="Times New Roman" panose="02020603050405020304" pitchFamily="18" charset="0"/>
                <a:ea typeface="+mj-ea"/>
                <a:cs typeface="+mj-cs"/>
              </a:rPr>
              <a:t>Double Pass Spray Chamber: </a:t>
            </a:r>
          </a:p>
          <a:p>
            <a:pPr algn="ctr"/>
            <a:endParaRPr lang="en-IN" sz="2800" b="1" u="sng" dirty="0"/>
          </a:p>
          <a:p>
            <a:pPr marL="285750" indent="-285750" algn="just">
              <a:buFont typeface="Arial" panose="020B0604020202020204" pitchFamily="34" charset="0"/>
              <a:buChar char="•"/>
            </a:pPr>
            <a:r>
              <a:rPr lang="en-US" sz="1800" b="1" i="0" u="none" strike="noStrike" baseline="0" dirty="0">
                <a:solidFill>
                  <a:srgbClr val="000000"/>
                </a:solidFill>
                <a:latin typeface="Calibri" panose="020F0502020204030204" pitchFamily="34" charset="0"/>
              </a:rPr>
              <a:t>Spray Chamber only allows small droplets (&lt;10μm) to enter the plasma. Larger droplets having higher momentum collide with wall of spray chamber, get condensed &amp; eventually fall out by gravity through the drain </a:t>
            </a:r>
            <a:endParaRPr lang="en-IN" dirty="0"/>
          </a:p>
        </p:txBody>
      </p:sp>
      <p:sp>
        <p:nvSpPr>
          <p:cNvPr id="4" name="Rectangle: Rounded Corners 3">
            <a:extLst>
              <a:ext uri="{FF2B5EF4-FFF2-40B4-BE49-F238E27FC236}">
                <a16:creationId xmlns:a16="http://schemas.microsoft.com/office/drawing/2014/main" id="{45A4D25A-DCDD-7725-7204-53DDC3ACB207}"/>
              </a:ext>
            </a:extLst>
          </p:cNvPr>
          <p:cNvSpPr/>
          <p:nvPr/>
        </p:nvSpPr>
        <p:spPr>
          <a:xfrm>
            <a:off x="1961453" y="2337559"/>
            <a:ext cx="5963347" cy="4291841"/>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5" name="Picture 4">
            <a:extLst>
              <a:ext uri="{FF2B5EF4-FFF2-40B4-BE49-F238E27FC236}">
                <a16:creationId xmlns:a16="http://schemas.microsoft.com/office/drawing/2014/main" id="{DF805BC5-436A-BC51-229E-E07EA3454202}"/>
              </a:ext>
            </a:extLst>
          </p:cNvPr>
          <p:cNvPicPr>
            <a:picLocks noChangeAspect="1"/>
          </p:cNvPicPr>
          <p:nvPr/>
        </p:nvPicPr>
        <p:blipFill>
          <a:blip r:embed="rId2"/>
          <a:stretch>
            <a:fillRect/>
          </a:stretch>
        </p:blipFill>
        <p:spPr>
          <a:xfrm>
            <a:off x="2586292" y="2472556"/>
            <a:ext cx="4713667" cy="4021845"/>
          </a:xfrm>
          <a:prstGeom prst="rect">
            <a:avLst/>
          </a:prstGeom>
        </p:spPr>
      </p:pic>
    </p:spTree>
    <p:extLst>
      <p:ext uri="{BB962C8B-B14F-4D97-AF65-F5344CB8AC3E}">
        <p14:creationId xmlns:p14="http://schemas.microsoft.com/office/powerpoint/2010/main" val="1755056186"/>
      </p:ext>
    </p:extLst>
  </p:cSld>
  <p:clrMapOvr>
    <a:masterClrMapping/>
  </p:clrMapOvr>
  <p:transition>
    <p:wipe dir="d"/>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Users\EdihardX\Downloads\ICP\ICPMS.jpg"/>
          <p:cNvPicPr/>
          <p:nvPr/>
        </p:nvPicPr>
        <p:blipFill>
          <a:blip r:embed="rId2">
            <a:extLst>
              <a:ext uri="{28A0092B-C50C-407E-A947-70E740481C1C}">
                <a14:useLocalDpi xmlns:a14="http://schemas.microsoft.com/office/drawing/2010/main" val="0"/>
              </a:ext>
            </a:extLst>
          </a:blip>
          <a:srcRect/>
          <a:stretch>
            <a:fillRect/>
          </a:stretch>
        </p:blipFill>
        <p:spPr bwMode="auto">
          <a:xfrm>
            <a:off x="1371600" y="238539"/>
            <a:ext cx="2332527" cy="2505307"/>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7171" name="Picture 3"/>
          <p:cNvPicPr>
            <a:picLocks noChangeAspect="1" noChangeArrowheads="1"/>
          </p:cNvPicPr>
          <p:nvPr/>
        </p:nvPicPr>
        <p:blipFill rotWithShape="1">
          <a:blip r:embed="rId3">
            <a:extLst>
              <a:ext uri="{28A0092B-C50C-407E-A947-70E740481C1C}">
                <a14:useLocalDpi xmlns:a14="http://schemas.microsoft.com/office/drawing/2010/main" val="0"/>
              </a:ext>
            </a:extLst>
          </a:blip>
          <a:srcRect l="15320" t="16537" r="53811" b="26878"/>
          <a:stretch/>
        </p:blipFill>
        <p:spPr bwMode="auto">
          <a:xfrm>
            <a:off x="1295400" y="3124200"/>
            <a:ext cx="2332527" cy="2505307"/>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7172" name="Picture 4"/>
          <p:cNvPicPr>
            <a:picLocks noChangeAspect="1" noChangeArrowheads="1"/>
          </p:cNvPicPr>
          <p:nvPr/>
        </p:nvPicPr>
        <p:blipFill rotWithShape="1">
          <a:blip r:embed="rId4">
            <a:extLst>
              <a:ext uri="{28A0092B-C50C-407E-A947-70E740481C1C}">
                <a14:useLocalDpi xmlns:a14="http://schemas.microsoft.com/office/drawing/2010/main" val="0"/>
              </a:ext>
            </a:extLst>
          </a:blip>
          <a:srcRect l="30564" t="14000" r="16844" b="37837"/>
          <a:stretch/>
        </p:blipFill>
        <p:spPr bwMode="auto">
          <a:xfrm>
            <a:off x="4038600" y="88420"/>
            <a:ext cx="4953000" cy="2505307"/>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7175" name="Picture 7"/>
          <p:cNvPicPr>
            <a:picLocks noChangeAspect="1" noChangeArrowheads="1"/>
          </p:cNvPicPr>
          <p:nvPr/>
        </p:nvPicPr>
        <p:blipFill rotWithShape="1">
          <a:blip r:embed="rId5">
            <a:extLst>
              <a:ext uri="{28A0092B-C50C-407E-A947-70E740481C1C}">
                <a14:useLocalDpi xmlns:a14="http://schemas.microsoft.com/office/drawing/2010/main" val="0"/>
              </a:ext>
            </a:extLst>
          </a:blip>
          <a:srcRect l="4573" t="25512" r="47180" b="26807"/>
          <a:stretch/>
        </p:blipFill>
        <p:spPr bwMode="auto">
          <a:xfrm>
            <a:off x="4038600" y="3087756"/>
            <a:ext cx="4953000" cy="2505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507312480"/>
      </p:ext>
    </p:extLst>
  </p:cSld>
  <p:clrMapOvr>
    <a:masterClrMapping/>
  </p:clrMapOvr>
  <p:transition>
    <p:wipe dir="d"/>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5E257-673E-425D-807F-5B36D4C600C1}"/>
            </a:ext>
          </a:extLst>
        </p:cNvPr>
        <p:cNvGrpSpPr/>
        <p:nvPr/>
      </p:nvGrpSpPr>
      <p:grpSpPr>
        <a:xfrm>
          <a:off x="0" y="0"/>
          <a:ext cx="0" cy="0"/>
          <a:chOff x="0" y="0"/>
          <a:chExt cx="0" cy="0"/>
        </a:xfrm>
      </p:grpSpPr>
      <p:sp>
        <p:nvSpPr>
          <p:cNvPr id="35" name="TextBox 34">
            <a:extLst>
              <a:ext uri="{FF2B5EF4-FFF2-40B4-BE49-F238E27FC236}">
                <a16:creationId xmlns:a16="http://schemas.microsoft.com/office/drawing/2014/main" id="{59C066D5-7A84-E8C4-630C-73A39E17FCBE}"/>
              </a:ext>
            </a:extLst>
          </p:cNvPr>
          <p:cNvSpPr txBox="1"/>
          <p:nvPr/>
        </p:nvSpPr>
        <p:spPr>
          <a:xfrm>
            <a:off x="997950" y="12932"/>
            <a:ext cx="8146050" cy="523220"/>
          </a:xfrm>
          <a:prstGeom prst="rect">
            <a:avLst/>
          </a:prstGeom>
          <a:noFill/>
        </p:spPr>
        <p:txBody>
          <a:bodyPr wrap="square">
            <a:spAutoFit/>
          </a:bodyPr>
          <a:lstStyle/>
          <a:p>
            <a:pPr algn="ctr"/>
            <a:r>
              <a:rPr lang="en-IN" sz="2800" b="1" u="sng" dirty="0">
                <a:solidFill>
                  <a:schemeClr val="tx2">
                    <a:satMod val="130000"/>
                  </a:schemeClr>
                </a:solidFill>
                <a:effectLst>
                  <a:outerShdw blurRad="50000" dist="30000" dir="5400000" algn="tl" rotWithShape="0">
                    <a:srgbClr val="000000">
                      <a:alpha val="30000"/>
                    </a:srgbClr>
                  </a:outerShdw>
                </a:effectLst>
                <a:latin typeface="Times New Roman" panose="02020603050405020304" pitchFamily="18" charset="0"/>
                <a:ea typeface="+mj-ea"/>
                <a:cs typeface="+mj-cs"/>
              </a:rPr>
              <a:t>ICP Plasma Ionization Source </a:t>
            </a:r>
          </a:p>
        </p:txBody>
      </p:sp>
      <p:sp>
        <p:nvSpPr>
          <p:cNvPr id="24" name="TextBox 23">
            <a:extLst>
              <a:ext uri="{FF2B5EF4-FFF2-40B4-BE49-F238E27FC236}">
                <a16:creationId xmlns:a16="http://schemas.microsoft.com/office/drawing/2014/main" id="{9967859A-DA02-2F28-06E1-7AC1A88830F0}"/>
              </a:ext>
            </a:extLst>
          </p:cNvPr>
          <p:cNvSpPr txBox="1"/>
          <p:nvPr/>
        </p:nvSpPr>
        <p:spPr>
          <a:xfrm>
            <a:off x="1048250" y="4991928"/>
            <a:ext cx="7738245" cy="923330"/>
          </a:xfrm>
          <a:prstGeom prst="rect">
            <a:avLst/>
          </a:prstGeom>
          <a:noFill/>
        </p:spPr>
        <p:txBody>
          <a:bodyPr wrap="square">
            <a:spAutoFit/>
          </a:bodyPr>
          <a:lstStyle/>
          <a:p>
            <a:pPr algn="just"/>
            <a:r>
              <a:rPr lang="en-US" b="1" dirty="0">
                <a:solidFill>
                  <a:srgbClr val="000000"/>
                </a:solidFill>
                <a:latin typeface="Calibri" panose="020F0502020204030204" pitchFamily="34" charset="0"/>
              </a:rPr>
              <a:t>Inductively coupled plasmas are formed by coupling energy produced by a RF generator to the plasma support gas with an electromagnetic field. The field is produced by applying an RF power (typically 700-1500 W) to a load coil. </a:t>
            </a:r>
            <a:endParaRPr lang="en-IN" b="1" dirty="0">
              <a:solidFill>
                <a:srgbClr val="000000"/>
              </a:solidFill>
              <a:latin typeface="Calibri" panose="020F0502020204030204" pitchFamily="34" charset="0"/>
            </a:endParaRPr>
          </a:p>
        </p:txBody>
      </p:sp>
      <p:grpSp>
        <p:nvGrpSpPr>
          <p:cNvPr id="25" name="object 3">
            <a:extLst>
              <a:ext uri="{FF2B5EF4-FFF2-40B4-BE49-F238E27FC236}">
                <a16:creationId xmlns:a16="http://schemas.microsoft.com/office/drawing/2014/main" id="{BD76F055-D136-453C-BDCC-A45BD8ED3D9A}"/>
              </a:ext>
            </a:extLst>
          </p:cNvPr>
          <p:cNvGrpSpPr/>
          <p:nvPr/>
        </p:nvGrpSpPr>
        <p:grpSpPr>
          <a:xfrm>
            <a:off x="1048250" y="1066801"/>
            <a:ext cx="8095750" cy="3429000"/>
            <a:chOff x="107505" y="752338"/>
            <a:chExt cx="8045450" cy="3480435"/>
          </a:xfrm>
        </p:grpSpPr>
        <p:pic>
          <p:nvPicPr>
            <p:cNvPr id="26" name="object 4">
              <a:extLst>
                <a:ext uri="{FF2B5EF4-FFF2-40B4-BE49-F238E27FC236}">
                  <a16:creationId xmlns:a16="http://schemas.microsoft.com/office/drawing/2014/main" id="{F5A3BD50-D00A-403B-AECA-64C943981B7E}"/>
                </a:ext>
              </a:extLst>
            </p:cNvPr>
            <p:cNvPicPr/>
            <p:nvPr/>
          </p:nvPicPr>
          <p:blipFill>
            <a:blip r:embed="rId2" cstate="print"/>
            <a:stretch>
              <a:fillRect/>
            </a:stretch>
          </p:blipFill>
          <p:spPr>
            <a:xfrm>
              <a:off x="107505" y="752338"/>
              <a:ext cx="7226101" cy="3480368"/>
            </a:xfrm>
            <a:prstGeom prst="rect">
              <a:avLst/>
            </a:prstGeom>
          </p:spPr>
        </p:pic>
        <p:pic>
          <p:nvPicPr>
            <p:cNvPr id="27" name="object 5">
              <a:extLst>
                <a:ext uri="{FF2B5EF4-FFF2-40B4-BE49-F238E27FC236}">
                  <a16:creationId xmlns:a16="http://schemas.microsoft.com/office/drawing/2014/main" id="{E95240A0-A19E-449A-9294-B9CD7393B6D0}"/>
                </a:ext>
              </a:extLst>
            </p:cNvPr>
            <p:cNvPicPr/>
            <p:nvPr/>
          </p:nvPicPr>
          <p:blipFill>
            <a:blip r:embed="rId3" cstate="print"/>
            <a:stretch>
              <a:fillRect/>
            </a:stretch>
          </p:blipFill>
          <p:spPr>
            <a:xfrm>
              <a:off x="5580126" y="1700784"/>
              <a:ext cx="2572385" cy="580389"/>
            </a:xfrm>
            <a:prstGeom prst="rect">
              <a:avLst/>
            </a:prstGeom>
          </p:spPr>
        </p:pic>
      </p:grpSp>
    </p:spTree>
    <p:extLst>
      <p:ext uri="{BB962C8B-B14F-4D97-AF65-F5344CB8AC3E}">
        <p14:creationId xmlns:p14="http://schemas.microsoft.com/office/powerpoint/2010/main" val="1918848040"/>
      </p:ext>
    </p:extLst>
  </p:cSld>
  <p:clrMapOvr>
    <a:masterClrMapping/>
  </p:clrMapOvr>
  <p:transition>
    <p:wipe dir="d"/>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7340" y="998551"/>
            <a:ext cx="3330575" cy="5638800"/>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4346901" y="3657600"/>
            <a:ext cx="4873299" cy="2554545"/>
          </a:xfrm>
          <a:prstGeom prst="rect">
            <a:avLst/>
          </a:prstGeom>
        </p:spPr>
        <p:txBody>
          <a:bodyPr wrap="square">
            <a:spAutoFit/>
          </a:bodyPr>
          <a:lstStyle/>
          <a:p>
            <a:pPr marL="342900" indent="-342900">
              <a:buFont typeface="Wingdings" panose="05000000000000000000" pitchFamily="2" charset="2"/>
              <a:buChar char="§"/>
            </a:pPr>
            <a:r>
              <a:rPr lang="en-US" sz="2000" dirty="0"/>
              <a:t>RF generator is a tool that provides a voltage (700-1500 watts) to ignite the plasma with Argon gas as its source. </a:t>
            </a:r>
          </a:p>
          <a:p>
            <a:pPr marL="342900" indent="-342900">
              <a:buFont typeface="Wingdings" panose="05000000000000000000" pitchFamily="2" charset="2"/>
              <a:buChar char="§"/>
            </a:pPr>
            <a:r>
              <a:rPr lang="en-US" sz="2000" dirty="0"/>
              <a:t>This voltage is transferred to the plasma through a load coil, which surrounds the peak of the Torch. </a:t>
            </a:r>
          </a:p>
          <a:p>
            <a:pPr marL="342900" indent="-342900">
              <a:buFont typeface="Wingdings" panose="05000000000000000000" pitchFamily="2" charset="2"/>
              <a:buChar char="§"/>
            </a:pPr>
            <a:r>
              <a:rPr lang="en-US" sz="2000" dirty="0"/>
              <a:t>When the sample gas into the plasma occurs excitation of atoms occurs.</a:t>
            </a:r>
          </a:p>
        </p:txBody>
      </p:sp>
      <p:sp>
        <p:nvSpPr>
          <p:cNvPr id="8" name="Title 1"/>
          <p:cNvSpPr>
            <a:spLocks noGrp="1"/>
          </p:cNvSpPr>
          <p:nvPr>
            <p:ph type="title"/>
          </p:nvPr>
        </p:nvSpPr>
        <p:spPr>
          <a:xfrm>
            <a:off x="970958" y="0"/>
            <a:ext cx="4038600" cy="956806"/>
          </a:xfrm>
        </p:spPr>
        <p:txBody>
          <a:bodyPr>
            <a:normAutofit/>
          </a:bodyPr>
          <a:lstStyle/>
          <a:p>
            <a:r>
              <a:rPr lang="en-US" sz="2800" b="1" u="sng" dirty="0">
                <a:latin typeface="Times New Roman" panose="02020603050405020304" pitchFamily="18" charset="0"/>
                <a:cs typeface="Times New Roman" panose="02020603050405020304" pitchFamily="18" charset="0"/>
              </a:rPr>
              <a:t>Ionization Process</a:t>
            </a:r>
          </a:p>
        </p:txBody>
      </p:sp>
      <p:pic>
        <p:nvPicPr>
          <p:cNvPr id="7" name="Picture 4">
            <a:extLst>
              <a:ext uri="{FF2B5EF4-FFF2-40B4-BE49-F238E27FC236}">
                <a16:creationId xmlns:a16="http://schemas.microsoft.com/office/drawing/2014/main" id="{C50D40C9-14E4-4618-B542-DE8EF8406BD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91200" y="174848"/>
            <a:ext cx="2571750" cy="3254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15628931"/>
      </p:ext>
    </p:extLst>
  </p:cSld>
  <p:clrMapOvr>
    <a:masterClrMapping/>
  </p:clrMapOvr>
  <p:transition>
    <p:wipe dir="d"/>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BC6FE60F-B7EA-4868-9B3C-B4A18509F0C0}"/>
              </a:ext>
            </a:extLst>
          </p:cNvPr>
          <p:cNvGraphicFramePr>
            <a:graphicFrameLocks noGrp="1"/>
          </p:cNvGraphicFramePr>
          <p:nvPr>
            <p:extLst>
              <p:ext uri="{D42A27DB-BD31-4B8C-83A1-F6EECF244321}">
                <p14:modId xmlns:p14="http://schemas.microsoft.com/office/powerpoint/2010/main" val="2593646665"/>
              </p:ext>
            </p:extLst>
          </p:nvPr>
        </p:nvGraphicFramePr>
        <p:xfrm>
          <a:off x="2080126" y="1066800"/>
          <a:ext cx="5768476" cy="5410201"/>
        </p:xfrm>
        <a:graphic>
          <a:graphicData uri="http://schemas.openxmlformats.org/drawingml/2006/table">
            <a:tbl>
              <a:tblPr/>
              <a:tblGrid>
                <a:gridCol w="1442119">
                  <a:extLst>
                    <a:ext uri="{9D8B030D-6E8A-4147-A177-3AD203B41FA5}">
                      <a16:colId xmlns:a16="http://schemas.microsoft.com/office/drawing/2014/main" val="3383541121"/>
                    </a:ext>
                  </a:extLst>
                </a:gridCol>
                <a:gridCol w="1442119">
                  <a:extLst>
                    <a:ext uri="{9D8B030D-6E8A-4147-A177-3AD203B41FA5}">
                      <a16:colId xmlns:a16="http://schemas.microsoft.com/office/drawing/2014/main" val="775162557"/>
                    </a:ext>
                  </a:extLst>
                </a:gridCol>
                <a:gridCol w="1442119">
                  <a:extLst>
                    <a:ext uri="{9D8B030D-6E8A-4147-A177-3AD203B41FA5}">
                      <a16:colId xmlns:a16="http://schemas.microsoft.com/office/drawing/2014/main" val="236855259"/>
                    </a:ext>
                  </a:extLst>
                </a:gridCol>
                <a:gridCol w="1442119">
                  <a:extLst>
                    <a:ext uri="{9D8B030D-6E8A-4147-A177-3AD203B41FA5}">
                      <a16:colId xmlns:a16="http://schemas.microsoft.com/office/drawing/2014/main" val="2864298571"/>
                    </a:ext>
                  </a:extLst>
                </a:gridCol>
              </a:tblGrid>
              <a:tr h="479533">
                <a:tc>
                  <a:txBody>
                    <a:bodyPr/>
                    <a:lstStyle/>
                    <a:p>
                      <a:r>
                        <a:rPr lang="en-IN" sz="1200" b="1"/>
                        <a:t>Element</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sz="1200" b="1"/>
                        <a:t>First Ionization Potential (eV)</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sz="1200" b="1"/>
                        <a:t>Ionization Efficiency in ICP</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sz="1200" b="1" dirty="0"/>
                        <a:t>Degree of Ionization</a:t>
                      </a:r>
                      <a:endParaRPr lang="en-IN" sz="1200" dirty="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34512496"/>
                  </a:ext>
                </a:extLst>
              </a:tr>
              <a:tr h="273926">
                <a:tc>
                  <a:txBody>
                    <a:bodyPr/>
                    <a:lstStyle/>
                    <a:p>
                      <a:r>
                        <a:rPr lang="en-IN" sz="1200" b="1"/>
                        <a:t>Aluminum (Al)</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tc>
                  <a:txBody>
                    <a:bodyPr/>
                    <a:lstStyle/>
                    <a:p>
                      <a:r>
                        <a:rPr lang="en-IN" sz="1200"/>
                        <a:t>5.98 eV</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tc>
                  <a:txBody>
                    <a:bodyPr/>
                    <a:lstStyle/>
                    <a:p>
                      <a:r>
                        <a:rPr lang="en-IN" sz="1200"/>
                        <a:t>High</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tc>
                  <a:txBody>
                    <a:bodyPr/>
                    <a:lstStyle/>
                    <a:p>
                      <a:r>
                        <a:rPr lang="en-IN" sz="1200"/>
                        <a:t>&gt;90%</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extLst>
                  <a:ext uri="{0D108BD9-81ED-4DB2-BD59-A6C34878D82A}">
                    <a16:rowId xmlns:a16="http://schemas.microsoft.com/office/drawing/2014/main" val="422267805"/>
                  </a:ext>
                </a:extLst>
              </a:tr>
              <a:tr h="273926">
                <a:tc>
                  <a:txBody>
                    <a:bodyPr/>
                    <a:lstStyle/>
                    <a:p>
                      <a:r>
                        <a:rPr lang="en-IN" sz="1200" b="1"/>
                        <a:t>Calcium (Ca)</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6.11 eV</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High</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&gt;90%</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2712494292"/>
                  </a:ext>
                </a:extLst>
              </a:tr>
              <a:tr h="273926">
                <a:tc>
                  <a:txBody>
                    <a:bodyPr/>
                    <a:lstStyle/>
                    <a:p>
                      <a:r>
                        <a:rPr lang="en-IN" sz="1200" b="1"/>
                        <a:t>Iron (Fe)</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7.87 eV</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High</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&gt;90%</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481079612"/>
                  </a:ext>
                </a:extLst>
              </a:tr>
              <a:tr h="273926">
                <a:tc>
                  <a:txBody>
                    <a:bodyPr/>
                    <a:lstStyle/>
                    <a:p>
                      <a:r>
                        <a:rPr lang="en-IN" sz="1200" b="1"/>
                        <a:t>Magnesium (Mg)</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7.64 eV</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High</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&gt;90%</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1331762252"/>
                  </a:ext>
                </a:extLst>
              </a:tr>
              <a:tr h="273926">
                <a:tc>
                  <a:txBody>
                    <a:bodyPr/>
                    <a:lstStyle/>
                    <a:p>
                      <a:r>
                        <a:rPr lang="en-IN" sz="1200" b="1"/>
                        <a:t>Sodium (Na)</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5.14 eV</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Very High</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&gt;95%</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2501312512"/>
                  </a:ext>
                </a:extLst>
              </a:tr>
              <a:tr h="273926">
                <a:tc>
                  <a:txBody>
                    <a:bodyPr/>
                    <a:lstStyle/>
                    <a:p>
                      <a:r>
                        <a:rPr lang="en-IN" sz="1200" b="1"/>
                        <a:t>Copper (Cu)</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7.72 eV</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High</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&gt;90%</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1680075163"/>
                  </a:ext>
                </a:extLst>
              </a:tr>
              <a:tr h="273926">
                <a:tc>
                  <a:txBody>
                    <a:bodyPr/>
                    <a:lstStyle/>
                    <a:p>
                      <a:r>
                        <a:rPr lang="en-IN" sz="1200" b="1"/>
                        <a:t>Lead (Pb)</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7.42 eV</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High</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&gt;90%</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2124253511"/>
                  </a:ext>
                </a:extLst>
              </a:tr>
              <a:tr h="273926">
                <a:tc>
                  <a:txBody>
                    <a:bodyPr/>
                    <a:lstStyle/>
                    <a:p>
                      <a:r>
                        <a:rPr lang="en-IN" sz="1200" b="1"/>
                        <a:t>Zinc (Zn)</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9.39 eV</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dirty="0"/>
                        <a:t>High</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&gt;80%</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3458184385"/>
                  </a:ext>
                </a:extLst>
              </a:tr>
              <a:tr h="273926">
                <a:tc>
                  <a:txBody>
                    <a:bodyPr/>
                    <a:lstStyle/>
                    <a:p>
                      <a:r>
                        <a:rPr lang="en-IN" sz="1200" b="1"/>
                        <a:t>Arsenic (As)</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9.79 eV</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dirty="0"/>
                        <a:t>High</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&gt;80%</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4220711546"/>
                  </a:ext>
                </a:extLst>
              </a:tr>
              <a:tr h="273926">
                <a:tc>
                  <a:txBody>
                    <a:bodyPr/>
                    <a:lstStyle/>
                    <a:p>
                      <a:r>
                        <a:rPr lang="en-IN" sz="1200" b="1"/>
                        <a:t>Bromine (Br)</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11.81 eV</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Moderate to High</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50–90%</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914147263"/>
                  </a:ext>
                </a:extLst>
              </a:tr>
              <a:tr h="273926">
                <a:tc>
                  <a:txBody>
                    <a:bodyPr/>
                    <a:lstStyle/>
                    <a:p>
                      <a:r>
                        <a:rPr lang="en-IN" sz="1200" b="1"/>
                        <a:t>Mercury (Hg)</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10.44 eV</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Moderate</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50–70%</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2289821859"/>
                  </a:ext>
                </a:extLst>
              </a:tr>
              <a:tr h="273926">
                <a:tc>
                  <a:txBody>
                    <a:bodyPr/>
                    <a:lstStyle/>
                    <a:p>
                      <a:r>
                        <a:rPr lang="en-IN" sz="1200" b="1"/>
                        <a:t>Gold (Au)</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9.22 eV</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Moderate</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50–70%</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3696797079"/>
                  </a:ext>
                </a:extLst>
              </a:tr>
              <a:tr h="273926">
                <a:tc>
                  <a:txBody>
                    <a:bodyPr/>
                    <a:lstStyle/>
                    <a:p>
                      <a:r>
                        <a:rPr lang="en-IN" sz="1200" b="1"/>
                        <a:t>Uranium (U)</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6.1 eV</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High</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&gt;90%</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159498090"/>
                  </a:ext>
                </a:extLst>
              </a:tr>
              <a:tr h="273926">
                <a:tc>
                  <a:txBody>
                    <a:bodyPr/>
                    <a:lstStyle/>
                    <a:p>
                      <a:r>
                        <a:rPr lang="en-IN" sz="1200" b="1"/>
                        <a:t>Platinum (Pt)</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8.96 eV</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Moderate</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50–70%</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3722302511"/>
                  </a:ext>
                </a:extLst>
              </a:tr>
              <a:tr h="273926">
                <a:tc>
                  <a:txBody>
                    <a:bodyPr/>
                    <a:lstStyle/>
                    <a:p>
                      <a:r>
                        <a:rPr lang="en-IN" sz="1200" b="1"/>
                        <a:t>Barium (Ba)</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5.21 eV</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High</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&gt;90%</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4176906421"/>
                  </a:ext>
                </a:extLst>
              </a:tr>
              <a:tr h="273926">
                <a:tc>
                  <a:txBody>
                    <a:bodyPr/>
                    <a:lstStyle/>
                    <a:p>
                      <a:r>
                        <a:rPr lang="en-IN" sz="1200" b="1"/>
                        <a:t>Tungsten (W)</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7.98 eV</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Moderate</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60–80%</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4159505671"/>
                  </a:ext>
                </a:extLst>
              </a:tr>
              <a:tr h="273926">
                <a:tc>
                  <a:txBody>
                    <a:bodyPr/>
                    <a:lstStyle/>
                    <a:p>
                      <a:r>
                        <a:rPr lang="en-IN" sz="1200" b="1"/>
                        <a:t>Chlorine (Cl)</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12.97 eV</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Moderate</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IN" sz="1200"/>
                        <a:t>50–70%</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739788670"/>
                  </a:ext>
                </a:extLst>
              </a:tr>
              <a:tr h="273926">
                <a:tc>
                  <a:txBody>
                    <a:bodyPr/>
                    <a:lstStyle/>
                    <a:p>
                      <a:r>
                        <a:rPr lang="en-IN" sz="1200" b="1"/>
                        <a:t>Silver (Ag)</a:t>
                      </a:r>
                      <a:endParaRPr lang="en-IN" sz="1200"/>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r>
                        <a:rPr lang="en-IN" sz="1200"/>
                        <a:t>7.57 eV</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r>
                        <a:rPr lang="en-IN" sz="1200"/>
                        <a:t>High</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r>
                        <a:rPr lang="en-IN" sz="1200" dirty="0"/>
                        <a:t>&gt;90%</a:t>
                      </a:r>
                    </a:p>
                  </a:txBody>
                  <a:tcPr marL="60767" marR="60767" marT="30384" marB="303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40167302"/>
                  </a:ext>
                </a:extLst>
              </a:tr>
            </a:tbl>
          </a:graphicData>
        </a:graphic>
      </p:graphicFrame>
      <p:sp>
        <p:nvSpPr>
          <p:cNvPr id="5" name="Title 1">
            <a:extLst>
              <a:ext uri="{FF2B5EF4-FFF2-40B4-BE49-F238E27FC236}">
                <a16:creationId xmlns:a16="http://schemas.microsoft.com/office/drawing/2014/main" id="{72329124-99C2-4002-A7BD-6C0550BC6859}"/>
              </a:ext>
            </a:extLst>
          </p:cNvPr>
          <p:cNvSpPr>
            <a:spLocks noGrp="1"/>
          </p:cNvSpPr>
          <p:nvPr>
            <p:ph type="title"/>
          </p:nvPr>
        </p:nvSpPr>
        <p:spPr>
          <a:xfrm>
            <a:off x="2095500" y="19493"/>
            <a:ext cx="4953000" cy="796455"/>
          </a:xfrm>
        </p:spPr>
        <p:txBody>
          <a:bodyPr>
            <a:normAutofit/>
          </a:bodyPr>
          <a:lstStyle/>
          <a:p>
            <a:r>
              <a:rPr lang="en-US" sz="2800" b="1" u="sng" dirty="0">
                <a:latin typeface="Times New Roman" panose="02020603050405020304" pitchFamily="18" charset="0"/>
                <a:cs typeface="Times New Roman" panose="02020603050405020304" pitchFamily="18" charset="0"/>
              </a:rPr>
              <a:t>Typical ionization for elements</a:t>
            </a:r>
          </a:p>
        </p:txBody>
      </p:sp>
      <p:sp>
        <p:nvSpPr>
          <p:cNvPr id="7" name="TextBox 6">
            <a:extLst>
              <a:ext uri="{FF2B5EF4-FFF2-40B4-BE49-F238E27FC236}">
                <a16:creationId xmlns:a16="http://schemas.microsoft.com/office/drawing/2014/main" id="{F1F0763A-308E-4CC0-906F-13B28FD5F7EB}"/>
              </a:ext>
            </a:extLst>
          </p:cNvPr>
          <p:cNvSpPr txBox="1"/>
          <p:nvPr/>
        </p:nvSpPr>
        <p:spPr>
          <a:xfrm>
            <a:off x="1143000" y="6513185"/>
            <a:ext cx="4575974" cy="369332"/>
          </a:xfrm>
          <a:prstGeom prst="rect">
            <a:avLst/>
          </a:prstGeom>
          <a:noFill/>
        </p:spPr>
        <p:txBody>
          <a:bodyPr wrap="square">
            <a:spAutoFit/>
          </a:bodyPr>
          <a:lstStyle/>
          <a:p>
            <a:pPr marL="212725" indent="-200660">
              <a:lnSpc>
                <a:spcPct val="100000"/>
              </a:lnSpc>
              <a:spcBef>
                <a:spcPts val="95"/>
              </a:spcBef>
              <a:buSzPct val="95000"/>
              <a:buFont typeface="Wingdings"/>
              <a:buChar char=""/>
              <a:tabLst>
                <a:tab pos="213360" algn="l"/>
              </a:tabLst>
            </a:pPr>
            <a:r>
              <a:rPr lang="en-US" sz="1800" b="1" spc="-10" dirty="0">
                <a:solidFill>
                  <a:srgbClr val="CC00CC"/>
                </a:solidFill>
                <a:latin typeface="Calibri"/>
                <a:cs typeface="Calibri"/>
              </a:rPr>
              <a:t>Argon</a:t>
            </a:r>
            <a:r>
              <a:rPr lang="en-US" sz="1800" b="1" dirty="0">
                <a:solidFill>
                  <a:srgbClr val="CC00CC"/>
                </a:solidFill>
                <a:latin typeface="Calibri"/>
                <a:cs typeface="Calibri"/>
              </a:rPr>
              <a:t> </a:t>
            </a:r>
            <a:r>
              <a:rPr lang="en-US" sz="1800" b="1" spc="-15" dirty="0">
                <a:solidFill>
                  <a:srgbClr val="CC00CC"/>
                </a:solidFill>
                <a:latin typeface="Calibri"/>
                <a:cs typeface="Calibri"/>
              </a:rPr>
              <a:t>first</a:t>
            </a:r>
            <a:r>
              <a:rPr lang="en-US" sz="1800" b="1" spc="5" dirty="0">
                <a:solidFill>
                  <a:srgbClr val="CC00CC"/>
                </a:solidFill>
                <a:latin typeface="Calibri"/>
                <a:cs typeface="Calibri"/>
              </a:rPr>
              <a:t> </a:t>
            </a:r>
            <a:r>
              <a:rPr lang="en-US" sz="1800" b="1" spc="-10" dirty="0">
                <a:solidFill>
                  <a:srgbClr val="CC00CC"/>
                </a:solidFill>
                <a:latin typeface="Calibri"/>
                <a:cs typeface="Calibri"/>
              </a:rPr>
              <a:t>ionization potential </a:t>
            </a:r>
            <a:r>
              <a:rPr lang="en-US" sz="1800" b="1" spc="-5" dirty="0">
                <a:solidFill>
                  <a:srgbClr val="CC00CC"/>
                </a:solidFill>
                <a:latin typeface="Calibri"/>
                <a:cs typeface="Calibri"/>
              </a:rPr>
              <a:t>~ 15 eV</a:t>
            </a:r>
            <a:endParaRPr lang="en-US" sz="1800" dirty="0">
              <a:latin typeface="Calibri"/>
              <a:cs typeface="Calibri"/>
            </a:endParaRPr>
          </a:p>
        </p:txBody>
      </p:sp>
    </p:spTree>
    <p:extLst>
      <p:ext uri="{BB962C8B-B14F-4D97-AF65-F5344CB8AC3E}">
        <p14:creationId xmlns:p14="http://schemas.microsoft.com/office/powerpoint/2010/main" val="111200711"/>
      </p:ext>
    </p:extLst>
  </p:cSld>
  <p:clrMapOvr>
    <a:masterClrMapping/>
  </p:clrMapOvr>
  <p:transition>
    <p:wipe dir="d"/>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object 2">
            <a:extLst>
              <a:ext uri="{FF2B5EF4-FFF2-40B4-BE49-F238E27FC236}">
                <a16:creationId xmlns:a16="http://schemas.microsoft.com/office/drawing/2014/main" id="{683D3483-2B4D-4225-85C3-96E27E291D8F}"/>
              </a:ext>
            </a:extLst>
          </p:cNvPr>
          <p:cNvPicPr/>
          <p:nvPr/>
        </p:nvPicPr>
        <p:blipFill>
          <a:blip r:embed="rId2" cstate="print"/>
          <a:stretch>
            <a:fillRect/>
          </a:stretch>
        </p:blipFill>
        <p:spPr>
          <a:xfrm>
            <a:off x="1069789" y="802853"/>
            <a:ext cx="3880009" cy="3207030"/>
          </a:xfrm>
          <a:prstGeom prst="rect">
            <a:avLst/>
          </a:prstGeom>
        </p:spPr>
      </p:pic>
      <p:sp>
        <p:nvSpPr>
          <p:cNvPr id="7" name="object 3">
            <a:extLst>
              <a:ext uri="{FF2B5EF4-FFF2-40B4-BE49-F238E27FC236}">
                <a16:creationId xmlns:a16="http://schemas.microsoft.com/office/drawing/2014/main" id="{5875C2F4-0132-42F2-B122-BE47C3A63BC5}"/>
              </a:ext>
            </a:extLst>
          </p:cNvPr>
          <p:cNvSpPr txBox="1">
            <a:spLocks noGrp="1"/>
          </p:cNvSpPr>
          <p:nvPr>
            <p:ph type="title"/>
          </p:nvPr>
        </p:nvSpPr>
        <p:spPr>
          <a:xfrm>
            <a:off x="2917442" y="81430"/>
            <a:ext cx="5464557" cy="443070"/>
          </a:xfrm>
          <a:prstGeom prst="rect">
            <a:avLst/>
          </a:prstGeom>
        </p:spPr>
        <p:txBody>
          <a:bodyPr vert="horz" wrap="square" lIns="0" tIns="12065" rIns="0" bIns="0" rtlCol="0">
            <a:spAutoFit/>
          </a:bodyPr>
          <a:lstStyle/>
          <a:p>
            <a:pPr marL="12700">
              <a:lnSpc>
                <a:spcPct val="100000"/>
              </a:lnSpc>
              <a:spcBef>
                <a:spcPts val="95"/>
              </a:spcBef>
            </a:pPr>
            <a:r>
              <a:rPr sz="2800" b="1" u="sng" spc="-5" dirty="0">
                <a:latin typeface="Times New Roman" panose="02020603050405020304" pitchFamily="18" charset="0"/>
                <a:cs typeface="Times New Roman" panose="02020603050405020304" pitchFamily="18" charset="0"/>
              </a:rPr>
              <a:t>ICP</a:t>
            </a:r>
            <a:r>
              <a:rPr sz="2800" b="1" u="sng" spc="-35" dirty="0">
                <a:latin typeface="Times New Roman" panose="02020603050405020304" pitchFamily="18" charset="0"/>
                <a:cs typeface="Times New Roman" panose="02020603050405020304" pitchFamily="18" charset="0"/>
              </a:rPr>
              <a:t> </a:t>
            </a:r>
            <a:r>
              <a:rPr sz="2800" b="1" u="sng" spc="-10" dirty="0">
                <a:latin typeface="Times New Roman" panose="02020603050405020304" pitchFamily="18" charset="0"/>
                <a:cs typeface="Times New Roman" panose="02020603050405020304" pitchFamily="18" charset="0"/>
              </a:rPr>
              <a:t>Interface</a:t>
            </a:r>
            <a:r>
              <a:rPr sz="2800" b="1" u="sng" spc="-5" dirty="0">
                <a:latin typeface="Times New Roman" panose="02020603050405020304" pitchFamily="18" charset="0"/>
                <a:cs typeface="Times New Roman" panose="02020603050405020304" pitchFamily="18" charset="0"/>
              </a:rPr>
              <a:t> </a:t>
            </a:r>
            <a:r>
              <a:rPr sz="2800" b="1" u="sng" spc="-10" dirty="0">
                <a:latin typeface="Times New Roman" panose="02020603050405020304" pitchFamily="18" charset="0"/>
                <a:cs typeface="Times New Roman" panose="02020603050405020304" pitchFamily="18" charset="0"/>
              </a:rPr>
              <a:t>Region</a:t>
            </a:r>
          </a:p>
        </p:txBody>
      </p:sp>
      <p:pic>
        <p:nvPicPr>
          <p:cNvPr id="8" name="object 4">
            <a:extLst>
              <a:ext uri="{FF2B5EF4-FFF2-40B4-BE49-F238E27FC236}">
                <a16:creationId xmlns:a16="http://schemas.microsoft.com/office/drawing/2014/main" id="{4E1C6484-8ADA-42B9-883F-C1B64E74203D}"/>
              </a:ext>
            </a:extLst>
          </p:cNvPr>
          <p:cNvPicPr/>
          <p:nvPr/>
        </p:nvPicPr>
        <p:blipFill>
          <a:blip r:embed="rId3" cstate="print"/>
          <a:stretch>
            <a:fillRect/>
          </a:stretch>
        </p:blipFill>
        <p:spPr>
          <a:xfrm>
            <a:off x="1069789" y="4172821"/>
            <a:ext cx="3880009" cy="2151780"/>
          </a:xfrm>
          <a:prstGeom prst="rect">
            <a:avLst/>
          </a:prstGeom>
        </p:spPr>
      </p:pic>
      <p:sp>
        <p:nvSpPr>
          <p:cNvPr id="9" name="object 5">
            <a:extLst>
              <a:ext uri="{FF2B5EF4-FFF2-40B4-BE49-F238E27FC236}">
                <a16:creationId xmlns:a16="http://schemas.microsoft.com/office/drawing/2014/main" id="{8460E942-09E1-4B63-B3D1-8AFAF1D30C1A}"/>
              </a:ext>
            </a:extLst>
          </p:cNvPr>
          <p:cNvSpPr txBox="1"/>
          <p:nvPr/>
        </p:nvSpPr>
        <p:spPr>
          <a:xfrm>
            <a:off x="5334000" y="956760"/>
            <a:ext cx="3709810" cy="4937249"/>
          </a:xfrm>
          <a:prstGeom prst="rect">
            <a:avLst/>
          </a:prstGeom>
        </p:spPr>
        <p:txBody>
          <a:bodyPr vert="horz" wrap="square" lIns="0" tIns="12700" rIns="0" bIns="0" rtlCol="0">
            <a:spAutoFit/>
          </a:bodyPr>
          <a:lstStyle/>
          <a:p>
            <a:pPr marL="63500" marR="220979">
              <a:lnSpc>
                <a:spcPct val="100000"/>
              </a:lnSpc>
              <a:spcBef>
                <a:spcPts val="100"/>
              </a:spcBef>
              <a:buSzPct val="95833"/>
              <a:buFont typeface="Wingdings"/>
              <a:buChar char=""/>
              <a:tabLst>
                <a:tab pos="304165" algn="l"/>
                <a:tab pos="2226310" algn="l"/>
              </a:tabLst>
            </a:pPr>
            <a:r>
              <a:rPr sz="2000" b="1" dirty="0">
                <a:latin typeface="Calibri"/>
                <a:cs typeface="Calibri"/>
              </a:rPr>
              <a:t>A</a:t>
            </a:r>
            <a:r>
              <a:rPr sz="2000" b="1" spc="-35" dirty="0">
                <a:latin typeface="Calibri"/>
                <a:cs typeface="Calibri"/>
              </a:rPr>
              <a:t> </a:t>
            </a:r>
            <a:r>
              <a:rPr sz="2000" b="1" dirty="0">
                <a:latin typeface="Calibri"/>
                <a:cs typeface="Calibri"/>
              </a:rPr>
              <a:t>section</a:t>
            </a:r>
            <a:r>
              <a:rPr sz="2000" b="1" spc="-15" dirty="0">
                <a:latin typeface="Calibri"/>
                <a:cs typeface="Calibri"/>
              </a:rPr>
              <a:t> </a:t>
            </a:r>
            <a:r>
              <a:rPr sz="2000" b="1" spc="-10" dirty="0">
                <a:latin typeface="Calibri"/>
                <a:cs typeface="Calibri"/>
              </a:rPr>
              <a:t>that</a:t>
            </a:r>
            <a:r>
              <a:rPr sz="2000" b="1" spc="-15" dirty="0">
                <a:latin typeface="Calibri"/>
                <a:cs typeface="Calibri"/>
              </a:rPr>
              <a:t> </a:t>
            </a:r>
            <a:r>
              <a:rPr sz="2000" b="1" spc="-5" dirty="0">
                <a:latin typeface="Calibri"/>
                <a:cs typeface="Calibri"/>
              </a:rPr>
              <a:t>connects</a:t>
            </a:r>
            <a:r>
              <a:rPr sz="2000" b="1" spc="-15" dirty="0">
                <a:latin typeface="Calibri"/>
                <a:cs typeface="Calibri"/>
              </a:rPr>
              <a:t> </a:t>
            </a:r>
            <a:r>
              <a:rPr sz="2000" b="1" dirty="0">
                <a:latin typeface="Calibri"/>
                <a:cs typeface="Calibri"/>
              </a:rPr>
              <a:t>the </a:t>
            </a:r>
            <a:r>
              <a:rPr sz="2000" b="1" spc="-530" dirty="0">
                <a:latin typeface="Calibri"/>
                <a:cs typeface="Calibri"/>
              </a:rPr>
              <a:t> </a:t>
            </a:r>
            <a:r>
              <a:rPr sz="2000" b="1" dirty="0">
                <a:latin typeface="Calibri"/>
                <a:cs typeface="Calibri"/>
              </a:rPr>
              <a:t>ionizing section </a:t>
            </a:r>
            <a:r>
              <a:rPr sz="2000" b="1" spc="-20" dirty="0">
                <a:latin typeface="Calibri"/>
                <a:cs typeface="Calibri"/>
              </a:rPr>
              <a:t>at </a:t>
            </a:r>
            <a:r>
              <a:rPr sz="2000" b="1" spc="-5" dirty="0">
                <a:latin typeface="Calibri"/>
                <a:cs typeface="Calibri"/>
              </a:rPr>
              <a:t>ambient </a:t>
            </a:r>
            <a:r>
              <a:rPr sz="2000" b="1" dirty="0">
                <a:latin typeface="Calibri"/>
                <a:cs typeface="Calibri"/>
              </a:rPr>
              <a:t> </a:t>
            </a:r>
            <a:r>
              <a:rPr sz="2000" b="1" spc="-10" dirty="0">
                <a:latin typeface="Calibri"/>
                <a:cs typeface="Calibri"/>
              </a:rPr>
              <a:t>pressure to </a:t>
            </a:r>
            <a:r>
              <a:rPr sz="2000" b="1" dirty="0">
                <a:latin typeface="Calibri"/>
                <a:cs typeface="Calibri"/>
              </a:rPr>
              <a:t>the </a:t>
            </a:r>
            <a:r>
              <a:rPr sz="2000" b="1" spc="-5" dirty="0">
                <a:latin typeface="Calibri"/>
                <a:cs typeface="Calibri"/>
              </a:rPr>
              <a:t>mass </a:t>
            </a:r>
            <a:r>
              <a:rPr sz="2000" b="1" dirty="0">
                <a:latin typeface="Calibri"/>
                <a:cs typeface="Calibri"/>
              </a:rPr>
              <a:t> </a:t>
            </a:r>
            <a:r>
              <a:rPr sz="2000" b="1" spc="-10" dirty="0">
                <a:latin typeface="Calibri"/>
                <a:cs typeface="Calibri"/>
              </a:rPr>
              <a:t>spectrometer</a:t>
            </a:r>
            <a:r>
              <a:rPr sz="2000" b="1" spc="5" dirty="0">
                <a:latin typeface="Calibri"/>
                <a:cs typeface="Calibri"/>
              </a:rPr>
              <a:t> </a:t>
            </a:r>
            <a:r>
              <a:rPr sz="2000" b="1" spc="-15" dirty="0">
                <a:latin typeface="Calibri"/>
                <a:cs typeface="Calibri"/>
              </a:rPr>
              <a:t>at	</a:t>
            </a:r>
            <a:r>
              <a:rPr sz="2000" b="1" dirty="0">
                <a:latin typeface="Calibri"/>
                <a:cs typeface="Calibri"/>
              </a:rPr>
              <a:t>high </a:t>
            </a:r>
            <a:r>
              <a:rPr sz="2000" b="1" spc="5" dirty="0">
                <a:latin typeface="Calibri"/>
                <a:cs typeface="Calibri"/>
              </a:rPr>
              <a:t> </a:t>
            </a:r>
            <a:r>
              <a:rPr sz="2000" b="1" spc="-5" dirty="0">
                <a:latin typeface="Calibri"/>
                <a:cs typeface="Calibri"/>
              </a:rPr>
              <a:t>vacuum(~10</a:t>
            </a:r>
            <a:r>
              <a:rPr sz="2000" b="1" spc="-7" baseline="24305" dirty="0">
                <a:latin typeface="Calibri"/>
                <a:cs typeface="Calibri"/>
              </a:rPr>
              <a:t>-6</a:t>
            </a:r>
            <a:r>
              <a:rPr sz="2000" b="1" spc="240" baseline="24305" dirty="0">
                <a:latin typeface="Calibri"/>
                <a:cs typeface="Calibri"/>
              </a:rPr>
              <a:t> </a:t>
            </a:r>
            <a:r>
              <a:rPr sz="2000" b="1" spc="-10" dirty="0">
                <a:latin typeface="Calibri"/>
                <a:cs typeface="Calibri"/>
              </a:rPr>
              <a:t>torr).</a:t>
            </a:r>
            <a:endParaRPr sz="2000" dirty="0">
              <a:latin typeface="Calibri"/>
              <a:cs typeface="Calibri"/>
            </a:endParaRPr>
          </a:p>
          <a:p>
            <a:pPr>
              <a:lnSpc>
                <a:spcPct val="100000"/>
              </a:lnSpc>
              <a:spcBef>
                <a:spcPts val="10"/>
              </a:spcBef>
              <a:buClr>
                <a:srgbClr val="0000FF"/>
              </a:buClr>
              <a:buFont typeface="Wingdings"/>
              <a:buChar char=""/>
            </a:pPr>
            <a:endParaRPr sz="2000" dirty="0">
              <a:latin typeface="Calibri"/>
              <a:cs typeface="Calibri"/>
            </a:endParaRPr>
          </a:p>
          <a:p>
            <a:pPr marL="63500" marR="30480">
              <a:lnSpc>
                <a:spcPct val="100000"/>
              </a:lnSpc>
              <a:buSzPct val="95833"/>
              <a:buFont typeface="Wingdings"/>
              <a:buChar char=""/>
              <a:tabLst>
                <a:tab pos="304165" algn="l"/>
                <a:tab pos="3037840" algn="l"/>
              </a:tabLst>
            </a:pPr>
            <a:r>
              <a:rPr sz="2000" b="1" dirty="0">
                <a:latin typeface="Calibri"/>
                <a:cs typeface="Calibri"/>
              </a:rPr>
              <a:t>Function</a:t>
            </a:r>
            <a:r>
              <a:rPr sz="2000" b="1" spc="-20" dirty="0">
                <a:latin typeface="Calibri"/>
                <a:cs typeface="Calibri"/>
              </a:rPr>
              <a:t> </a:t>
            </a:r>
            <a:r>
              <a:rPr sz="2000" b="1" dirty="0">
                <a:latin typeface="Calibri"/>
                <a:cs typeface="Calibri"/>
              </a:rPr>
              <a:t>is</a:t>
            </a:r>
            <a:r>
              <a:rPr sz="2000" b="1" spc="5" dirty="0">
                <a:latin typeface="Calibri"/>
                <a:cs typeface="Calibri"/>
              </a:rPr>
              <a:t> </a:t>
            </a:r>
            <a:r>
              <a:rPr sz="2000" b="1" spc="-15" dirty="0">
                <a:latin typeface="Calibri"/>
                <a:cs typeface="Calibri"/>
              </a:rPr>
              <a:t>to</a:t>
            </a:r>
            <a:r>
              <a:rPr sz="2000" b="1" spc="5" dirty="0">
                <a:latin typeface="Calibri"/>
                <a:cs typeface="Calibri"/>
              </a:rPr>
              <a:t> </a:t>
            </a:r>
            <a:r>
              <a:rPr sz="2000" b="1" spc="-15" dirty="0">
                <a:latin typeface="Calibri"/>
                <a:cs typeface="Calibri"/>
              </a:rPr>
              <a:t>export	</a:t>
            </a:r>
            <a:r>
              <a:rPr sz="2000" b="1" dirty="0">
                <a:latin typeface="Calibri"/>
                <a:cs typeface="Calibri"/>
              </a:rPr>
              <a:t>the </a:t>
            </a:r>
            <a:r>
              <a:rPr sz="2000" b="1" spc="5" dirty="0">
                <a:latin typeface="Calibri"/>
                <a:cs typeface="Calibri"/>
              </a:rPr>
              <a:t> </a:t>
            </a:r>
            <a:r>
              <a:rPr sz="2000" b="1" dirty="0">
                <a:latin typeface="Calibri"/>
                <a:cs typeface="Calibri"/>
              </a:rPr>
              <a:t>ions</a:t>
            </a:r>
            <a:r>
              <a:rPr sz="2000" b="1" spc="-30" dirty="0">
                <a:latin typeface="Calibri"/>
                <a:cs typeface="Calibri"/>
              </a:rPr>
              <a:t> </a:t>
            </a:r>
            <a:r>
              <a:rPr sz="2000" b="1" spc="-5" dirty="0">
                <a:latin typeface="Calibri"/>
                <a:cs typeface="Calibri"/>
              </a:rPr>
              <a:t>produced</a:t>
            </a:r>
            <a:r>
              <a:rPr sz="2000" b="1" spc="-30" dirty="0">
                <a:latin typeface="Calibri"/>
                <a:cs typeface="Calibri"/>
              </a:rPr>
              <a:t> </a:t>
            </a:r>
            <a:r>
              <a:rPr sz="2000" b="1" dirty="0">
                <a:latin typeface="Calibri"/>
                <a:cs typeface="Calibri"/>
              </a:rPr>
              <a:t>in</a:t>
            </a:r>
            <a:r>
              <a:rPr sz="2000" b="1" spc="-20" dirty="0">
                <a:latin typeface="Calibri"/>
                <a:cs typeface="Calibri"/>
              </a:rPr>
              <a:t> </a:t>
            </a:r>
            <a:r>
              <a:rPr sz="2000" b="1" spc="-15" dirty="0">
                <a:latin typeface="Calibri"/>
                <a:cs typeface="Calibri"/>
              </a:rPr>
              <a:t>argon </a:t>
            </a:r>
            <a:r>
              <a:rPr sz="2000" b="1" spc="-5" dirty="0">
                <a:latin typeface="Calibri"/>
                <a:cs typeface="Calibri"/>
              </a:rPr>
              <a:t>plasma </a:t>
            </a:r>
            <a:r>
              <a:rPr sz="2000" b="1" spc="-530" dirty="0">
                <a:latin typeface="Calibri"/>
                <a:cs typeface="Calibri"/>
              </a:rPr>
              <a:t> </a:t>
            </a:r>
            <a:r>
              <a:rPr sz="2000" b="1" dirty="0">
                <a:latin typeface="Calibri"/>
                <a:cs typeface="Calibri"/>
              </a:rPr>
              <a:t>and </a:t>
            </a:r>
            <a:r>
              <a:rPr sz="2000" b="1" spc="-10" dirty="0">
                <a:latin typeface="Calibri"/>
                <a:cs typeface="Calibri"/>
              </a:rPr>
              <a:t>transport </a:t>
            </a:r>
            <a:r>
              <a:rPr sz="2000" b="1" dirty="0">
                <a:latin typeface="Calibri"/>
                <a:cs typeface="Calibri"/>
              </a:rPr>
              <a:t>them </a:t>
            </a:r>
            <a:r>
              <a:rPr sz="2000" b="1" spc="-15" dirty="0">
                <a:latin typeface="Calibri"/>
                <a:cs typeface="Calibri"/>
              </a:rPr>
              <a:t>to </a:t>
            </a:r>
            <a:r>
              <a:rPr sz="2000" b="1" dirty="0">
                <a:latin typeface="Calibri"/>
                <a:cs typeface="Calibri"/>
              </a:rPr>
              <a:t>the </a:t>
            </a:r>
            <a:r>
              <a:rPr sz="2000" b="1" spc="5" dirty="0">
                <a:latin typeface="Calibri"/>
                <a:cs typeface="Calibri"/>
              </a:rPr>
              <a:t> </a:t>
            </a:r>
            <a:r>
              <a:rPr sz="2000" b="1" spc="-5" dirty="0">
                <a:latin typeface="Calibri"/>
                <a:cs typeface="Calibri"/>
              </a:rPr>
              <a:t>mass</a:t>
            </a:r>
            <a:r>
              <a:rPr sz="2000" b="1" spc="-10" dirty="0">
                <a:latin typeface="Calibri"/>
                <a:cs typeface="Calibri"/>
              </a:rPr>
              <a:t> spectrometer</a:t>
            </a:r>
            <a:endParaRPr sz="2000" dirty="0">
              <a:latin typeface="Calibri"/>
              <a:cs typeface="Calibri"/>
            </a:endParaRPr>
          </a:p>
          <a:p>
            <a:pPr>
              <a:lnSpc>
                <a:spcPct val="100000"/>
              </a:lnSpc>
              <a:spcBef>
                <a:spcPts val="10"/>
              </a:spcBef>
              <a:buClr>
                <a:srgbClr val="0000FF"/>
              </a:buClr>
              <a:buFont typeface="Wingdings"/>
              <a:buChar char=""/>
            </a:pPr>
            <a:endParaRPr sz="2000" dirty="0">
              <a:latin typeface="Calibri"/>
              <a:cs typeface="Calibri"/>
            </a:endParaRPr>
          </a:p>
          <a:p>
            <a:pPr marL="63500" marR="32384">
              <a:lnSpc>
                <a:spcPct val="100000"/>
              </a:lnSpc>
              <a:spcBef>
                <a:spcPts val="5"/>
              </a:spcBef>
              <a:buSzPct val="95833"/>
              <a:buFont typeface="Wingdings"/>
              <a:buChar char=""/>
              <a:tabLst>
                <a:tab pos="304165" algn="l"/>
              </a:tabLst>
            </a:pPr>
            <a:r>
              <a:rPr sz="2000" b="1" spc="-35" dirty="0">
                <a:latin typeface="Calibri"/>
                <a:cs typeface="Calibri"/>
              </a:rPr>
              <a:t>Two </a:t>
            </a:r>
            <a:r>
              <a:rPr sz="2000" b="1" spc="-10" dirty="0">
                <a:latin typeface="Calibri"/>
                <a:cs typeface="Calibri"/>
              </a:rPr>
              <a:t>metallic </a:t>
            </a:r>
            <a:r>
              <a:rPr sz="2000" b="1" dirty="0">
                <a:latin typeface="Calibri"/>
                <a:cs typeface="Calibri"/>
              </a:rPr>
              <a:t>(Ni or </a:t>
            </a:r>
            <a:r>
              <a:rPr sz="2000" b="1" spc="5" dirty="0">
                <a:latin typeface="Calibri"/>
                <a:cs typeface="Calibri"/>
              </a:rPr>
              <a:t>Pt) </a:t>
            </a:r>
            <a:r>
              <a:rPr sz="2000" b="1" spc="-5" dirty="0">
                <a:latin typeface="Calibri"/>
                <a:cs typeface="Calibri"/>
              </a:rPr>
              <a:t>cones </a:t>
            </a:r>
            <a:r>
              <a:rPr sz="2000" b="1" spc="-530" dirty="0">
                <a:latin typeface="Calibri"/>
                <a:cs typeface="Calibri"/>
              </a:rPr>
              <a:t> </a:t>
            </a:r>
            <a:r>
              <a:rPr sz="2000" b="1" spc="-5" dirty="0">
                <a:latin typeface="Calibri"/>
                <a:cs typeface="Calibri"/>
              </a:rPr>
              <a:t>with </a:t>
            </a:r>
            <a:r>
              <a:rPr sz="2000" b="1" dirty="0">
                <a:latin typeface="Calibri"/>
                <a:cs typeface="Calibri"/>
              </a:rPr>
              <a:t>small </a:t>
            </a:r>
            <a:r>
              <a:rPr sz="2000" b="1" spc="-5" dirty="0">
                <a:latin typeface="Calibri"/>
                <a:cs typeface="Calibri"/>
              </a:rPr>
              <a:t>orifices</a:t>
            </a:r>
            <a:r>
              <a:rPr lang="en-IN" sz="2000" b="1" spc="-5" dirty="0">
                <a:latin typeface="Calibri"/>
                <a:cs typeface="Calibri"/>
              </a:rPr>
              <a:t> </a:t>
            </a:r>
            <a:r>
              <a:rPr sz="2000" b="1" spc="-5" dirty="0">
                <a:latin typeface="Calibri"/>
                <a:cs typeface="Calibri"/>
              </a:rPr>
              <a:t>(1mm)- </a:t>
            </a:r>
            <a:r>
              <a:rPr sz="2000" b="1" dirty="0">
                <a:latin typeface="Calibri"/>
                <a:cs typeface="Calibri"/>
              </a:rPr>
              <a:t> </a:t>
            </a:r>
            <a:r>
              <a:rPr sz="2000" b="1" spc="-5" dirty="0">
                <a:latin typeface="Calibri"/>
                <a:cs typeface="Calibri"/>
              </a:rPr>
              <a:t>Sampler and Skimmer Cones </a:t>
            </a:r>
            <a:r>
              <a:rPr sz="2000" b="1" dirty="0">
                <a:latin typeface="Calibri"/>
                <a:cs typeface="Calibri"/>
              </a:rPr>
              <a:t> </a:t>
            </a:r>
            <a:r>
              <a:rPr sz="2000" b="1" spc="-10" dirty="0">
                <a:latin typeface="Calibri"/>
                <a:cs typeface="Calibri"/>
              </a:rPr>
              <a:t>directs </a:t>
            </a:r>
            <a:r>
              <a:rPr sz="2000" b="1" dirty="0">
                <a:latin typeface="Calibri"/>
                <a:cs typeface="Calibri"/>
              </a:rPr>
              <a:t>the </a:t>
            </a:r>
            <a:r>
              <a:rPr sz="2000" b="1" spc="-10" dirty="0">
                <a:latin typeface="Calibri"/>
                <a:cs typeface="Calibri"/>
              </a:rPr>
              <a:t>expanded </a:t>
            </a:r>
            <a:r>
              <a:rPr sz="2000" b="1" spc="-15" dirty="0">
                <a:latin typeface="Calibri"/>
                <a:cs typeface="Calibri"/>
              </a:rPr>
              <a:t>gas </a:t>
            </a:r>
            <a:r>
              <a:rPr sz="2000" b="1" spc="-10" dirty="0">
                <a:latin typeface="Calibri"/>
                <a:cs typeface="Calibri"/>
              </a:rPr>
              <a:t>jet </a:t>
            </a:r>
            <a:r>
              <a:rPr sz="2000" b="1" dirty="0">
                <a:latin typeface="Calibri"/>
                <a:cs typeface="Calibri"/>
              </a:rPr>
              <a:t>of </a:t>
            </a:r>
            <a:r>
              <a:rPr sz="2000" b="1" spc="-530" dirty="0">
                <a:latin typeface="Calibri"/>
                <a:cs typeface="Calibri"/>
              </a:rPr>
              <a:t> </a:t>
            </a:r>
            <a:r>
              <a:rPr sz="2000" b="1" dirty="0">
                <a:latin typeface="Calibri"/>
                <a:cs typeface="Calibri"/>
              </a:rPr>
              <a:t>ions</a:t>
            </a:r>
            <a:r>
              <a:rPr sz="2000" b="1" spc="-20" dirty="0">
                <a:latin typeface="Calibri"/>
                <a:cs typeface="Calibri"/>
              </a:rPr>
              <a:t> </a:t>
            </a:r>
            <a:r>
              <a:rPr sz="2000" b="1" spc="-15" dirty="0">
                <a:latin typeface="Calibri"/>
                <a:cs typeface="Calibri"/>
              </a:rPr>
              <a:t>into</a:t>
            </a:r>
            <a:r>
              <a:rPr sz="2000" b="1" spc="-5" dirty="0">
                <a:latin typeface="Calibri"/>
                <a:cs typeface="Calibri"/>
              </a:rPr>
              <a:t> </a:t>
            </a:r>
            <a:r>
              <a:rPr sz="2000" b="1" dirty="0">
                <a:latin typeface="Calibri"/>
                <a:cs typeface="Calibri"/>
              </a:rPr>
              <a:t>the </a:t>
            </a:r>
            <a:r>
              <a:rPr sz="2000" b="1" spc="-5" dirty="0">
                <a:latin typeface="Calibri"/>
                <a:cs typeface="Calibri"/>
              </a:rPr>
              <a:t>MS</a:t>
            </a:r>
            <a:endParaRPr sz="2000" dirty="0">
              <a:latin typeface="Calibri"/>
              <a:cs typeface="Calibri"/>
            </a:endParaRPr>
          </a:p>
        </p:txBody>
      </p:sp>
    </p:spTree>
    <p:extLst>
      <p:ext uri="{BB962C8B-B14F-4D97-AF65-F5344CB8AC3E}">
        <p14:creationId xmlns:p14="http://schemas.microsoft.com/office/powerpoint/2010/main" val="815613201"/>
      </p:ext>
    </p:extLst>
  </p:cSld>
  <p:clrMapOvr>
    <a:masterClrMapping/>
  </p:clrMapOvr>
  <p:transition>
    <p:wipe dir="d"/>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95700" y="63897"/>
            <a:ext cx="1752600" cy="1091405"/>
          </a:xfrm>
        </p:spPr>
        <p:txBody>
          <a:bodyPr>
            <a:normAutofit/>
          </a:bodyPr>
          <a:lstStyle/>
          <a:p>
            <a:r>
              <a:rPr lang="en-US" sz="2800" b="1" u="sng" dirty="0">
                <a:latin typeface="Times New Roman" panose="02020603050405020304" pitchFamily="18" charset="0"/>
                <a:cs typeface="Times New Roman" panose="02020603050405020304" pitchFamily="18" charset="0"/>
              </a:rPr>
              <a:t>Interface</a:t>
            </a:r>
          </a:p>
        </p:txBody>
      </p:sp>
      <p:sp>
        <p:nvSpPr>
          <p:cNvPr id="3" name="Content Placeholder 2"/>
          <p:cNvSpPr>
            <a:spLocks noGrp="1"/>
          </p:cNvSpPr>
          <p:nvPr>
            <p:ph idx="1"/>
          </p:nvPr>
        </p:nvSpPr>
        <p:spPr>
          <a:xfrm>
            <a:off x="1435608" y="1447800"/>
            <a:ext cx="7403592" cy="4800600"/>
          </a:xfrm>
        </p:spPr>
        <p:txBody>
          <a:bodyPr>
            <a:normAutofit/>
          </a:bodyPr>
          <a:lstStyle/>
          <a:p>
            <a:r>
              <a:rPr lang="en-US" sz="2000" dirty="0"/>
              <a:t>Sampling Cone (1mm dia)</a:t>
            </a:r>
          </a:p>
          <a:p>
            <a:r>
              <a:rPr lang="en-US" sz="2000" dirty="0"/>
              <a:t>Skimmer Cone (0.45 mm dia)</a:t>
            </a:r>
          </a:p>
          <a:p>
            <a:endParaRPr lang="en-US" sz="2000" dirty="0"/>
          </a:p>
        </p:txBody>
      </p:sp>
      <p:pic>
        <p:nvPicPr>
          <p:cNvPr id="4" name="Picture 3" descr="Untitled.jpg"/>
          <p:cNvPicPr>
            <a:picLocks noChangeAspect="1"/>
          </p:cNvPicPr>
          <p:nvPr/>
        </p:nvPicPr>
        <p:blipFill>
          <a:blip r:embed="rId2"/>
          <a:stretch>
            <a:fillRect/>
          </a:stretch>
        </p:blipFill>
        <p:spPr>
          <a:xfrm>
            <a:off x="2667000" y="2862262"/>
            <a:ext cx="4348131" cy="197167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cSld>
  <p:clrMapOvr>
    <a:masterClrMapping/>
  </p:clrMapOvr>
  <p:transition>
    <p:wipe dir="d"/>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21710" y="26581"/>
            <a:ext cx="2286000" cy="627852"/>
          </a:xfrm>
        </p:spPr>
        <p:txBody>
          <a:bodyPr>
            <a:normAutofit/>
          </a:bodyPr>
          <a:lstStyle/>
          <a:p>
            <a:r>
              <a:rPr lang="en-US" sz="2800" b="1" u="sng" dirty="0">
                <a:latin typeface="Times New Roman" panose="02020603050405020304" pitchFamily="18" charset="0"/>
                <a:cs typeface="Times New Roman" panose="02020603050405020304" pitchFamily="18" charset="0"/>
              </a:rPr>
              <a:t>INTERFACE</a:t>
            </a:r>
          </a:p>
        </p:txBody>
      </p:sp>
      <p:pic>
        <p:nvPicPr>
          <p:cNvPr id="3" name="Picture 2"/>
          <p:cNvPicPr/>
          <p:nvPr/>
        </p:nvPicPr>
        <p:blipFill rotWithShape="1">
          <a:blip r:embed="rId2"/>
          <a:srcRect l="42044" t="20833" r="21609" b="34259"/>
          <a:stretch/>
        </p:blipFill>
        <p:spPr bwMode="auto">
          <a:xfrm>
            <a:off x="1600200" y="1143000"/>
            <a:ext cx="3064510" cy="3048000"/>
          </a:xfrm>
          <a:prstGeom prst="rect">
            <a:avLst/>
          </a:prstGeom>
          <a:ln>
            <a:noFill/>
          </a:ln>
          <a:extLst>
            <a:ext uri="{53640926-AAD7-44D8-BBD7-CCE9431645EC}">
              <a14:shadowObscured xmlns:a14="http://schemas.microsoft.com/office/drawing/2010/main"/>
            </a:ext>
          </a:extLst>
        </p:spPr>
      </p:pic>
      <p:pic>
        <p:nvPicPr>
          <p:cNvPr id="5" name="Picture 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7614" y="1183758"/>
            <a:ext cx="3886200" cy="3200400"/>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p:cNvSpPr/>
          <p:nvPr/>
        </p:nvSpPr>
        <p:spPr>
          <a:xfrm>
            <a:off x="1396836" y="5012522"/>
            <a:ext cx="7361555" cy="1323439"/>
          </a:xfrm>
          <a:prstGeom prst="rect">
            <a:avLst/>
          </a:prstGeom>
        </p:spPr>
        <p:txBody>
          <a:bodyPr wrap="square">
            <a:spAutoFit/>
          </a:bodyPr>
          <a:lstStyle/>
          <a:p>
            <a:pPr marL="342900" indent="-342900">
              <a:buFont typeface="Wingdings" panose="05000000000000000000" pitchFamily="2" charset="2"/>
              <a:buChar char="§"/>
            </a:pPr>
            <a:r>
              <a:rPr lang="en-US" sz="2000" dirty="0"/>
              <a:t>Interface serves to direct the ions toward the mass spectroscopy.</a:t>
            </a:r>
          </a:p>
          <a:p>
            <a:pPr marL="342900" indent="-342900">
              <a:buFont typeface="Wingdings" panose="05000000000000000000" pitchFamily="2" charset="2"/>
              <a:buChar char="§"/>
            </a:pPr>
            <a:r>
              <a:rPr lang="en-US" sz="2000" dirty="0"/>
              <a:t>Interface area consists of two conical metal (usually nickel) called sampler cone and skimmer cone, each with small holes to allow ions to pass through to the ion optics</a:t>
            </a:r>
          </a:p>
        </p:txBody>
      </p:sp>
    </p:spTree>
    <p:extLst>
      <p:ext uri="{BB962C8B-B14F-4D97-AF65-F5344CB8AC3E}">
        <p14:creationId xmlns:p14="http://schemas.microsoft.com/office/powerpoint/2010/main" val="1859710549"/>
      </p:ext>
    </p:extLst>
  </p:cSld>
  <p:clrMapOvr>
    <a:masterClrMapping/>
  </p:clrMapOvr>
  <p:transition>
    <p:wipe dir="d"/>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1504" y="0"/>
            <a:ext cx="1840992" cy="792162"/>
          </a:xfrm>
        </p:spPr>
        <p:txBody>
          <a:bodyPr>
            <a:normAutofit/>
          </a:bodyPr>
          <a:lstStyle/>
          <a:p>
            <a:r>
              <a:rPr lang="en-US" sz="2800" b="1" u="sng" dirty="0">
                <a:latin typeface="Times New Roman" panose="02020603050405020304" pitchFamily="18" charset="0"/>
                <a:cs typeface="Times New Roman" panose="02020603050405020304" pitchFamily="18" charset="0"/>
              </a:rPr>
              <a:t>Ion Lenses</a:t>
            </a:r>
          </a:p>
        </p:txBody>
      </p:sp>
      <p:sp>
        <p:nvSpPr>
          <p:cNvPr id="3" name="Content Placeholder 2"/>
          <p:cNvSpPr>
            <a:spLocks noGrp="1"/>
          </p:cNvSpPr>
          <p:nvPr>
            <p:ph idx="1"/>
          </p:nvPr>
        </p:nvSpPr>
        <p:spPr/>
        <p:txBody>
          <a:bodyPr>
            <a:normAutofit/>
          </a:bodyPr>
          <a:lstStyle/>
          <a:p>
            <a:r>
              <a:rPr lang="en-US" sz="2000" dirty="0"/>
              <a:t>Prevent Neutron and photon to enter </a:t>
            </a:r>
          </a:p>
          <a:p>
            <a:r>
              <a:rPr lang="en-US" sz="2000" dirty="0"/>
              <a:t>Reduce interferences</a:t>
            </a:r>
          </a:p>
          <a:p>
            <a:endParaRPr lang="en-US" sz="2000" dirty="0"/>
          </a:p>
          <a:p>
            <a:endParaRPr lang="en-US" sz="2000" dirty="0"/>
          </a:p>
          <a:p>
            <a:endParaRPr lang="en-US" sz="2000" dirty="0"/>
          </a:p>
          <a:p>
            <a:endParaRPr lang="en-US" sz="2000" dirty="0"/>
          </a:p>
        </p:txBody>
      </p:sp>
      <p:pic>
        <p:nvPicPr>
          <p:cNvPr id="4" name="Picture 3" descr="interface_lens_system.jpg"/>
          <p:cNvPicPr>
            <a:picLocks noChangeAspect="1"/>
          </p:cNvPicPr>
          <p:nvPr/>
        </p:nvPicPr>
        <p:blipFill>
          <a:blip r:embed="rId2"/>
          <a:stretch>
            <a:fillRect/>
          </a:stretch>
        </p:blipFill>
        <p:spPr>
          <a:xfrm>
            <a:off x="2295524" y="2895600"/>
            <a:ext cx="4552951" cy="190500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cSld>
  <p:clrMapOvr>
    <a:masterClrMapping/>
  </p:clrMapOvr>
  <p:transition>
    <p:wipe dir="d"/>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2">
            <a:extLst>
              <a:ext uri="{FF2B5EF4-FFF2-40B4-BE49-F238E27FC236}">
                <a16:creationId xmlns:a16="http://schemas.microsoft.com/office/drawing/2014/main" id="{0A95AF59-6FD4-49CE-8145-2323118D5735}"/>
              </a:ext>
            </a:extLst>
          </p:cNvPr>
          <p:cNvSpPr txBox="1">
            <a:spLocks noGrp="1"/>
          </p:cNvSpPr>
          <p:nvPr>
            <p:ph type="title"/>
          </p:nvPr>
        </p:nvSpPr>
        <p:spPr>
          <a:xfrm>
            <a:off x="2590800" y="152400"/>
            <a:ext cx="3962400" cy="443070"/>
          </a:xfrm>
          <a:prstGeom prst="rect">
            <a:avLst/>
          </a:prstGeom>
        </p:spPr>
        <p:txBody>
          <a:bodyPr vert="horz" wrap="square" lIns="0" tIns="12065" rIns="0" bIns="0" rtlCol="0">
            <a:spAutoFit/>
          </a:bodyPr>
          <a:lstStyle/>
          <a:p>
            <a:pPr marL="12700">
              <a:lnSpc>
                <a:spcPct val="100000"/>
              </a:lnSpc>
              <a:spcBef>
                <a:spcPts val="95"/>
              </a:spcBef>
            </a:pPr>
            <a:r>
              <a:rPr sz="2800" b="1" u="sng" spc="-5" dirty="0">
                <a:latin typeface="Times New Roman" panose="02020603050405020304" pitchFamily="18" charset="0"/>
                <a:cs typeface="Times New Roman" panose="02020603050405020304" pitchFamily="18" charset="0"/>
              </a:rPr>
              <a:t>ICP</a:t>
            </a:r>
            <a:r>
              <a:rPr sz="2800" b="1" u="sng" spc="-30" dirty="0">
                <a:latin typeface="Times New Roman" panose="02020603050405020304" pitchFamily="18" charset="0"/>
                <a:cs typeface="Times New Roman" panose="02020603050405020304" pitchFamily="18" charset="0"/>
              </a:rPr>
              <a:t> </a:t>
            </a:r>
            <a:r>
              <a:rPr sz="2800" b="1" u="sng" spc="-5" dirty="0">
                <a:latin typeface="Times New Roman" panose="02020603050405020304" pitchFamily="18" charset="0"/>
                <a:cs typeface="Times New Roman" panose="02020603050405020304" pitchFamily="18" charset="0"/>
              </a:rPr>
              <a:t>Ion</a:t>
            </a:r>
            <a:r>
              <a:rPr sz="2800" b="1" u="sng" dirty="0">
                <a:latin typeface="Times New Roman" panose="02020603050405020304" pitchFamily="18" charset="0"/>
                <a:cs typeface="Times New Roman" panose="02020603050405020304" pitchFamily="18" charset="0"/>
              </a:rPr>
              <a:t> </a:t>
            </a:r>
            <a:r>
              <a:rPr sz="2800" b="1" u="sng" spc="-5" dirty="0">
                <a:latin typeface="Times New Roman" panose="02020603050405020304" pitchFamily="18" charset="0"/>
                <a:cs typeface="Times New Roman" panose="02020603050405020304" pitchFamily="18" charset="0"/>
              </a:rPr>
              <a:t>Focussing</a:t>
            </a:r>
            <a:r>
              <a:rPr sz="2800" b="1" u="sng" spc="5" dirty="0">
                <a:latin typeface="Times New Roman" panose="02020603050405020304" pitchFamily="18" charset="0"/>
                <a:cs typeface="Times New Roman" panose="02020603050405020304" pitchFamily="18" charset="0"/>
              </a:rPr>
              <a:t> </a:t>
            </a:r>
            <a:r>
              <a:rPr sz="2800" b="1" u="sng" spc="-10" dirty="0">
                <a:latin typeface="Times New Roman" panose="02020603050405020304" pitchFamily="18" charset="0"/>
                <a:cs typeface="Times New Roman" panose="02020603050405020304" pitchFamily="18" charset="0"/>
              </a:rPr>
              <a:t>Region</a:t>
            </a:r>
          </a:p>
        </p:txBody>
      </p:sp>
      <p:sp>
        <p:nvSpPr>
          <p:cNvPr id="5" name="object 3">
            <a:extLst>
              <a:ext uri="{FF2B5EF4-FFF2-40B4-BE49-F238E27FC236}">
                <a16:creationId xmlns:a16="http://schemas.microsoft.com/office/drawing/2014/main" id="{C33700CC-93CC-4FE1-9110-F28340953161}"/>
              </a:ext>
            </a:extLst>
          </p:cNvPr>
          <p:cNvSpPr txBox="1"/>
          <p:nvPr/>
        </p:nvSpPr>
        <p:spPr>
          <a:xfrm>
            <a:off x="1105534" y="877859"/>
            <a:ext cx="9638666" cy="5300810"/>
          </a:xfrm>
          <a:prstGeom prst="rect">
            <a:avLst/>
          </a:prstGeom>
        </p:spPr>
        <p:txBody>
          <a:bodyPr vert="horz" wrap="square" lIns="0" tIns="12065" rIns="0" bIns="0" rtlCol="0">
            <a:spAutoFit/>
          </a:bodyPr>
          <a:lstStyle/>
          <a:p>
            <a:pPr marL="12700" marR="5932805" algn="just">
              <a:lnSpc>
                <a:spcPct val="100000"/>
              </a:lnSpc>
              <a:spcBef>
                <a:spcPts val="95"/>
              </a:spcBef>
            </a:pPr>
            <a:r>
              <a:rPr sz="2000" b="1" spc="-5" dirty="0">
                <a:latin typeface="Calibri" panose="020F0502020204030204" pitchFamily="34" charset="0"/>
                <a:cs typeface="Calibri" panose="020F0502020204030204" pitchFamily="34" charset="0"/>
              </a:rPr>
              <a:t>One or </a:t>
            </a:r>
            <a:r>
              <a:rPr sz="2000" b="1" spc="-10" dirty="0">
                <a:latin typeface="Calibri" panose="020F0502020204030204" pitchFamily="34" charset="0"/>
                <a:cs typeface="Calibri" panose="020F0502020204030204" pitchFamily="34" charset="0"/>
              </a:rPr>
              <a:t>more electrostatically </a:t>
            </a:r>
            <a:r>
              <a:rPr sz="2000" b="1" spc="-440" dirty="0">
                <a:latin typeface="Calibri" panose="020F0502020204030204" pitchFamily="34" charset="0"/>
                <a:cs typeface="Calibri" panose="020F0502020204030204" pitchFamily="34" charset="0"/>
              </a:rPr>
              <a:t> </a:t>
            </a:r>
            <a:r>
              <a:rPr sz="2000" b="1" spc="-10" dirty="0">
                <a:latin typeface="Calibri" panose="020F0502020204030204" pitchFamily="34" charset="0"/>
                <a:cs typeface="Calibri" panose="020F0502020204030204" pitchFamily="34" charset="0"/>
              </a:rPr>
              <a:t>controlled </a:t>
            </a:r>
            <a:r>
              <a:rPr sz="2000" b="1" spc="-5" dirty="0">
                <a:latin typeface="Calibri" panose="020F0502020204030204" pitchFamily="34" charset="0"/>
                <a:cs typeface="Calibri" panose="020F0502020204030204" pitchFamily="34" charset="0"/>
              </a:rPr>
              <a:t>lens component </a:t>
            </a:r>
            <a:r>
              <a:rPr sz="2000" b="1" dirty="0">
                <a:latin typeface="Calibri" panose="020F0502020204030204" pitchFamily="34" charset="0"/>
                <a:cs typeface="Calibri" panose="020F0502020204030204" pitchFamily="34" charset="0"/>
              </a:rPr>
              <a:t> </a:t>
            </a:r>
            <a:r>
              <a:rPr sz="2000" b="1" spc="-5" dirty="0">
                <a:latin typeface="Calibri" panose="020F0502020204030204" pitchFamily="34" charset="0"/>
                <a:cs typeface="Calibri" panose="020F0502020204030204" pitchFamily="34" charset="0"/>
              </a:rPr>
              <a:t>made up of </a:t>
            </a:r>
            <a:r>
              <a:rPr sz="2000" b="1" dirty="0">
                <a:latin typeface="Calibri" panose="020F0502020204030204" pitchFamily="34" charset="0"/>
                <a:cs typeface="Calibri" panose="020F0502020204030204" pitchFamily="34" charset="0"/>
              </a:rPr>
              <a:t>series </a:t>
            </a:r>
            <a:r>
              <a:rPr sz="2000" b="1" spc="-5" dirty="0">
                <a:latin typeface="Calibri" panose="020F0502020204030204" pitchFamily="34" charset="0"/>
                <a:cs typeface="Calibri" panose="020F0502020204030204" pitchFamily="34" charset="0"/>
              </a:rPr>
              <a:t>of </a:t>
            </a:r>
            <a:r>
              <a:rPr sz="2000" b="1" spc="-10" dirty="0">
                <a:latin typeface="Calibri" panose="020F0502020204030204" pitchFamily="34" charset="0"/>
                <a:cs typeface="Calibri" panose="020F0502020204030204" pitchFamily="34" charset="0"/>
              </a:rPr>
              <a:t>metallic </a:t>
            </a:r>
            <a:r>
              <a:rPr sz="2000" b="1" spc="-440" dirty="0">
                <a:latin typeface="Calibri" panose="020F0502020204030204" pitchFamily="34" charset="0"/>
                <a:cs typeface="Calibri" panose="020F0502020204030204" pitchFamily="34" charset="0"/>
              </a:rPr>
              <a:t> </a:t>
            </a:r>
            <a:r>
              <a:rPr sz="2000" b="1" spc="-10" dirty="0">
                <a:latin typeface="Calibri" panose="020F0502020204030204" pitchFamily="34" charset="0"/>
                <a:cs typeface="Calibri" panose="020F0502020204030204" pitchFamily="34" charset="0"/>
              </a:rPr>
              <a:t>plates</a:t>
            </a:r>
            <a:r>
              <a:rPr sz="2000" b="1" spc="-15" dirty="0">
                <a:latin typeface="Calibri" panose="020F0502020204030204" pitchFamily="34" charset="0"/>
                <a:cs typeface="Calibri" panose="020F0502020204030204" pitchFamily="34" charset="0"/>
              </a:rPr>
              <a:t> </a:t>
            </a:r>
            <a:r>
              <a:rPr sz="2000" b="1" spc="-5" dirty="0">
                <a:latin typeface="Calibri" panose="020F0502020204030204" pitchFamily="34" charset="0"/>
                <a:cs typeface="Calibri" panose="020F0502020204030204" pitchFamily="34" charset="0"/>
              </a:rPr>
              <a:t>or</a:t>
            </a:r>
            <a:r>
              <a:rPr sz="2000" b="1" spc="-10" dirty="0">
                <a:latin typeface="Calibri" panose="020F0502020204030204" pitchFamily="34" charset="0"/>
                <a:cs typeface="Calibri" panose="020F0502020204030204" pitchFamily="34" charset="0"/>
              </a:rPr>
              <a:t> cylinders</a:t>
            </a:r>
            <a:r>
              <a:rPr sz="2000" b="1" dirty="0">
                <a:latin typeface="Calibri" panose="020F0502020204030204" pitchFamily="34" charset="0"/>
                <a:cs typeface="Calibri" panose="020F0502020204030204" pitchFamily="34" charset="0"/>
              </a:rPr>
              <a:t> </a:t>
            </a:r>
            <a:r>
              <a:rPr sz="2000" b="1" spc="-10" dirty="0">
                <a:latin typeface="Calibri" panose="020F0502020204030204" pitchFamily="34" charset="0"/>
                <a:cs typeface="Calibri" panose="020F0502020204030204" pitchFamily="34" charset="0"/>
              </a:rPr>
              <a:t>having</a:t>
            </a:r>
            <a:r>
              <a:rPr sz="2000" b="1" spc="-5" dirty="0">
                <a:latin typeface="Calibri" panose="020F0502020204030204" pitchFamily="34" charset="0"/>
                <a:cs typeface="Calibri" panose="020F0502020204030204" pitchFamily="34" charset="0"/>
              </a:rPr>
              <a:t> a </a:t>
            </a:r>
            <a:r>
              <a:rPr sz="2000" b="1" dirty="0">
                <a:latin typeface="Calibri" panose="020F0502020204030204" pitchFamily="34" charset="0"/>
                <a:cs typeface="Calibri" panose="020F0502020204030204" pitchFamily="34" charset="0"/>
              </a:rPr>
              <a:t> </a:t>
            </a:r>
            <a:r>
              <a:rPr sz="2000" b="1" spc="-15" dirty="0">
                <a:latin typeface="Calibri" panose="020F0502020204030204" pitchFamily="34" charset="0"/>
                <a:cs typeface="Calibri" panose="020F0502020204030204" pitchFamily="34" charset="0"/>
              </a:rPr>
              <a:t>voltage</a:t>
            </a:r>
            <a:r>
              <a:rPr sz="2000" b="1" spc="-10" dirty="0">
                <a:latin typeface="Calibri" panose="020F0502020204030204" pitchFamily="34" charset="0"/>
                <a:cs typeface="Calibri" panose="020F0502020204030204" pitchFamily="34" charset="0"/>
              </a:rPr>
              <a:t> </a:t>
            </a:r>
            <a:r>
              <a:rPr sz="2000" b="1" spc="-5" dirty="0">
                <a:latin typeface="Calibri" panose="020F0502020204030204" pitchFamily="34" charset="0"/>
                <a:cs typeface="Calibri" panose="020F0502020204030204" pitchFamily="34" charset="0"/>
              </a:rPr>
              <a:t>placed</a:t>
            </a:r>
            <a:r>
              <a:rPr sz="2000" b="1" spc="10" dirty="0">
                <a:latin typeface="Calibri" panose="020F0502020204030204" pitchFamily="34" charset="0"/>
                <a:cs typeface="Calibri" panose="020F0502020204030204" pitchFamily="34" charset="0"/>
              </a:rPr>
              <a:t> </a:t>
            </a:r>
            <a:r>
              <a:rPr sz="2000" b="1" spc="-5" dirty="0">
                <a:latin typeface="Calibri" panose="020F0502020204030204" pitchFamily="34" charset="0"/>
                <a:cs typeface="Calibri" panose="020F0502020204030204" pitchFamily="34" charset="0"/>
              </a:rPr>
              <a:t>on them</a:t>
            </a:r>
            <a:endParaRPr lang="en-IN" sz="2000" dirty="0">
              <a:latin typeface="Calibri" panose="020F0502020204030204" pitchFamily="34" charset="0"/>
              <a:cs typeface="Calibri" panose="020F0502020204030204" pitchFamily="34" charset="0"/>
            </a:endParaRPr>
          </a:p>
          <a:p>
            <a:pPr marL="12700" marR="5932805" algn="just">
              <a:lnSpc>
                <a:spcPct val="100000"/>
              </a:lnSpc>
              <a:spcBef>
                <a:spcPts val="95"/>
              </a:spcBef>
            </a:pPr>
            <a:endParaRPr lang="en-IN" sz="2000" b="1" spc="-5" dirty="0">
              <a:latin typeface="Calibri" panose="020F0502020204030204" pitchFamily="34" charset="0"/>
              <a:cs typeface="Calibri" panose="020F0502020204030204" pitchFamily="34" charset="0"/>
            </a:endParaRPr>
          </a:p>
          <a:p>
            <a:pPr marL="12700" marR="5932805" algn="just">
              <a:lnSpc>
                <a:spcPct val="100000"/>
              </a:lnSpc>
              <a:spcBef>
                <a:spcPts val="95"/>
              </a:spcBef>
            </a:pPr>
            <a:r>
              <a:rPr sz="2000" b="1" spc="-5" dirty="0">
                <a:latin typeface="Calibri" panose="020F0502020204030204" pitchFamily="34" charset="0"/>
                <a:cs typeface="Calibri" panose="020F0502020204030204" pitchFamily="34" charset="0"/>
              </a:rPr>
              <a:t>Ions</a:t>
            </a:r>
            <a:r>
              <a:rPr sz="2000" b="1" spc="-20" dirty="0">
                <a:latin typeface="Calibri" panose="020F0502020204030204" pitchFamily="34" charset="0"/>
                <a:cs typeface="Calibri" panose="020F0502020204030204" pitchFamily="34" charset="0"/>
              </a:rPr>
              <a:t> </a:t>
            </a:r>
            <a:r>
              <a:rPr sz="2000" b="1" spc="-15" dirty="0">
                <a:latin typeface="Calibri" panose="020F0502020204030204" pitchFamily="34" charset="0"/>
                <a:cs typeface="Calibri" panose="020F0502020204030204" pitchFamily="34" charset="0"/>
              </a:rPr>
              <a:t>are</a:t>
            </a:r>
            <a:r>
              <a:rPr sz="2000" b="1" dirty="0">
                <a:latin typeface="Calibri" panose="020F0502020204030204" pitchFamily="34" charset="0"/>
                <a:cs typeface="Calibri" panose="020F0502020204030204" pitchFamily="34" charset="0"/>
              </a:rPr>
              <a:t> </a:t>
            </a:r>
            <a:r>
              <a:rPr sz="2000" b="1" spc="-15" dirty="0">
                <a:latin typeface="Calibri" panose="020F0502020204030204" pitchFamily="34" charset="0"/>
                <a:cs typeface="Calibri" panose="020F0502020204030204" pitchFamily="34" charset="0"/>
              </a:rPr>
              <a:t>separated</a:t>
            </a:r>
            <a:r>
              <a:rPr sz="2000" b="1" dirty="0">
                <a:latin typeface="Calibri" panose="020F0502020204030204" pitchFamily="34" charset="0"/>
                <a:cs typeface="Calibri" panose="020F0502020204030204" pitchFamily="34" charset="0"/>
              </a:rPr>
              <a:t> </a:t>
            </a:r>
            <a:r>
              <a:rPr sz="2000" b="1" spc="-10" dirty="0">
                <a:latin typeface="Calibri" panose="020F0502020204030204" pitchFamily="34" charset="0"/>
                <a:cs typeface="Calibri" panose="020F0502020204030204" pitchFamily="34" charset="0"/>
              </a:rPr>
              <a:t>from </a:t>
            </a:r>
            <a:r>
              <a:rPr sz="2000" b="1" spc="-434" dirty="0">
                <a:latin typeface="Calibri" panose="020F0502020204030204" pitchFamily="34" charset="0"/>
                <a:cs typeface="Calibri" panose="020F0502020204030204" pitchFamily="34" charset="0"/>
              </a:rPr>
              <a:t> </a:t>
            </a:r>
            <a:r>
              <a:rPr sz="2000" b="1" spc="-10" dirty="0">
                <a:latin typeface="Calibri" panose="020F0502020204030204" pitchFamily="34" charset="0"/>
                <a:cs typeface="Calibri" panose="020F0502020204030204" pitchFamily="34" charset="0"/>
              </a:rPr>
              <a:t>Photons </a:t>
            </a:r>
            <a:r>
              <a:rPr sz="2000" b="1" spc="-5" dirty="0">
                <a:latin typeface="Calibri" panose="020F0502020204030204" pitchFamily="34" charset="0"/>
                <a:cs typeface="Calibri" panose="020F0502020204030204" pitchFamily="34" charset="0"/>
              </a:rPr>
              <a:t>&amp; </a:t>
            </a:r>
            <a:r>
              <a:rPr sz="2000" b="1" spc="-10" dirty="0">
                <a:latin typeface="Calibri" panose="020F0502020204030204" pitchFamily="34" charset="0"/>
                <a:cs typeface="Calibri" panose="020F0502020204030204" pitchFamily="34" charset="0"/>
              </a:rPr>
              <a:t>Neutrals</a:t>
            </a:r>
            <a:r>
              <a:rPr lang="en-IN" sz="2000" dirty="0">
                <a:latin typeface="Calibri" panose="020F0502020204030204" pitchFamily="34" charset="0"/>
                <a:cs typeface="Calibri" panose="020F0502020204030204" pitchFamily="34" charset="0"/>
              </a:rPr>
              <a:t> </a:t>
            </a:r>
            <a:r>
              <a:rPr sz="2000" b="1" spc="-10" dirty="0">
                <a:latin typeface="Calibri" panose="020F0502020204030204" pitchFamily="34" charset="0"/>
                <a:cs typeface="Calibri" panose="020F0502020204030204" pitchFamily="34" charset="0"/>
              </a:rPr>
              <a:t>by </a:t>
            </a:r>
            <a:r>
              <a:rPr sz="2000" b="1" spc="-5" dirty="0">
                <a:latin typeface="Calibri" panose="020F0502020204030204" pitchFamily="34" charset="0"/>
                <a:cs typeface="Calibri" panose="020F0502020204030204" pitchFamily="34" charset="0"/>
              </a:rPr>
              <a:t>positioning</a:t>
            </a:r>
            <a:r>
              <a:rPr sz="2000" b="1" spc="-15" dirty="0">
                <a:latin typeface="Calibri" panose="020F0502020204030204" pitchFamily="34" charset="0"/>
                <a:cs typeface="Calibri" panose="020F0502020204030204" pitchFamily="34" charset="0"/>
              </a:rPr>
              <a:t> </a:t>
            </a:r>
            <a:r>
              <a:rPr sz="2000" b="1" spc="-5" dirty="0">
                <a:latin typeface="Calibri" panose="020F0502020204030204" pitchFamily="34" charset="0"/>
                <a:cs typeface="Calibri" panose="020F0502020204030204" pitchFamily="34" charset="0"/>
              </a:rPr>
              <a:t>MS</a:t>
            </a:r>
            <a:r>
              <a:rPr sz="2000" b="1" dirty="0">
                <a:latin typeface="Calibri" panose="020F0502020204030204" pitchFamily="34" charset="0"/>
                <a:cs typeface="Calibri" panose="020F0502020204030204" pitchFamily="34" charset="0"/>
              </a:rPr>
              <a:t> </a:t>
            </a:r>
            <a:r>
              <a:rPr sz="2000" b="1" spc="-10" dirty="0">
                <a:latin typeface="Calibri" panose="020F0502020204030204" pitchFamily="34" charset="0"/>
                <a:cs typeface="Calibri" panose="020F0502020204030204" pitchFamily="34" charset="0"/>
              </a:rPr>
              <a:t>off-axis</a:t>
            </a:r>
            <a:r>
              <a:rPr sz="2000" b="1" spc="10" dirty="0">
                <a:latin typeface="Calibri" panose="020F0502020204030204" pitchFamily="34" charset="0"/>
                <a:cs typeface="Calibri" panose="020F0502020204030204" pitchFamily="34" charset="0"/>
              </a:rPr>
              <a:t> </a:t>
            </a:r>
            <a:r>
              <a:rPr sz="2000" b="1" spc="-15" dirty="0">
                <a:latin typeface="Calibri" panose="020F0502020204030204" pitchFamily="34" charset="0"/>
                <a:cs typeface="Calibri" panose="020F0502020204030204" pitchFamily="34" charset="0"/>
              </a:rPr>
              <a:t>to </a:t>
            </a:r>
            <a:r>
              <a:rPr sz="2000" b="1" spc="-434" dirty="0">
                <a:latin typeface="Calibri" panose="020F0502020204030204" pitchFamily="34" charset="0"/>
                <a:cs typeface="Calibri" panose="020F0502020204030204" pitchFamily="34" charset="0"/>
              </a:rPr>
              <a:t> </a:t>
            </a:r>
            <a:r>
              <a:rPr sz="2000" b="1" spc="-5" dirty="0">
                <a:latin typeface="Calibri" panose="020F0502020204030204" pitchFamily="34" charset="0"/>
                <a:cs typeface="Calibri" panose="020F0502020204030204" pitchFamily="34" charset="0"/>
              </a:rPr>
              <a:t>the ion</a:t>
            </a:r>
            <a:r>
              <a:rPr sz="2000" b="1" spc="-10" dirty="0">
                <a:latin typeface="Calibri" panose="020F0502020204030204" pitchFamily="34" charset="0"/>
                <a:cs typeface="Calibri" panose="020F0502020204030204" pitchFamily="34" charset="0"/>
              </a:rPr>
              <a:t> </a:t>
            </a:r>
            <a:r>
              <a:rPr sz="2000" b="1" spc="-5" dirty="0">
                <a:latin typeface="Calibri" panose="020F0502020204030204" pitchFamily="34" charset="0"/>
                <a:cs typeface="Calibri" panose="020F0502020204030204" pitchFamily="34" charset="0"/>
              </a:rPr>
              <a:t>beam</a:t>
            </a:r>
            <a:r>
              <a:rPr sz="2000" b="1" dirty="0">
                <a:latin typeface="Calibri" panose="020F0502020204030204" pitchFamily="34" charset="0"/>
                <a:cs typeface="Calibri" panose="020F0502020204030204" pitchFamily="34" charset="0"/>
              </a:rPr>
              <a:t> </a:t>
            </a:r>
            <a:r>
              <a:rPr sz="2000" b="1" spc="-5" dirty="0">
                <a:latin typeface="Calibri" panose="020F0502020204030204" pitchFamily="34" charset="0"/>
                <a:cs typeface="Calibri" panose="020F0502020204030204" pitchFamily="34" charset="0"/>
              </a:rPr>
              <a:t>or</a:t>
            </a:r>
            <a:r>
              <a:rPr sz="2000" b="1" dirty="0">
                <a:latin typeface="Calibri" panose="020F0502020204030204" pitchFamily="34" charset="0"/>
                <a:cs typeface="Calibri" panose="020F0502020204030204" pitchFamily="34" charset="0"/>
              </a:rPr>
              <a:t> </a:t>
            </a:r>
            <a:r>
              <a:rPr sz="2000" b="1" spc="-5" dirty="0">
                <a:latin typeface="Calibri" panose="020F0502020204030204" pitchFamily="34" charset="0"/>
                <a:cs typeface="Calibri" panose="020F0502020204030204" pitchFamily="34" charset="0"/>
              </a:rPr>
              <a:t>using</a:t>
            </a:r>
            <a:r>
              <a:rPr sz="2000" b="1" dirty="0">
                <a:latin typeface="Calibri" panose="020F0502020204030204" pitchFamily="34" charset="0"/>
                <a:cs typeface="Calibri" panose="020F0502020204030204" pitchFamily="34" charset="0"/>
              </a:rPr>
              <a:t> </a:t>
            </a:r>
            <a:r>
              <a:rPr sz="2000" b="1" spc="-5" dirty="0">
                <a:latin typeface="Calibri" panose="020F0502020204030204" pitchFamily="34" charset="0"/>
                <a:cs typeface="Calibri" panose="020F0502020204030204" pitchFamily="34" charset="0"/>
              </a:rPr>
              <a:t>a </a:t>
            </a:r>
            <a:r>
              <a:rPr sz="2000" b="1" dirty="0">
                <a:latin typeface="Calibri" panose="020F0502020204030204" pitchFamily="34" charset="0"/>
                <a:cs typeface="Calibri" panose="020F0502020204030204" pitchFamily="34" charset="0"/>
              </a:rPr>
              <a:t> </a:t>
            </a:r>
            <a:r>
              <a:rPr sz="2000" b="1" spc="-15" dirty="0">
                <a:latin typeface="Calibri" panose="020F0502020204030204" pitchFamily="34" charset="0"/>
                <a:cs typeface="Calibri" panose="020F0502020204030204" pitchFamily="34" charset="0"/>
              </a:rPr>
              <a:t>Physical</a:t>
            </a:r>
            <a:r>
              <a:rPr sz="2000" b="1" spc="-5" dirty="0">
                <a:latin typeface="Calibri" panose="020F0502020204030204" pitchFamily="34" charset="0"/>
                <a:cs typeface="Calibri" panose="020F0502020204030204" pitchFamily="34" charset="0"/>
              </a:rPr>
              <a:t> </a:t>
            </a:r>
            <a:r>
              <a:rPr sz="2000" b="1" spc="-10" dirty="0">
                <a:latin typeface="Calibri" panose="020F0502020204030204" pitchFamily="34" charset="0"/>
                <a:cs typeface="Calibri" panose="020F0502020204030204" pitchFamily="34" charset="0"/>
              </a:rPr>
              <a:t>barrier</a:t>
            </a:r>
            <a:endParaRPr sz="2000" dirty="0">
              <a:latin typeface="Calibri" panose="020F0502020204030204" pitchFamily="34" charset="0"/>
              <a:cs typeface="Calibri" panose="020F0502020204030204" pitchFamily="34" charset="0"/>
            </a:endParaRPr>
          </a:p>
          <a:p>
            <a:pPr marL="48895" marR="48895">
              <a:lnSpc>
                <a:spcPct val="100000"/>
              </a:lnSpc>
              <a:buSzPct val="95454"/>
              <a:buFont typeface="Wingdings"/>
              <a:buChar char=""/>
              <a:tabLst>
                <a:tab pos="269875" algn="l"/>
              </a:tabLst>
            </a:pPr>
            <a:endParaRPr lang="en-IN" sz="2000" b="1" spc="-10" dirty="0">
              <a:latin typeface="Calibri" panose="020F0502020204030204" pitchFamily="34" charset="0"/>
              <a:cs typeface="Calibri" panose="020F0502020204030204" pitchFamily="34" charset="0"/>
            </a:endParaRPr>
          </a:p>
          <a:p>
            <a:pPr marL="48895" marR="48895" algn="just">
              <a:lnSpc>
                <a:spcPct val="100000"/>
              </a:lnSpc>
              <a:buSzPct val="95454"/>
              <a:buFont typeface="Wingdings"/>
              <a:buChar char=""/>
              <a:tabLst>
                <a:tab pos="269875" algn="l"/>
              </a:tabLst>
            </a:pPr>
            <a:r>
              <a:rPr sz="2000" b="1" spc="-10" dirty="0">
                <a:latin typeface="Calibri" panose="020F0502020204030204" pitchFamily="34" charset="0"/>
                <a:cs typeface="Calibri" panose="020F0502020204030204" pitchFamily="34" charset="0"/>
              </a:rPr>
              <a:t>Role</a:t>
            </a:r>
            <a:r>
              <a:rPr sz="2000" b="1" spc="-5" dirty="0">
                <a:latin typeface="Calibri" panose="020F0502020204030204" pitchFamily="34" charset="0"/>
                <a:cs typeface="Calibri" panose="020F0502020204030204" pitchFamily="34" charset="0"/>
              </a:rPr>
              <a:t> </a:t>
            </a:r>
            <a:r>
              <a:rPr sz="2000" b="1" dirty="0">
                <a:latin typeface="Calibri" panose="020F0502020204030204" pitchFamily="34" charset="0"/>
                <a:cs typeface="Calibri" panose="020F0502020204030204" pitchFamily="34" charset="0"/>
              </a:rPr>
              <a:t>of</a:t>
            </a:r>
            <a:r>
              <a:rPr sz="2000" b="1" spc="5" dirty="0">
                <a:latin typeface="Calibri" panose="020F0502020204030204" pitchFamily="34" charset="0"/>
                <a:cs typeface="Calibri" panose="020F0502020204030204" pitchFamily="34" charset="0"/>
              </a:rPr>
              <a:t> </a:t>
            </a:r>
            <a:r>
              <a:rPr sz="2000" b="1" dirty="0">
                <a:latin typeface="Calibri" panose="020F0502020204030204" pitchFamily="34" charset="0"/>
                <a:cs typeface="Calibri" panose="020F0502020204030204" pitchFamily="34" charset="0"/>
              </a:rPr>
              <a:t>ion</a:t>
            </a:r>
            <a:r>
              <a:rPr sz="2000" b="1" spc="5" dirty="0">
                <a:latin typeface="Calibri" panose="020F0502020204030204" pitchFamily="34" charset="0"/>
                <a:cs typeface="Calibri" panose="020F0502020204030204" pitchFamily="34" charset="0"/>
              </a:rPr>
              <a:t> </a:t>
            </a:r>
            <a:r>
              <a:rPr sz="2000" b="1" spc="-10" dirty="0">
                <a:latin typeface="Calibri" panose="020F0502020204030204" pitchFamily="34" charset="0"/>
                <a:cs typeface="Calibri" panose="020F0502020204030204" pitchFamily="34" charset="0"/>
              </a:rPr>
              <a:t>focussing</a:t>
            </a:r>
            <a:r>
              <a:rPr sz="2000" b="1" spc="-15" dirty="0">
                <a:latin typeface="Calibri" panose="020F0502020204030204" pitchFamily="34" charset="0"/>
                <a:cs typeface="Calibri" panose="020F0502020204030204" pitchFamily="34" charset="0"/>
              </a:rPr>
              <a:t> </a:t>
            </a:r>
            <a:r>
              <a:rPr sz="2000" b="1" dirty="0">
                <a:latin typeface="Calibri" panose="020F0502020204030204" pitchFamily="34" charset="0"/>
                <a:cs typeface="Calibri" panose="020F0502020204030204" pitchFamily="34" charset="0"/>
              </a:rPr>
              <a:t>is </a:t>
            </a:r>
            <a:r>
              <a:rPr sz="2000" b="1" spc="-20" dirty="0">
                <a:latin typeface="Calibri" panose="020F0502020204030204" pitchFamily="34" charset="0"/>
                <a:cs typeface="Calibri" panose="020F0502020204030204" pitchFamily="34" charset="0"/>
              </a:rPr>
              <a:t>to</a:t>
            </a:r>
            <a:r>
              <a:rPr sz="2000" b="1" spc="10" dirty="0">
                <a:latin typeface="Calibri" panose="020F0502020204030204" pitchFamily="34" charset="0"/>
                <a:cs typeface="Calibri" panose="020F0502020204030204" pitchFamily="34" charset="0"/>
              </a:rPr>
              <a:t> </a:t>
            </a:r>
            <a:r>
              <a:rPr sz="2000" b="1" spc="-10" dirty="0">
                <a:latin typeface="Calibri" panose="020F0502020204030204" pitchFamily="34" charset="0"/>
                <a:cs typeface="Calibri" panose="020F0502020204030204" pitchFamily="34" charset="0"/>
              </a:rPr>
              <a:t>transport</a:t>
            </a:r>
            <a:r>
              <a:rPr sz="2000" b="1" spc="-5" dirty="0">
                <a:latin typeface="Calibri" panose="020F0502020204030204" pitchFamily="34" charset="0"/>
                <a:cs typeface="Calibri" panose="020F0502020204030204" pitchFamily="34" charset="0"/>
              </a:rPr>
              <a:t> maximum</a:t>
            </a:r>
            <a:r>
              <a:rPr sz="2000" b="1" spc="-25" dirty="0">
                <a:latin typeface="Calibri" panose="020F0502020204030204" pitchFamily="34" charset="0"/>
                <a:cs typeface="Calibri" panose="020F0502020204030204" pitchFamily="34" charset="0"/>
              </a:rPr>
              <a:t> </a:t>
            </a:r>
            <a:r>
              <a:rPr sz="2000" b="1" dirty="0">
                <a:latin typeface="Calibri" panose="020F0502020204030204" pitchFamily="34" charset="0"/>
                <a:cs typeface="Calibri" panose="020F0502020204030204" pitchFamily="34" charset="0"/>
              </a:rPr>
              <a:t>number</a:t>
            </a:r>
            <a:r>
              <a:rPr sz="2000" b="1" spc="-5" dirty="0">
                <a:latin typeface="Calibri" panose="020F0502020204030204" pitchFamily="34" charset="0"/>
                <a:cs typeface="Calibri" panose="020F0502020204030204" pitchFamily="34" charset="0"/>
              </a:rPr>
              <a:t> </a:t>
            </a:r>
            <a:r>
              <a:rPr sz="2000" b="1" dirty="0">
                <a:latin typeface="Calibri" panose="020F0502020204030204" pitchFamily="34" charset="0"/>
                <a:cs typeface="Calibri" panose="020F0502020204030204" pitchFamily="34" charset="0"/>
              </a:rPr>
              <a:t>of </a:t>
            </a:r>
            <a:r>
              <a:rPr sz="2000" b="1" spc="-5" dirty="0">
                <a:latin typeface="Calibri" panose="020F0502020204030204" pitchFamily="34" charset="0"/>
                <a:cs typeface="Calibri" panose="020F0502020204030204" pitchFamily="34" charset="0"/>
              </a:rPr>
              <a:t>analyte</a:t>
            </a:r>
            <a:r>
              <a:rPr sz="2000" b="1" spc="-10" dirty="0">
                <a:latin typeface="Calibri" panose="020F0502020204030204" pitchFamily="34" charset="0"/>
                <a:cs typeface="Calibri" panose="020F0502020204030204" pitchFamily="34" charset="0"/>
              </a:rPr>
              <a:t> </a:t>
            </a:r>
            <a:r>
              <a:rPr sz="2000" b="1" dirty="0">
                <a:latin typeface="Calibri" panose="020F0502020204030204" pitchFamily="34" charset="0"/>
                <a:cs typeface="Calibri" panose="020F0502020204030204" pitchFamily="34" charset="0"/>
              </a:rPr>
              <a:t>ions</a:t>
            </a:r>
            <a:r>
              <a:rPr sz="2000" b="1" spc="-5" dirty="0">
                <a:latin typeface="Calibri" panose="020F0502020204030204" pitchFamily="34" charset="0"/>
                <a:cs typeface="Calibri" panose="020F0502020204030204" pitchFamily="34" charset="0"/>
              </a:rPr>
              <a:t> </a:t>
            </a:r>
            <a:endParaRPr lang="en-IN" sz="2000" b="1" spc="-5" dirty="0">
              <a:latin typeface="Calibri" panose="020F0502020204030204" pitchFamily="34" charset="0"/>
              <a:cs typeface="Calibri" panose="020F0502020204030204" pitchFamily="34" charset="0"/>
            </a:endParaRPr>
          </a:p>
          <a:p>
            <a:pPr marL="48895" marR="48895" algn="just">
              <a:lnSpc>
                <a:spcPct val="100000"/>
              </a:lnSpc>
              <a:buSzPct val="95454"/>
              <a:tabLst>
                <a:tab pos="269875" algn="l"/>
              </a:tabLst>
            </a:pPr>
            <a:r>
              <a:rPr sz="2000" b="1" spc="-10" dirty="0">
                <a:latin typeface="Calibri" panose="020F0502020204030204" pitchFamily="34" charset="0"/>
                <a:cs typeface="Calibri" panose="020F0502020204030204" pitchFamily="34" charset="0"/>
              </a:rPr>
              <a:t>from </a:t>
            </a:r>
            <a:r>
              <a:rPr sz="2000" b="1" spc="-484" dirty="0">
                <a:latin typeface="Calibri" panose="020F0502020204030204" pitchFamily="34" charset="0"/>
                <a:cs typeface="Calibri" panose="020F0502020204030204" pitchFamily="34" charset="0"/>
              </a:rPr>
              <a:t> </a:t>
            </a:r>
            <a:r>
              <a:rPr sz="2000" b="1" dirty="0">
                <a:latin typeface="Calibri" panose="020F0502020204030204" pitchFamily="34" charset="0"/>
                <a:cs typeface="Calibri" panose="020F0502020204030204" pitchFamily="34" charset="0"/>
              </a:rPr>
              <a:t>the</a:t>
            </a:r>
            <a:r>
              <a:rPr sz="2000" b="1" spc="-5" dirty="0">
                <a:latin typeface="Calibri" panose="020F0502020204030204" pitchFamily="34" charset="0"/>
                <a:cs typeface="Calibri" panose="020F0502020204030204" pitchFamily="34" charset="0"/>
              </a:rPr>
              <a:t> hostile</a:t>
            </a:r>
            <a:r>
              <a:rPr sz="2000" b="1" spc="-10" dirty="0">
                <a:latin typeface="Calibri" panose="020F0502020204030204" pitchFamily="34" charset="0"/>
                <a:cs typeface="Calibri" panose="020F0502020204030204" pitchFamily="34" charset="0"/>
              </a:rPr>
              <a:t> environment</a:t>
            </a:r>
            <a:r>
              <a:rPr sz="2000" b="1" spc="-20" dirty="0">
                <a:latin typeface="Calibri" panose="020F0502020204030204" pitchFamily="34" charset="0"/>
                <a:cs typeface="Calibri" panose="020F0502020204030204" pitchFamily="34" charset="0"/>
              </a:rPr>
              <a:t> </a:t>
            </a:r>
            <a:r>
              <a:rPr sz="2000" b="1" dirty="0">
                <a:latin typeface="Calibri" panose="020F0502020204030204" pitchFamily="34" charset="0"/>
                <a:cs typeface="Calibri" panose="020F0502020204030204" pitchFamily="34" charset="0"/>
              </a:rPr>
              <a:t>of</a:t>
            </a:r>
            <a:r>
              <a:rPr sz="2000" b="1" spc="5" dirty="0">
                <a:latin typeface="Calibri" panose="020F0502020204030204" pitchFamily="34" charset="0"/>
                <a:cs typeface="Calibri" panose="020F0502020204030204" pitchFamily="34" charset="0"/>
              </a:rPr>
              <a:t> </a:t>
            </a:r>
            <a:r>
              <a:rPr sz="2000" b="1" dirty="0">
                <a:latin typeface="Calibri" panose="020F0502020204030204" pitchFamily="34" charset="0"/>
                <a:cs typeface="Calibri" panose="020F0502020204030204" pitchFamily="34" charset="0"/>
              </a:rPr>
              <a:t>plasma</a:t>
            </a:r>
            <a:r>
              <a:rPr sz="2000" b="1" spc="-15" dirty="0">
                <a:latin typeface="Calibri" panose="020F0502020204030204" pitchFamily="34" charset="0"/>
                <a:cs typeface="Calibri" panose="020F0502020204030204" pitchFamily="34" charset="0"/>
              </a:rPr>
              <a:t> to</a:t>
            </a:r>
            <a:r>
              <a:rPr sz="2000" b="1" dirty="0">
                <a:latin typeface="Calibri" panose="020F0502020204030204" pitchFamily="34" charset="0"/>
                <a:cs typeface="Calibri" panose="020F0502020204030204" pitchFamily="34" charset="0"/>
              </a:rPr>
              <a:t> the </a:t>
            </a:r>
            <a:r>
              <a:rPr sz="2000" b="1" spc="-5" dirty="0">
                <a:latin typeface="Calibri" panose="020F0502020204030204" pitchFamily="34" charset="0"/>
                <a:cs typeface="Calibri" panose="020F0502020204030204" pitchFamily="34" charset="0"/>
              </a:rPr>
              <a:t>MS</a:t>
            </a:r>
            <a:r>
              <a:rPr sz="2000" b="1" dirty="0">
                <a:latin typeface="Calibri" panose="020F0502020204030204" pitchFamily="34" charset="0"/>
                <a:cs typeface="Calibri" panose="020F0502020204030204" pitchFamily="34" charset="0"/>
              </a:rPr>
              <a:t> </a:t>
            </a:r>
            <a:r>
              <a:rPr sz="2000" b="1" spc="-5" dirty="0">
                <a:latin typeface="Calibri" panose="020F0502020204030204" pitchFamily="34" charset="0"/>
                <a:cs typeface="Calibri" panose="020F0502020204030204" pitchFamily="34" charset="0"/>
              </a:rPr>
              <a:t>via</a:t>
            </a:r>
            <a:r>
              <a:rPr sz="2000" b="1" spc="-10" dirty="0">
                <a:latin typeface="Calibri" panose="020F0502020204030204" pitchFamily="34" charset="0"/>
                <a:cs typeface="Calibri" panose="020F0502020204030204" pitchFamily="34" charset="0"/>
              </a:rPr>
              <a:t> </a:t>
            </a:r>
            <a:r>
              <a:rPr sz="2000" b="1" dirty="0">
                <a:latin typeface="Calibri" panose="020F0502020204030204" pitchFamily="34" charset="0"/>
                <a:cs typeface="Calibri" panose="020F0502020204030204" pitchFamily="34" charset="0"/>
              </a:rPr>
              <a:t>the</a:t>
            </a:r>
            <a:r>
              <a:rPr sz="2000" b="1" spc="-5" dirty="0">
                <a:latin typeface="Calibri" panose="020F0502020204030204" pitchFamily="34" charset="0"/>
                <a:cs typeface="Calibri" panose="020F0502020204030204" pitchFamily="34" charset="0"/>
              </a:rPr>
              <a:t> </a:t>
            </a:r>
            <a:r>
              <a:rPr sz="2000" b="1" spc="-10" dirty="0">
                <a:latin typeface="Calibri" panose="020F0502020204030204" pitchFamily="34" charset="0"/>
                <a:cs typeface="Calibri" panose="020F0502020204030204" pitchFamily="34" charset="0"/>
              </a:rPr>
              <a:t>interface.</a:t>
            </a:r>
            <a:endParaRPr sz="2000" dirty="0">
              <a:latin typeface="Calibri" panose="020F0502020204030204" pitchFamily="34" charset="0"/>
              <a:cs typeface="Calibri" panose="020F0502020204030204" pitchFamily="34" charset="0"/>
            </a:endParaRPr>
          </a:p>
          <a:p>
            <a:pPr marL="48895" marR="544830" algn="just">
              <a:lnSpc>
                <a:spcPct val="100000"/>
              </a:lnSpc>
              <a:buSzPct val="95454"/>
              <a:buFont typeface="Wingdings"/>
              <a:buChar char=""/>
              <a:tabLst>
                <a:tab pos="269875" algn="l"/>
              </a:tabLst>
            </a:pPr>
            <a:r>
              <a:rPr sz="2000" b="1" spc="-10" dirty="0">
                <a:latin typeface="Calibri" panose="020F0502020204030204" pitchFamily="34" charset="0"/>
                <a:cs typeface="Calibri" panose="020F0502020204030204" pitchFamily="34" charset="0"/>
              </a:rPr>
              <a:t>Photons</a:t>
            </a:r>
            <a:r>
              <a:rPr sz="2000" b="1" spc="10" dirty="0">
                <a:latin typeface="Calibri" panose="020F0502020204030204" pitchFamily="34" charset="0"/>
                <a:cs typeface="Calibri" panose="020F0502020204030204" pitchFamily="34" charset="0"/>
              </a:rPr>
              <a:t> </a:t>
            </a:r>
            <a:r>
              <a:rPr sz="2000" b="1" dirty="0">
                <a:latin typeface="Calibri" panose="020F0502020204030204" pitchFamily="34" charset="0"/>
                <a:cs typeface="Calibri" panose="020F0502020204030204" pitchFamily="34" charset="0"/>
              </a:rPr>
              <a:t>&amp;</a:t>
            </a:r>
            <a:r>
              <a:rPr sz="2000" b="1" spc="15" dirty="0">
                <a:latin typeface="Calibri" panose="020F0502020204030204" pitchFamily="34" charset="0"/>
                <a:cs typeface="Calibri" panose="020F0502020204030204" pitchFamily="34" charset="0"/>
              </a:rPr>
              <a:t> </a:t>
            </a:r>
            <a:r>
              <a:rPr sz="2000" b="1" spc="-10" dirty="0">
                <a:latin typeface="Calibri" panose="020F0502020204030204" pitchFamily="34" charset="0"/>
                <a:cs typeface="Calibri" panose="020F0502020204030204" pitchFamily="34" charset="0"/>
              </a:rPr>
              <a:t>Neutrals</a:t>
            </a:r>
            <a:r>
              <a:rPr sz="2000" b="1" spc="10" dirty="0">
                <a:latin typeface="Calibri" panose="020F0502020204030204" pitchFamily="34" charset="0"/>
                <a:cs typeface="Calibri" panose="020F0502020204030204" pitchFamily="34" charset="0"/>
              </a:rPr>
              <a:t> </a:t>
            </a:r>
            <a:r>
              <a:rPr sz="2000" b="1" spc="-5" dirty="0">
                <a:latin typeface="Calibri" panose="020F0502020204030204" pitchFamily="34" charset="0"/>
                <a:cs typeface="Calibri" panose="020F0502020204030204" pitchFamily="34" charset="0"/>
              </a:rPr>
              <a:t>cause</a:t>
            </a:r>
            <a:r>
              <a:rPr sz="2000" b="1" spc="15" dirty="0">
                <a:latin typeface="Calibri" panose="020F0502020204030204" pitchFamily="34" charset="0"/>
                <a:cs typeface="Calibri" panose="020F0502020204030204" pitchFamily="34" charset="0"/>
              </a:rPr>
              <a:t> </a:t>
            </a:r>
            <a:r>
              <a:rPr sz="2000" b="1" spc="-5" dirty="0">
                <a:latin typeface="Calibri" panose="020F0502020204030204" pitchFamily="34" charset="0"/>
                <a:cs typeface="Calibri" panose="020F0502020204030204" pitchFamily="34" charset="0"/>
              </a:rPr>
              <a:t>signal</a:t>
            </a:r>
            <a:r>
              <a:rPr sz="2000" b="1" spc="-10" dirty="0">
                <a:latin typeface="Calibri" panose="020F0502020204030204" pitchFamily="34" charset="0"/>
                <a:cs typeface="Calibri" panose="020F0502020204030204" pitchFamily="34" charset="0"/>
              </a:rPr>
              <a:t> instability</a:t>
            </a:r>
            <a:r>
              <a:rPr sz="2000" b="1" dirty="0">
                <a:latin typeface="Calibri" panose="020F0502020204030204" pitchFamily="34" charset="0"/>
                <a:cs typeface="Calibri" panose="020F0502020204030204" pitchFamily="34" charset="0"/>
              </a:rPr>
              <a:t> &amp;</a:t>
            </a:r>
            <a:r>
              <a:rPr sz="2000" b="1" spc="-5" dirty="0">
                <a:latin typeface="Calibri" panose="020F0502020204030204" pitchFamily="34" charset="0"/>
                <a:cs typeface="Calibri" panose="020F0502020204030204" pitchFamily="34" charset="0"/>
              </a:rPr>
              <a:t> </a:t>
            </a:r>
            <a:r>
              <a:rPr sz="2000" b="1" spc="-10" dirty="0">
                <a:latin typeface="Calibri" panose="020F0502020204030204" pitchFamily="34" charset="0"/>
                <a:cs typeface="Calibri" panose="020F0502020204030204" pitchFamily="34" charset="0"/>
              </a:rPr>
              <a:t>contribute</a:t>
            </a:r>
            <a:r>
              <a:rPr sz="2000" b="1" spc="5" dirty="0">
                <a:latin typeface="Calibri" panose="020F0502020204030204" pitchFamily="34" charset="0"/>
                <a:cs typeface="Calibri" panose="020F0502020204030204" pitchFamily="34" charset="0"/>
              </a:rPr>
              <a:t> </a:t>
            </a:r>
            <a:r>
              <a:rPr sz="2000" b="1" spc="-15" dirty="0">
                <a:latin typeface="Calibri" panose="020F0502020204030204" pitchFamily="34" charset="0"/>
                <a:cs typeface="Calibri" panose="020F0502020204030204" pitchFamily="34" charset="0"/>
              </a:rPr>
              <a:t>to</a:t>
            </a:r>
            <a:r>
              <a:rPr sz="2000" b="1" spc="20" dirty="0">
                <a:latin typeface="Calibri" panose="020F0502020204030204" pitchFamily="34" charset="0"/>
                <a:cs typeface="Calibri" panose="020F0502020204030204" pitchFamily="34" charset="0"/>
              </a:rPr>
              <a:t> </a:t>
            </a:r>
            <a:endParaRPr lang="en-IN" sz="2000" b="1" spc="20" dirty="0">
              <a:latin typeface="Calibri" panose="020F0502020204030204" pitchFamily="34" charset="0"/>
              <a:cs typeface="Calibri" panose="020F0502020204030204" pitchFamily="34" charset="0"/>
            </a:endParaRPr>
          </a:p>
          <a:p>
            <a:pPr marL="48895" marR="544830" algn="just">
              <a:lnSpc>
                <a:spcPct val="100000"/>
              </a:lnSpc>
              <a:buSzPct val="95454"/>
              <a:tabLst>
                <a:tab pos="269875" algn="l"/>
              </a:tabLst>
            </a:pPr>
            <a:r>
              <a:rPr sz="2000" b="1" spc="-5" dirty="0">
                <a:latin typeface="Calibri" panose="020F0502020204030204" pitchFamily="34" charset="0"/>
                <a:cs typeface="Calibri" panose="020F0502020204030204" pitchFamily="34" charset="0"/>
              </a:rPr>
              <a:t>background </a:t>
            </a:r>
            <a:r>
              <a:rPr sz="2000" b="1" spc="-484" dirty="0">
                <a:latin typeface="Calibri" panose="020F0502020204030204" pitchFamily="34" charset="0"/>
                <a:cs typeface="Calibri" panose="020F0502020204030204" pitchFamily="34" charset="0"/>
              </a:rPr>
              <a:t> </a:t>
            </a:r>
            <a:r>
              <a:rPr sz="2000" b="1" spc="-5" dirty="0">
                <a:latin typeface="Calibri" panose="020F0502020204030204" pitchFamily="34" charset="0"/>
                <a:cs typeface="Calibri" panose="020F0502020204030204" pitchFamily="34" charset="0"/>
              </a:rPr>
              <a:t>noise.</a:t>
            </a:r>
            <a:endParaRPr sz="2000" dirty="0">
              <a:latin typeface="Calibri" panose="020F0502020204030204" pitchFamily="34" charset="0"/>
              <a:cs typeface="Calibri" panose="020F0502020204030204" pitchFamily="34" charset="0"/>
            </a:endParaRPr>
          </a:p>
          <a:p>
            <a:pPr marL="48895" marR="514984" algn="just">
              <a:lnSpc>
                <a:spcPct val="100000"/>
              </a:lnSpc>
              <a:buSzPct val="95454"/>
              <a:buFont typeface="Wingdings"/>
              <a:buChar char=""/>
              <a:tabLst>
                <a:tab pos="269875" algn="l"/>
              </a:tabLst>
            </a:pPr>
            <a:r>
              <a:rPr sz="2000" b="1" spc="-25" dirty="0">
                <a:latin typeface="Calibri" panose="020F0502020204030204" pitchFamily="34" charset="0"/>
                <a:cs typeface="Calibri" panose="020F0502020204030204" pitchFamily="34" charset="0"/>
              </a:rPr>
              <a:t>Voltages</a:t>
            </a:r>
            <a:r>
              <a:rPr sz="2000" b="1" spc="-5" dirty="0">
                <a:latin typeface="Calibri" panose="020F0502020204030204" pitchFamily="34" charset="0"/>
                <a:cs typeface="Calibri" panose="020F0502020204030204" pitchFamily="34" charset="0"/>
              </a:rPr>
              <a:t> </a:t>
            </a:r>
            <a:r>
              <a:rPr sz="2000" b="1" dirty="0">
                <a:latin typeface="Calibri" panose="020F0502020204030204" pitchFamily="34" charset="0"/>
                <a:cs typeface="Calibri" panose="020F0502020204030204" pitchFamily="34" charset="0"/>
              </a:rPr>
              <a:t>on</a:t>
            </a:r>
            <a:r>
              <a:rPr sz="2000" b="1" spc="5" dirty="0">
                <a:latin typeface="Calibri" panose="020F0502020204030204" pitchFamily="34" charset="0"/>
                <a:cs typeface="Calibri" panose="020F0502020204030204" pitchFamily="34" charset="0"/>
              </a:rPr>
              <a:t> </a:t>
            </a:r>
            <a:r>
              <a:rPr sz="2000" b="1" dirty="0">
                <a:latin typeface="Calibri" panose="020F0502020204030204" pitchFamily="34" charset="0"/>
                <a:cs typeface="Calibri" panose="020F0502020204030204" pitchFamily="34" charset="0"/>
              </a:rPr>
              <a:t>the</a:t>
            </a:r>
            <a:r>
              <a:rPr sz="2000" b="1" spc="-10" dirty="0">
                <a:latin typeface="Calibri" panose="020F0502020204030204" pitchFamily="34" charset="0"/>
                <a:cs typeface="Calibri" panose="020F0502020204030204" pitchFamily="34" charset="0"/>
              </a:rPr>
              <a:t> </a:t>
            </a:r>
            <a:r>
              <a:rPr sz="2000" b="1" dirty="0">
                <a:latin typeface="Calibri" panose="020F0502020204030204" pitchFamily="34" charset="0"/>
                <a:cs typeface="Calibri" panose="020F0502020204030204" pitchFamily="34" charset="0"/>
              </a:rPr>
              <a:t>ions</a:t>
            </a:r>
            <a:r>
              <a:rPr sz="2000" b="1" spc="-5" dirty="0">
                <a:latin typeface="Calibri" panose="020F0502020204030204" pitchFamily="34" charset="0"/>
                <a:cs typeface="Calibri" panose="020F0502020204030204" pitchFamily="34" charset="0"/>
              </a:rPr>
              <a:t> </a:t>
            </a:r>
            <a:r>
              <a:rPr sz="2000" b="1" dirty="0">
                <a:latin typeface="Calibri" panose="020F0502020204030204" pitchFamily="34" charset="0"/>
                <a:cs typeface="Calibri" panose="020F0502020204030204" pitchFamily="34" charset="0"/>
              </a:rPr>
              <a:t>lens</a:t>
            </a:r>
            <a:r>
              <a:rPr sz="2000" b="1" spc="-5" dirty="0">
                <a:latin typeface="Calibri" panose="020F0502020204030204" pitchFamily="34" charset="0"/>
                <a:cs typeface="Calibri" panose="020F0502020204030204" pitchFamily="34" charset="0"/>
              </a:rPr>
              <a:t> components</a:t>
            </a:r>
            <a:r>
              <a:rPr sz="2000" b="1" spc="-25" dirty="0">
                <a:latin typeface="Calibri" panose="020F0502020204030204" pitchFamily="34" charset="0"/>
                <a:cs typeface="Calibri" panose="020F0502020204030204" pitchFamily="34" charset="0"/>
              </a:rPr>
              <a:t> </a:t>
            </a:r>
            <a:r>
              <a:rPr sz="2000" b="1" spc="-10" dirty="0">
                <a:latin typeface="Calibri" panose="020F0502020204030204" pitchFamily="34" charset="0"/>
                <a:cs typeface="Calibri" panose="020F0502020204030204" pitchFamily="34" charset="0"/>
              </a:rPr>
              <a:t>electrostatically</a:t>
            </a:r>
            <a:r>
              <a:rPr sz="2000" b="1" spc="5" dirty="0">
                <a:latin typeface="Calibri" panose="020F0502020204030204" pitchFamily="34" charset="0"/>
                <a:cs typeface="Calibri" panose="020F0502020204030204" pitchFamily="34" charset="0"/>
              </a:rPr>
              <a:t> </a:t>
            </a:r>
            <a:r>
              <a:rPr sz="2000" b="1" spc="-15" dirty="0">
                <a:latin typeface="Calibri" panose="020F0502020204030204" pitchFamily="34" charset="0"/>
                <a:cs typeface="Calibri" panose="020F0502020204030204" pitchFamily="34" charset="0"/>
              </a:rPr>
              <a:t>steer</a:t>
            </a:r>
            <a:r>
              <a:rPr sz="2000" b="1" spc="15" dirty="0">
                <a:latin typeface="Calibri" panose="020F0502020204030204" pitchFamily="34" charset="0"/>
                <a:cs typeface="Calibri" panose="020F0502020204030204" pitchFamily="34" charset="0"/>
              </a:rPr>
              <a:t> </a:t>
            </a:r>
            <a:r>
              <a:rPr sz="2000" b="1" dirty="0">
                <a:latin typeface="Calibri" panose="020F0502020204030204" pitchFamily="34" charset="0"/>
                <a:cs typeface="Calibri" panose="020F0502020204030204" pitchFamily="34" charset="0"/>
              </a:rPr>
              <a:t>the</a:t>
            </a:r>
            <a:r>
              <a:rPr sz="2000" b="1" spc="5" dirty="0">
                <a:latin typeface="Calibri" panose="020F0502020204030204" pitchFamily="34" charset="0"/>
                <a:cs typeface="Calibri" panose="020F0502020204030204" pitchFamily="34" charset="0"/>
              </a:rPr>
              <a:t> </a:t>
            </a:r>
            <a:r>
              <a:rPr sz="2000" b="1" dirty="0">
                <a:latin typeface="Calibri" panose="020F0502020204030204" pitchFamily="34" charset="0"/>
                <a:cs typeface="Calibri" panose="020F0502020204030204" pitchFamily="34" charset="0"/>
              </a:rPr>
              <a:t>ions</a:t>
            </a:r>
            <a:r>
              <a:rPr sz="2000" b="1" spc="-10" dirty="0">
                <a:latin typeface="Calibri" panose="020F0502020204030204" pitchFamily="34" charset="0"/>
                <a:cs typeface="Calibri" panose="020F0502020204030204" pitchFamily="34" charset="0"/>
              </a:rPr>
              <a:t> </a:t>
            </a:r>
            <a:r>
              <a:rPr sz="2000" b="1" spc="-5" dirty="0">
                <a:latin typeface="Calibri" panose="020F0502020204030204" pitchFamily="34" charset="0"/>
                <a:cs typeface="Calibri" panose="020F0502020204030204" pitchFamily="34" charset="0"/>
              </a:rPr>
              <a:t>of </a:t>
            </a:r>
            <a:r>
              <a:rPr sz="2000" b="1" spc="-480" dirty="0">
                <a:latin typeface="Calibri" panose="020F0502020204030204" pitchFamily="34" charset="0"/>
                <a:cs typeface="Calibri" panose="020F0502020204030204" pitchFamily="34" charset="0"/>
              </a:rPr>
              <a:t> </a:t>
            </a:r>
            <a:endParaRPr lang="en-IN" sz="2000" b="1" spc="-480" dirty="0">
              <a:latin typeface="Calibri" panose="020F0502020204030204" pitchFamily="34" charset="0"/>
              <a:cs typeface="Calibri" panose="020F0502020204030204" pitchFamily="34" charset="0"/>
            </a:endParaRPr>
          </a:p>
          <a:p>
            <a:pPr marL="48895" marR="514984" algn="just">
              <a:lnSpc>
                <a:spcPct val="100000"/>
              </a:lnSpc>
              <a:buSzPct val="95454"/>
              <a:tabLst>
                <a:tab pos="269875" algn="l"/>
              </a:tabLst>
            </a:pPr>
            <a:r>
              <a:rPr sz="2000" b="1" spc="-15" dirty="0">
                <a:latin typeface="Calibri" panose="020F0502020204030204" pitchFamily="34" charset="0"/>
                <a:cs typeface="Calibri" panose="020F0502020204030204" pitchFamily="34" charset="0"/>
              </a:rPr>
              <a:t>interest</a:t>
            </a:r>
            <a:r>
              <a:rPr sz="2000" b="1" spc="20" dirty="0">
                <a:latin typeface="Calibri" panose="020F0502020204030204" pitchFamily="34" charset="0"/>
                <a:cs typeface="Calibri" panose="020F0502020204030204" pitchFamily="34" charset="0"/>
              </a:rPr>
              <a:t> </a:t>
            </a:r>
            <a:r>
              <a:rPr sz="2000" b="1" spc="-15" dirty="0">
                <a:latin typeface="Calibri" panose="020F0502020204030204" pitchFamily="34" charset="0"/>
                <a:cs typeface="Calibri" panose="020F0502020204030204" pitchFamily="34" charset="0"/>
              </a:rPr>
              <a:t>into</a:t>
            </a:r>
            <a:r>
              <a:rPr sz="2000" b="1" spc="-5" dirty="0">
                <a:latin typeface="Calibri" panose="020F0502020204030204" pitchFamily="34" charset="0"/>
                <a:cs typeface="Calibri" panose="020F0502020204030204" pitchFamily="34" charset="0"/>
              </a:rPr>
              <a:t> </a:t>
            </a:r>
            <a:r>
              <a:rPr sz="2000" b="1" dirty="0">
                <a:latin typeface="Calibri" panose="020F0502020204030204" pitchFamily="34" charset="0"/>
                <a:cs typeface="Calibri" panose="020F0502020204030204" pitchFamily="34" charset="0"/>
              </a:rPr>
              <a:t>the </a:t>
            </a:r>
            <a:r>
              <a:rPr sz="2000" b="1" spc="-5" dirty="0">
                <a:latin typeface="Calibri" panose="020F0502020204030204" pitchFamily="34" charset="0"/>
                <a:cs typeface="Calibri" panose="020F0502020204030204" pitchFamily="34" charset="0"/>
              </a:rPr>
              <a:t>MS.</a:t>
            </a:r>
            <a:endParaRPr sz="2000" dirty="0">
              <a:latin typeface="Calibri" panose="020F0502020204030204" pitchFamily="34" charset="0"/>
              <a:cs typeface="Calibri" panose="020F0502020204030204" pitchFamily="34" charset="0"/>
            </a:endParaRPr>
          </a:p>
        </p:txBody>
      </p:sp>
      <p:pic>
        <p:nvPicPr>
          <p:cNvPr id="6" name="object 4">
            <a:extLst>
              <a:ext uri="{FF2B5EF4-FFF2-40B4-BE49-F238E27FC236}">
                <a16:creationId xmlns:a16="http://schemas.microsoft.com/office/drawing/2014/main" id="{B1F8E909-F59B-497F-8597-AB6FEAC2FD91}"/>
              </a:ext>
            </a:extLst>
          </p:cNvPr>
          <p:cNvPicPr/>
          <p:nvPr/>
        </p:nvPicPr>
        <p:blipFill>
          <a:blip r:embed="rId2" cstate="print"/>
          <a:stretch>
            <a:fillRect/>
          </a:stretch>
        </p:blipFill>
        <p:spPr>
          <a:xfrm>
            <a:off x="5110100" y="1143000"/>
            <a:ext cx="4033900" cy="2438400"/>
          </a:xfrm>
          <a:prstGeom prst="rect">
            <a:avLst/>
          </a:prstGeom>
        </p:spPr>
      </p:pic>
    </p:spTree>
    <p:extLst>
      <p:ext uri="{BB962C8B-B14F-4D97-AF65-F5344CB8AC3E}">
        <p14:creationId xmlns:p14="http://schemas.microsoft.com/office/powerpoint/2010/main" val="1998012759"/>
      </p:ext>
    </p:extLst>
  </p:cSld>
  <p:clrMapOvr>
    <a:masterClrMapping/>
  </p:clrMapOvr>
  <p:transition>
    <p:wipe dir="d"/>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35608" y="274320"/>
            <a:ext cx="3136392" cy="563880"/>
          </a:xfrm>
        </p:spPr>
        <p:txBody>
          <a:bodyPr>
            <a:normAutofit/>
          </a:bodyPr>
          <a:lstStyle/>
          <a:p>
            <a:r>
              <a:rPr lang="en-US" sz="2800" b="1" u="sng" dirty="0">
                <a:latin typeface="Times New Roman" panose="02020603050405020304" pitchFamily="18" charset="0"/>
                <a:cs typeface="Times New Roman" panose="02020603050405020304" pitchFamily="18" charset="0"/>
              </a:rPr>
              <a:t>Ion Focusing</a:t>
            </a:r>
          </a:p>
        </p:txBody>
      </p:sp>
      <p:pic>
        <p:nvPicPr>
          <p:cNvPr id="4" name="Picture 3"/>
          <p:cNvPicPr/>
          <p:nvPr/>
        </p:nvPicPr>
        <p:blipFill rotWithShape="1">
          <a:blip r:embed="rId2"/>
          <a:srcRect l="43129" t="49537" r="22423" b="16667"/>
          <a:stretch/>
        </p:blipFill>
        <p:spPr bwMode="auto">
          <a:xfrm>
            <a:off x="2590800" y="1371600"/>
            <a:ext cx="4953000" cy="2655245"/>
          </a:xfrm>
          <a:prstGeom prst="rect">
            <a:avLst/>
          </a:prstGeom>
          <a:ln>
            <a:noFill/>
          </a:ln>
          <a:extLst>
            <a:ext uri="{53640926-AAD7-44D8-BBD7-CCE9431645EC}">
              <a14:shadowObscured xmlns:a14="http://schemas.microsoft.com/office/drawing/2010/main"/>
            </a:ext>
          </a:extLst>
        </p:spPr>
      </p:pic>
      <p:sp>
        <p:nvSpPr>
          <p:cNvPr id="5" name="Rectangle 4"/>
          <p:cNvSpPr/>
          <p:nvPr/>
        </p:nvSpPr>
        <p:spPr>
          <a:xfrm>
            <a:off x="914400" y="4495800"/>
            <a:ext cx="8534400" cy="1815882"/>
          </a:xfrm>
          <a:prstGeom prst="rect">
            <a:avLst/>
          </a:prstGeom>
        </p:spPr>
        <p:txBody>
          <a:bodyPr wrap="square">
            <a:spAutoFit/>
          </a:bodyPr>
          <a:lstStyle/>
          <a:p>
            <a:pPr marL="285750" indent="-285750">
              <a:buFont typeface="Wingdings" pitchFamily="2" charset="2"/>
              <a:buChar char="Ø"/>
            </a:pPr>
            <a:r>
              <a:rPr lang="en-US" sz="2800" dirty="0"/>
              <a:t>Delivers ions toward the Quadrupole</a:t>
            </a:r>
          </a:p>
          <a:p>
            <a:pPr marL="285750" indent="-285750">
              <a:buFont typeface="Wingdings" pitchFamily="2" charset="2"/>
              <a:buChar char="Ø"/>
            </a:pPr>
            <a:endParaRPr lang="en-US" sz="2800" dirty="0"/>
          </a:p>
          <a:p>
            <a:pPr marL="285750" indent="-285750">
              <a:buFont typeface="Wingdings" pitchFamily="2" charset="2"/>
              <a:buChar char="Ø"/>
            </a:pPr>
            <a:r>
              <a:rPr lang="en-US" sz="2800" dirty="0"/>
              <a:t>Stop or hinder the electrons, protons and neutrons to the detector analyzer</a:t>
            </a:r>
          </a:p>
        </p:txBody>
      </p:sp>
    </p:spTree>
    <p:extLst>
      <p:ext uri="{BB962C8B-B14F-4D97-AF65-F5344CB8AC3E}">
        <p14:creationId xmlns:p14="http://schemas.microsoft.com/office/powerpoint/2010/main" val="3702756499"/>
      </p:ext>
    </p:extLst>
  </p:cSld>
  <p:clrMapOvr>
    <a:masterClrMapping/>
  </p:clrMapOvr>
  <p:transition>
    <p:wipe dir="d"/>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2">
            <a:extLst>
              <a:ext uri="{FF2B5EF4-FFF2-40B4-BE49-F238E27FC236}">
                <a16:creationId xmlns:a16="http://schemas.microsoft.com/office/drawing/2014/main" id="{E8E190D8-01D9-4462-82C8-1E4E3EB01BFC}"/>
              </a:ext>
            </a:extLst>
          </p:cNvPr>
          <p:cNvSpPr txBox="1">
            <a:spLocks noGrp="1"/>
          </p:cNvSpPr>
          <p:nvPr>
            <p:ph type="title"/>
          </p:nvPr>
        </p:nvSpPr>
        <p:spPr>
          <a:xfrm>
            <a:off x="1737995" y="15593"/>
            <a:ext cx="6801358" cy="673902"/>
          </a:xfrm>
          <a:prstGeom prst="rect">
            <a:avLst/>
          </a:prstGeom>
        </p:spPr>
        <p:txBody>
          <a:bodyPr vert="horz" wrap="square" lIns="0" tIns="12065" rIns="0" bIns="0" rtlCol="0">
            <a:spAutoFit/>
          </a:bodyPr>
          <a:lstStyle/>
          <a:p>
            <a:pPr marL="12700">
              <a:lnSpc>
                <a:spcPct val="100000"/>
              </a:lnSpc>
              <a:spcBef>
                <a:spcPts val="95"/>
              </a:spcBef>
            </a:pPr>
            <a:r>
              <a:rPr spc="-5" dirty="0"/>
              <a:t>Mass</a:t>
            </a:r>
            <a:r>
              <a:rPr spc="-15" dirty="0"/>
              <a:t> </a:t>
            </a:r>
            <a:r>
              <a:rPr spc="-5" dirty="0"/>
              <a:t>Analyzer-</a:t>
            </a:r>
            <a:r>
              <a:rPr spc="-15" dirty="0"/>
              <a:t> </a:t>
            </a:r>
            <a:r>
              <a:rPr spc="-10" dirty="0"/>
              <a:t>Quadrupole</a:t>
            </a:r>
          </a:p>
        </p:txBody>
      </p:sp>
      <p:sp>
        <p:nvSpPr>
          <p:cNvPr id="5" name="object 3">
            <a:extLst>
              <a:ext uri="{FF2B5EF4-FFF2-40B4-BE49-F238E27FC236}">
                <a16:creationId xmlns:a16="http://schemas.microsoft.com/office/drawing/2014/main" id="{AAF1FEAC-A5E7-48BF-B24E-A5D36CD58B7B}"/>
              </a:ext>
            </a:extLst>
          </p:cNvPr>
          <p:cNvSpPr txBox="1"/>
          <p:nvPr/>
        </p:nvSpPr>
        <p:spPr>
          <a:xfrm>
            <a:off x="1242024" y="1076245"/>
            <a:ext cx="4413885" cy="945772"/>
          </a:xfrm>
          <a:prstGeom prst="rect">
            <a:avLst/>
          </a:prstGeom>
        </p:spPr>
        <p:txBody>
          <a:bodyPr vert="horz" wrap="square" lIns="0" tIns="12065" rIns="0" bIns="0" rtlCol="0">
            <a:spAutoFit/>
          </a:bodyPr>
          <a:lstStyle/>
          <a:p>
            <a:pPr marL="198120" marR="5080" indent="-186055" algn="just">
              <a:lnSpc>
                <a:spcPct val="100000"/>
              </a:lnSpc>
              <a:spcBef>
                <a:spcPts val="95"/>
              </a:spcBef>
              <a:buClr>
                <a:srgbClr val="800080"/>
              </a:buClr>
              <a:buFont typeface="Arial MT"/>
              <a:buChar char="•"/>
              <a:tabLst>
                <a:tab pos="198755" algn="l"/>
              </a:tabLst>
            </a:pPr>
            <a:r>
              <a:rPr b="1" spc="-5" dirty="0">
                <a:solidFill>
                  <a:srgbClr val="6F2F9F"/>
                </a:solidFill>
                <a:latin typeface="Calibri"/>
                <a:cs typeface="Calibri"/>
              </a:rPr>
              <a:t>Quadrupole is a sequential mass </a:t>
            </a:r>
            <a:r>
              <a:rPr b="1" spc="-30" dirty="0">
                <a:solidFill>
                  <a:srgbClr val="6F2F9F"/>
                </a:solidFill>
                <a:latin typeface="Calibri"/>
                <a:cs typeface="Calibri"/>
              </a:rPr>
              <a:t>filter, </a:t>
            </a:r>
            <a:r>
              <a:rPr b="1" spc="-25" dirty="0">
                <a:solidFill>
                  <a:srgbClr val="6F2F9F"/>
                </a:solidFill>
                <a:latin typeface="Calibri"/>
                <a:cs typeface="Calibri"/>
              </a:rPr>
              <a:t> </a:t>
            </a:r>
            <a:r>
              <a:rPr b="1" spc="-5" dirty="0">
                <a:solidFill>
                  <a:srgbClr val="6F2F9F"/>
                </a:solidFill>
                <a:latin typeface="Calibri"/>
                <a:cs typeface="Calibri"/>
              </a:rPr>
              <a:t>which</a:t>
            </a:r>
            <a:r>
              <a:rPr b="1" dirty="0">
                <a:solidFill>
                  <a:srgbClr val="6F2F9F"/>
                </a:solidFill>
                <a:latin typeface="Calibri"/>
                <a:cs typeface="Calibri"/>
              </a:rPr>
              <a:t> </a:t>
            </a:r>
            <a:r>
              <a:rPr b="1" spc="-15" dirty="0">
                <a:solidFill>
                  <a:srgbClr val="6F2F9F"/>
                </a:solidFill>
                <a:latin typeface="Calibri"/>
                <a:cs typeface="Calibri"/>
              </a:rPr>
              <a:t>separates</a:t>
            </a:r>
            <a:r>
              <a:rPr b="1" spc="-10" dirty="0">
                <a:solidFill>
                  <a:srgbClr val="6F2F9F"/>
                </a:solidFill>
                <a:latin typeface="Calibri"/>
                <a:cs typeface="Calibri"/>
              </a:rPr>
              <a:t> </a:t>
            </a:r>
            <a:r>
              <a:rPr b="1" spc="-5" dirty="0">
                <a:solidFill>
                  <a:srgbClr val="6F2F9F"/>
                </a:solidFill>
                <a:latin typeface="Calibri"/>
                <a:cs typeface="Calibri"/>
              </a:rPr>
              <a:t>ions</a:t>
            </a:r>
            <a:r>
              <a:rPr b="1" dirty="0">
                <a:solidFill>
                  <a:srgbClr val="6F2F9F"/>
                </a:solidFill>
                <a:latin typeface="Calibri"/>
                <a:cs typeface="Calibri"/>
              </a:rPr>
              <a:t> based</a:t>
            </a:r>
            <a:r>
              <a:rPr b="1" spc="5" dirty="0">
                <a:solidFill>
                  <a:srgbClr val="6F2F9F"/>
                </a:solidFill>
                <a:latin typeface="Calibri"/>
                <a:cs typeface="Calibri"/>
              </a:rPr>
              <a:t> </a:t>
            </a:r>
            <a:r>
              <a:rPr b="1" spc="-5" dirty="0">
                <a:solidFill>
                  <a:srgbClr val="6F2F9F"/>
                </a:solidFill>
                <a:latin typeface="Calibri"/>
                <a:cs typeface="Calibri"/>
              </a:rPr>
              <a:t>on</a:t>
            </a:r>
            <a:r>
              <a:rPr b="1" dirty="0">
                <a:solidFill>
                  <a:srgbClr val="6F2F9F"/>
                </a:solidFill>
                <a:latin typeface="Calibri"/>
                <a:cs typeface="Calibri"/>
              </a:rPr>
              <a:t> </a:t>
            </a:r>
            <a:r>
              <a:rPr b="1" spc="-5" dirty="0">
                <a:solidFill>
                  <a:srgbClr val="6F2F9F"/>
                </a:solidFill>
                <a:latin typeface="Calibri"/>
                <a:cs typeface="Calibri"/>
              </a:rPr>
              <a:t>their </a:t>
            </a:r>
            <a:r>
              <a:rPr b="1" dirty="0">
                <a:solidFill>
                  <a:srgbClr val="6F2F9F"/>
                </a:solidFill>
                <a:latin typeface="Calibri"/>
                <a:cs typeface="Calibri"/>
              </a:rPr>
              <a:t> </a:t>
            </a:r>
            <a:r>
              <a:rPr b="1" spc="-5" dirty="0">
                <a:solidFill>
                  <a:srgbClr val="6F2F9F"/>
                </a:solidFill>
                <a:latin typeface="Calibri"/>
                <a:cs typeface="Calibri"/>
              </a:rPr>
              <a:t>m/z.</a:t>
            </a:r>
            <a:endParaRPr dirty="0">
              <a:latin typeface="Calibri"/>
              <a:cs typeface="Calibri"/>
            </a:endParaRPr>
          </a:p>
          <a:p>
            <a:pPr marL="198120" marR="5080" indent="-186055" algn="just">
              <a:lnSpc>
                <a:spcPct val="100000"/>
              </a:lnSpc>
              <a:spcBef>
                <a:spcPts val="840"/>
              </a:spcBef>
              <a:buClr>
                <a:srgbClr val="800080"/>
              </a:buClr>
              <a:buFont typeface="Arial MT"/>
              <a:buChar char="•"/>
              <a:tabLst>
                <a:tab pos="255904" algn="l"/>
              </a:tabLst>
            </a:pPr>
            <a:r>
              <a:rPr dirty="0"/>
              <a:t>	</a:t>
            </a:r>
            <a:endParaRPr dirty="0">
              <a:latin typeface="Calibri"/>
              <a:cs typeface="Calibri"/>
            </a:endParaRPr>
          </a:p>
        </p:txBody>
      </p:sp>
      <p:sp>
        <p:nvSpPr>
          <p:cNvPr id="6" name="object 4">
            <a:extLst>
              <a:ext uri="{FF2B5EF4-FFF2-40B4-BE49-F238E27FC236}">
                <a16:creationId xmlns:a16="http://schemas.microsoft.com/office/drawing/2014/main" id="{C774A362-5DE5-47FF-8C90-498AA30CE445}"/>
              </a:ext>
            </a:extLst>
          </p:cNvPr>
          <p:cNvSpPr txBox="1">
            <a:spLocks/>
          </p:cNvSpPr>
          <p:nvPr/>
        </p:nvSpPr>
        <p:spPr>
          <a:xfrm>
            <a:off x="1242024" y="1672242"/>
            <a:ext cx="4413885" cy="2156360"/>
          </a:xfrm>
          <a:prstGeom prst="rect">
            <a:avLst/>
          </a:prstGeom>
        </p:spPr>
        <p:txBody>
          <a:bodyPr vert="horz" wrap="square" lIns="0" tIns="12065" rIns="0" bIns="0" rtlCol="0">
            <a:spAutoFit/>
          </a:bodyPr>
          <a:lstStyle>
            <a:lvl1pPr marL="365760" indent="-283464" algn="l" rtl="0" eaLnBrk="1" latinLnBrk="0" hangingPunct="1">
              <a:lnSpc>
                <a:spcPct val="100000"/>
              </a:lnSpc>
              <a:spcBef>
                <a:spcPts val="600"/>
              </a:spcBef>
              <a:buClr>
                <a:schemeClr val="accent1"/>
              </a:buClr>
              <a:buSzPct val="80000"/>
              <a:buFont typeface="Wingdings 2"/>
              <a:buChar char=""/>
              <a:defRPr kumimoji="0" sz="3200" kern="1200">
                <a:solidFill>
                  <a:schemeClr val="tx1"/>
                </a:solidFill>
                <a:latin typeface="+mn-lt"/>
                <a:ea typeface="+mn-ea"/>
                <a:cs typeface="+mn-cs"/>
              </a:defRPr>
            </a:lvl1pPr>
            <a:lvl2pPr marL="640080" indent="-237744" algn="l" rtl="0" eaLnBrk="1" latinLnBrk="0" hangingPunct="1">
              <a:lnSpc>
                <a:spcPct val="100000"/>
              </a:lnSpc>
              <a:spcBef>
                <a:spcPts val="550"/>
              </a:spcBef>
              <a:buClr>
                <a:schemeClr val="accent1"/>
              </a:buClr>
              <a:buFont typeface="Verdana"/>
              <a:buChar char="◦"/>
              <a:defRPr kumimoji="0" sz="2800" kern="1200">
                <a:solidFill>
                  <a:schemeClr val="tx1"/>
                </a:solidFill>
                <a:latin typeface="+mn-lt"/>
                <a:ea typeface="+mn-ea"/>
                <a:cs typeface="+mn-cs"/>
              </a:defRPr>
            </a:lvl2pPr>
            <a:lvl3pPr marL="886968" indent="-228600" algn="l" rtl="0" eaLnBrk="1" latinLnBrk="0" hangingPunct="1">
              <a:lnSpc>
                <a:spcPct val="100000"/>
              </a:lnSpc>
              <a:spcBef>
                <a:spcPct val="20000"/>
              </a:spcBef>
              <a:buClr>
                <a:schemeClr val="accent2"/>
              </a:buClr>
              <a:buFont typeface="Wingdings 2"/>
              <a:buChar char=""/>
              <a:defRPr kumimoji="0" sz="2400" kern="1200">
                <a:solidFill>
                  <a:schemeClr val="tx1"/>
                </a:solidFill>
                <a:latin typeface="+mn-lt"/>
                <a:ea typeface="+mn-ea"/>
                <a:cs typeface="+mn-cs"/>
              </a:defRPr>
            </a:lvl3pPr>
            <a:lvl4pPr marL="1097280" indent="-173736" algn="l" rtl="0" eaLnBrk="1" latinLnBrk="0" hangingPunct="1">
              <a:lnSpc>
                <a:spcPct val="100000"/>
              </a:lnSpc>
              <a:spcBef>
                <a:spcPct val="20000"/>
              </a:spcBef>
              <a:buClr>
                <a:schemeClr val="accent3"/>
              </a:buClr>
              <a:buFont typeface="Wingdings 2"/>
              <a:buChar char=""/>
              <a:defRPr kumimoji="0" sz="2000" kern="1200">
                <a:solidFill>
                  <a:schemeClr val="tx1"/>
                </a:solidFill>
                <a:latin typeface="+mn-lt"/>
                <a:ea typeface="+mn-ea"/>
                <a:cs typeface="+mn-cs"/>
              </a:defRPr>
            </a:lvl4pPr>
            <a:lvl5pPr marL="1298448" indent="-182880" algn="l" rtl="0" eaLnBrk="1" latinLnBrk="0" hangingPunct="1">
              <a:lnSpc>
                <a:spcPct val="100000"/>
              </a:lnSpc>
              <a:spcBef>
                <a:spcPct val="20000"/>
              </a:spcBef>
              <a:buClr>
                <a:schemeClr val="accent4"/>
              </a:buClr>
              <a:buFont typeface="Wingdings 2"/>
              <a:buChar char=""/>
              <a:defRPr kumimoji="0" sz="2000" kern="1200">
                <a:solidFill>
                  <a:schemeClr val="tx1"/>
                </a:solidFill>
                <a:latin typeface="+mn-lt"/>
                <a:ea typeface="+mn-ea"/>
                <a:cs typeface="+mn-cs"/>
              </a:defRPr>
            </a:lvl5pPr>
            <a:lvl6pPr marL="1508760" indent="-182880" algn="l" rtl="0" eaLnBrk="1" latinLnBrk="0" hangingPunct="1">
              <a:lnSpc>
                <a:spcPct val="100000"/>
              </a:lnSpc>
              <a:spcBef>
                <a:spcPct val="20000"/>
              </a:spcBef>
              <a:buClr>
                <a:schemeClr val="accent5"/>
              </a:buClr>
              <a:buFont typeface="Wingdings 2"/>
              <a:buChar char=""/>
              <a:defRPr kumimoji="0" sz="2000" kern="1200">
                <a:solidFill>
                  <a:schemeClr val="tx1"/>
                </a:solidFill>
                <a:latin typeface="+mn-lt"/>
                <a:ea typeface="+mn-ea"/>
                <a:cs typeface="+mn-cs"/>
              </a:defRPr>
            </a:lvl6pPr>
            <a:lvl7pPr marL="1719072" indent="-182880" algn="l" rtl="0" eaLnBrk="1" latinLnBrk="0" hangingPunct="1">
              <a:lnSpc>
                <a:spcPct val="100000"/>
              </a:lnSpc>
              <a:spcBef>
                <a:spcPct val="20000"/>
              </a:spcBef>
              <a:buClr>
                <a:schemeClr val="accent6"/>
              </a:buClr>
              <a:buFont typeface="Wingdings 2"/>
              <a:buChar char=""/>
              <a:defRPr kumimoji="0" sz="2000" kern="1200">
                <a:solidFill>
                  <a:schemeClr val="tx1"/>
                </a:solidFill>
                <a:latin typeface="+mn-lt"/>
                <a:ea typeface="+mn-ea"/>
                <a:cs typeface="+mn-cs"/>
              </a:defRPr>
            </a:lvl7pPr>
            <a:lvl8pPr marL="1920240" indent="-182880" algn="l" rtl="0" eaLnBrk="1" latinLnBrk="0" hangingPunct="1">
              <a:lnSpc>
                <a:spcPct val="100000"/>
              </a:lnSpc>
              <a:spcBef>
                <a:spcPct val="20000"/>
              </a:spcBef>
              <a:buClr>
                <a:schemeClr val="accent6"/>
              </a:buClr>
              <a:buFont typeface="Wingdings 2"/>
              <a:buChar char=""/>
              <a:defRPr kumimoji="0" sz="2000" kern="1200">
                <a:solidFill>
                  <a:schemeClr val="tx1"/>
                </a:solidFill>
                <a:latin typeface="+mn-lt"/>
                <a:ea typeface="+mn-ea"/>
                <a:cs typeface="+mn-cs"/>
              </a:defRPr>
            </a:lvl8pPr>
            <a:lvl9pPr marL="2130552" indent="-182880" algn="l" rtl="0" eaLnBrk="1" latinLnBrk="0" hangingPunct="1">
              <a:lnSpc>
                <a:spcPct val="100000"/>
              </a:lnSpc>
              <a:spcBef>
                <a:spcPct val="20000"/>
              </a:spcBef>
              <a:buClr>
                <a:schemeClr val="accent6"/>
              </a:buClr>
              <a:buFont typeface="Wingdings 2"/>
              <a:buChar char=""/>
              <a:defRPr kumimoji="0" sz="2000" kern="1200">
                <a:solidFill>
                  <a:schemeClr val="tx1"/>
                </a:solidFill>
                <a:latin typeface="+mn-lt"/>
                <a:ea typeface="+mn-ea"/>
                <a:cs typeface="+mn-cs"/>
              </a:defRPr>
            </a:lvl9pPr>
            <a:extLst/>
          </a:lstStyle>
          <a:p>
            <a:pPr marL="0" marR="5715" indent="0" algn="just">
              <a:spcBef>
                <a:spcPts val="95"/>
              </a:spcBef>
              <a:buNone/>
            </a:pPr>
            <a:endParaRPr lang="en-US" sz="1800" spc="-5" dirty="0"/>
          </a:p>
          <a:p>
            <a:pPr marL="198120" marR="5715" indent="-186055" algn="just">
              <a:spcBef>
                <a:spcPts val="840"/>
              </a:spcBef>
              <a:buClr>
                <a:srgbClr val="800080"/>
              </a:buClr>
              <a:buFont typeface="Arial MT"/>
              <a:buChar char="•"/>
              <a:tabLst>
                <a:tab pos="198755" algn="l"/>
              </a:tabLst>
            </a:pPr>
            <a:r>
              <a:rPr lang="en-US" sz="1800" spc="-30" dirty="0"/>
              <a:t>Two </a:t>
            </a:r>
            <a:r>
              <a:rPr lang="en-US" sz="1800" spc="-10" dirty="0"/>
              <a:t>pairs </a:t>
            </a:r>
            <a:r>
              <a:rPr lang="en-US" sz="1800" dirty="0"/>
              <a:t>of </a:t>
            </a:r>
            <a:r>
              <a:rPr lang="en-US" sz="1800" spc="-10" dirty="0"/>
              <a:t>parallel cylindrical rods </a:t>
            </a:r>
            <a:r>
              <a:rPr lang="en-US" sz="1800" spc="-30" dirty="0"/>
              <a:t>to </a:t>
            </a:r>
            <a:r>
              <a:rPr lang="en-US" sz="1800" spc="-25" dirty="0"/>
              <a:t> </a:t>
            </a:r>
            <a:r>
              <a:rPr lang="en-US" sz="1800" spc="-5" dirty="0"/>
              <a:t>which a varying </a:t>
            </a:r>
            <a:r>
              <a:rPr lang="en-US" sz="1800" spc="-15" dirty="0"/>
              <a:t>AC</a:t>
            </a:r>
            <a:r>
              <a:rPr lang="en-US" sz="1800" spc="-10" dirty="0"/>
              <a:t> </a:t>
            </a:r>
            <a:r>
              <a:rPr lang="en-US" sz="1800" spc="-15" dirty="0"/>
              <a:t>voltage</a:t>
            </a:r>
            <a:r>
              <a:rPr lang="en-US" sz="1800" spc="-10" dirty="0"/>
              <a:t> </a:t>
            </a:r>
            <a:r>
              <a:rPr lang="en-US" sz="1800" spc="-5" dirty="0"/>
              <a:t>plus a DC </a:t>
            </a:r>
            <a:r>
              <a:rPr lang="en-US" sz="1800" dirty="0"/>
              <a:t> </a:t>
            </a:r>
            <a:r>
              <a:rPr lang="en-US" sz="1800" spc="-15" dirty="0"/>
              <a:t>voltage</a:t>
            </a:r>
            <a:r>
              <a:rPr lang="en-US" sz="1800" spc="-5" dirty="0"/>
              <a:t> is applied.</a:t>
            </a:r>
          </a:p>
          <a:p>
            <a:pPr marL="198120" marR="5080" indent="-186055" algn="just">
              <a:spcBef>
                <a:spcPts val="840"/>
              </a:spcBef>
              <a:buClr>
                <a:srgbClr val="800080"/>
              </a:buClr>
              <a:buFont typeface="Arial MT"/>
              <a:buChar char="•"/>
              <a:tabLst>
                <a:tab pos="198755" algn="l"/>
              </a:tabLst>
            </a:pPr>
            <a:r>
              <a:rPr lang="en-US" sz="1800" spc="-15" dirty="0"/>
              <a:t>Any </a:t>
            </a:r>
            <a:r>
              <a:rPr lang="en-US" sz="1800" spc="-5" dirty="0"/>
              <a:t>ion </a:t>
            </a:r>
            <a:r>
              <a:rPr lang="en-US" sz="1800" spc="-10" dirty="0"/>
              <a:t>above </a:t>
            </a:r>
            <a:r>
              <a:rPr lang="en-US" sz="1800" spc="-5" dirty="0"/>
              <a:t>or below the set mass </a:t>
            </a:r>
            <a:r>
              <a:rPr lang="en-US" sz="1800" dirty="0"/>
              <a:t>of </a:t>
            </a:r>
            <a:r>
              <a:rPr lang="en-US" sz="1800" spc="5" dirty="0"/>
              <a:t> </a:t>
            </a:r>
            <a:r>
              <a:rPr lang="en-US" sz="1800" spc="-5" dirty="0"/>
              <a:t>the</a:t>
            </a:r>
            <a:r>
              <a:rPr lang="en-US" sz="1800" dirty="0"/>
              <a:t> </a:t>
            </a:r>
            <a:r>
              <a:rPr lang="en-US" sz="1800" spc="-5" dirty="0"/>
              <a:t>quadrupole</a:t>
            </a:r>
            <a:r>
              <a:rPr lang="en-US" sz="1800" dirty="0"/>
              <a:t> </a:t>
            </a:r>
            <a:r>
              <a:rPr lang="en-US" sz="1800" spc="-15" dirty="0"/>
              <a:t>enters</a:t>
            </a:r>
            <a:r>
              <a:rPr lang="en-US" sz="1800" spc="-10" dirty="0"/>
              <a:t> </a:t>
            </a:r>
            <a:r>
              <a:rPr lang="en-US" sz="1800" spc="-5" dirty="0"/>
              <a:t>an</a:t>
            </a:r>
            <a:r>
              <a:rPr lang="en-US" sz="1800" dirty="0"/>
              <a:t> </a:t>
            </a:r>
            <a:r>
              <a:rPr lang="en-US" sz="1800" spc="-10" dirty="0"/>
              <a:t>unstable </a:t>
            </a:r>
            <a:r>
              <a:rPr lang="en-US" sz="1800" spc="-5" dirty="0"/>
              <a:t> </a:t>
            </a:r>
            <a:r>
              <a:rPr lang="en-US" sz="1800" spc="-10" dirty="0"/>
              <a:t>trajectory</a:t>
            </a:r>
            <a:r>
              <a:rPr lang="en-US" sz="1800" spc="-5" dirty="0"/>
              <a:t> and</a:t>
            </a:r>
            <a:r>
              <a:rPr lang="en-US" sz="1800" dirty="0"/>
              <a:t> </a:t>
            </a:r>
            <a:r>
              <a:rPr lang="en-US" sz="1800" spc="-10" dirty="0"/>
              <a:t>gets</a:t>
            </a:r>
            <a:r>
              <a:rPr lang="en-US" sz="1800" spc="-5" dirty="0"/>
              <a:t> </a:t>
            </a:r>
            <a:r>
              <a:rPr lang="en-US" sz="1800" spc="-10" dirty="0"/>
              <a:t>lost</a:t>
            </a:r>
            <a:r>
              <a:rPr lang="en-US" sz="1800" spc="-5" dirty="0"/>
              <a:t> </a:t>
            </a:r>
            <a:r>
              <a:rPr lang="en-US" sz="1800" spc="-10" dirty="0"/>
              <a:t>from</a:t>
            </a:r>
            <a:r>
              <a:rPr lang="en-US" sz="1800" spc="-5" dirty="0"/>
              <a:t> the</a:t>
            </a:r>
            <a:r>
              <a:rPr lang="en-US" sz="1800" dirty="0"/>
              <a:t> </a:t>
            </a:r>
            <a:r>
              <a:rPr lang="en-US" sz="1800" spc="-5" dirty="0"/>
              <a:t>ion </a:t>
            </a:r>
            <a:r>
              <a:rPr lang="en-US" sz="1800" dirty="0"/>
              <a:t> </a:t>
            </a:r>
            <a:r>
              <a:rPr lang="en-US" sz="1800" spc="-5" dirty="0"/>
              <a:t>beam.</a:t>
            </a:r>
          </a:p>
        </p:txBody>
      </p:sp>
      <p:sp>
        <p:nvSpPr>
          <p:cNvPr id="7" name="object 5">
            <a:extLst>
              <a:ext uri="{FF2B5EF4-FFF2-40B4-BE49-F238E27FC236}">
                <a16:creationId xmlns:a16="http://schemas.microsoft.com/office/drawing/2014/main" id="{5428B355-C20F-470D-BB49-E7A21AC8D092}"/>
              </a:ext>
            </a:extLst>
          </p:cNvPr>
          <p:cNvSpPr txBox="1"/>
          <p:nvPr/>
        </p:nvSpPr>
        <p:spPr>
          <a:xfrm>
            <a:off x="1143000" y="4854601"/>
            <a:ext cx="5981700" cy="1410001"/>
          </a:xfrm>
          <a:prstGeom prst="rect">
            <a:avLst/>
          </a:prstGeom>
        </p:spPr>
        <p:txBody>
          <a:bodyPr vert="horz" wrap="square" lIns="0" tIns="12065" rIns="0" bIns="0" rtlCol="0">
            <a:spAutoFit/>
          </a:bodyPr>
          <a:lstStyle/>
          <a:p>
            <a:pPr marL="198120" marR="5080" indent="-186055">
              <a:spcBef>
                <a:spcPts val="95"/>
              </a:spcBef>
              <a:buClr>
                <a:srgbClr val="800080"/>
              </a:buClr>
              <a:buFont typeface="Arial MT"/>
              <a:buChar char="•"/>
              <a:tabLst>
                <a:tab pos="198755" algn="l"/>
                <a:tab pos="1218565" algn="l"/>
                <a:tab pos="1315085" algn="l"/>
                <a:tab pos="1798320" algn="l"/>
                <a:tab pos="2273935" algn="l"/>
                <a:tab pos="2312035" algn="l"/>
                <a:tab pos="2835275" algn="l"/>
                <a:tab pos="2938145" algn="l"/>
              </a:tabLst>
            </a:pPr>
            <a:endParaRPr lang="en-IN" b="1" spc="-5" dirty="0">
              <a:solidFill>
                <a:srgbClr val="6F2F9F"/>
              </a:solidFill>
              <a:latin typeface="Calibri"/>
              <a:cs typeface="Calibri"/>
            </a:endParaRPr>
          </a:p>
          <a:p>
            <a:pPr marL="198120" marR="5080" indent="-186055">
              <a:spcBef>
                <a:spcPts val="95"/>
              </a:spcBef>
              <a:buClr>
                <a:srgbClr val="800080"/>
              </a:buClr>
              <a:buFont typeface="Arial MT"/>
              <a:buChar char="•"/>
              <a:tabLst>
                <a:tab pos="198755" algn="l"/>
                <a:tab pos="1218565" algn="l"/>
                <a:tab pos="1315085" algn="l"/>
                <a:tab pos="1798320" algn="l"/>
                <a:tab pos="2273935" algn="l"/>
                <a:tab pos="2312035" algn="l"/>
                <a:tab pos="2835275" algn="l"/>
                <a:tab pos="2938145" algn="l"/>
              </a:tabLst>
            </a:pPr>
            <a:r>
              <a:rPr lang="en-US" b="1" spc="-5" dirty="0">
                <a:solidFill>
                  <a:srgbClr val="6F2F9F"/>
                </a:solidFill>
                <a:latin typeface="Calibri"/>
                <a:cs typeface="Calibri"/>
              </a:rPr>
              <a:t>Measurement</a:t>
            </a:r>
            <a:r>
              <a:rPr lang="en-US" b="1" dirty="0">
                <a:solidFill>
                  <a:srgbClr val="6F2F9F"/>
                </a:solidFill>
                <a:latin typeface="Calibri"/>
                <a:cs typeface="Calibri"/>
              </a:rPr>
              <a:t> of</a:t>
            </a:r>
            <a:r>
              <a:rPr lang="en-US" b="1" spc="5" dirty="0">
                <a:solidFill>
                  <a:srgbClr val="6F2F9F"/>
                </a:solidFill>
                <a:latin typeface="Calibri"/>
                <a:cs typeface="Calibri"/>
              </a:rPr>
              <a:t> </a:t>
            </a:r>
            <a:r>
              <a:rPr lang="en-US" b="1" spc="-5" dirty="0">
                <a:solidFill>
                  <a:srgbClr val="6F2F9F"/>
                </a:solidFill>
                <a:latin typeface="Calibri"/>
                <a:cs typeface="Calibri"/>
              </a:rPr>
              <a:t>the</a:t>
            </a:r>
            <a:r>
              <a:rPr lang="en-US" b="1" dirty="0">
                <a:solidFill>
                  <a:srgbClr val="6F2F9F"/>
                </a:solidFill>
                <a:latin typeface="Calibri"/>
                <a:cs typeface="Calibri"/>
              </a:rPr>
              <a:t> m/z</a:t>
            </a:r>
            <a:r>
              <a:rPr lang="en-US" b="1" spc="5" dirty="0">
                <a:solidFill>
                  <a:srgbClr val="6F2F9F"/>
                </a:solidFill>
                <a:latin typeface="Calibri"/>
                <a:cs typeface="Calibri"/>
              </a:rPr>
              <a:t> </a:t>
            </a:r>
            <a:r>
              <a:rPr lang="en-US" b="1" dirty="0">
                <a:solidFill>
                  <a:srgbClr val="6F2F9F"/>
                </a:solidFill>
                <a:latin typeface="Calibri"/>
                <a:cs typeface="Calibri"/>
              </a:rPr>
              <a:t>of</a:t>
            </a:r>
            <a:r>
              <a:rPr lang="en-US" b="1" spc="5" dirty="0">
                <a:solidFill>
                  <a:srgbClr val="6F2F9F"/>
                </a:solidFill>
                <a:latin typeface="Calibri"/>
                <a:cs typeface="Calibri"/>
              </a:rPr>
              <a:t> </a:t>
            </a:r>
            <a:r>
              <a:rPr lang="en-US" b="1" spc="-5" dirty="0">
                <a:solidFill>
                  <a:srgbClr val="6F2F9F"/>
                </a:solidFill>
                <a:latin typeface="Calibri"/>
                <a:cs typeface="Calibri"/>
              </a:rPr>
              <a:t>the</a:t>
            </a:r>
            <a:r>
              <a:rPr lang="en-US" b="1" dirty="0">
                <a:solidFill>
                  <a:srgbClr val="6F2F9F"/>
                </a:solidFill>
                <a:latin typeface="Calibri"/>
                <a:cs typeface="Calibri"/>
              </a:rPr>
              <a:t> </a:t>
            </a:r>
            <a:r>
              <a:rPr lang="en-US" b="1" spc="-5" dirty="0">
                <a:solidFill>
                  <a:srgbClr val="6F2F9F"/>
                </a:solidFill>
                <a:latin typeface="Calibri"/>
                <a:cs typeface="Calibri"/>
              </a:rPr>
              <a:t>ion </a:t>
            </a:r>
            <a:r>
              <a:rPr lang="en-US" b="1" dirty="0">
                <a:solidFill>
                  <a:srgbClr val="6F2F9F"/>
                </a:solidFill>
                <a:latin typeface="Calibri"/>
                <a:cs typeface="Calibri"/>
              </a:rPr>
              <a:t> </a:t>
            </a:r>
            <a:r>
              <a:rPr lang="en-US" b="1" spc="-10" dirty="0">
                <a:solidFill>
                  <a:srgbClr val="6F2F9F"/>
                </a:solidFill>
                <a:latin typeface="Calibri"/>
                <a:cs typeface="Calibri"/>
              </a:rPr>
              <a:t>allows qualitative identification </a:t>
            </a:r>
            <a:r>
              <a:rPr lang="en-US" b="1" spc="-5" dirty="0">
                <a:solidFill>
                  <a:srgbClr val="6F2F9F"/>
                </a:solidFill>
                <a:latin typeface="Calibri"/>
                <a:cs typeface="Calibri"/>
              </a:rPr>
              <a:t>of the </a:t>
            </a:r>
            <a:r>
              <a:rPr lang="en-US" b="1" dirty="0">
                <a:solidFill>
                  <a:srgbClr val="6F2F9F"/>
                </a:solidFill>
                <a:latin typeface="Calibri"/>
                <a:cs typeface="Calibri"/>
              </a:rPr>
              <a:t> </a:t>
            </a:r>
            <a:r>
              <a:rPr lang="en-US" b="1" spc="-5" dirty="0">
                <a:solidFill>
                  <a:srgbClr val="6F2F9F"/>
                </a:solidFill>
                <a:latin typeface="Calibri"/>
                <a:cs typeface="Calibri"/>
              </a:rPr>
              <a:t>isotope </a:t>
            </a:r>
            <a:r>
              <a:rPr lang="en-US" b="1" dirty="0">
                <a:solidFill>
                  <a:srgbClr val="6F2F9F"/>
                </a:solidFill>
                <a:latin typeface="Calibri"/>
                <a:cs typeface="Calibri"/>
              </a:rPr>
              <a:t>or </a:t>
            </a:r>
            <a:r>
              <a:rPr lang="en-US" b="1" spc="-5" dirty="0">
                <a:solidFill>
                  <a:srgbClr val="6F2F9F"/>
                </a:solidFill>
                <a:latin typeface="Calibri"/>
                <a:cs typeface="Calibri"/>
              </a:rPr>
              <a:t>molecule. Magnitude of </a:t>
            </a:r>
            <a:r>
              <a:rPr lang="en-US" b="1" dirty="0">
                <a:solidFill>
                  <a:srgbClr val="6F2F9F"/>
                </a:solidFill>
                <a:latin typeface="Calibri"/>
                <a:cs typeface="Calibri"/>
              </a:rPr>
              <a:t>the </a:t>
            </a:r>
            <a:r>
              <a:rPr lang="en-US" b="1" spc="5" dirty="0">
                <a:solidFill>
                  <a:srgbClr val="6F2F9F"/>
                </a:solidFill>
                <a:latin typeface="Calibri"/>
                <a:cs typeface="Calibri"/>
              </a:rPr>
              <a:t> </a:t>
            </a:r>
            <a:r>
              <a:rPr lang="en-US" b="1" spc="-5" dirty="0">
                <a:solidFill>
                  <a:srgbClr val="6F2F9F"/>
                </a:solidFill>
                <a:latin typeface="Calibri"/>
                <a:cs typeface="Calibri"/>
              </a:rPr>
              <a:t>ion</a:t>
            </a:r>
            <a:r>
              <a:rPr lang="en-US" b="1" spc="409" dirty="0">
                <a:solidFill>
                  <a:srgbClr val="6F2F9F"/>
                </a:solidFill>
                <a:latin typeface="Calibri"/>
                <a:cs typeface="Calibri"/>
              </a:rPr>
              <a:t> </a:t>
            </a:r>
            <a:r>
              <a:rPr lang="en-US" b="1" spc="-10" dirty="0">
                <a:solidFill>
                  <a:srgbClr val="6F2F9F"/>
                </a:solidFill>
                <a:latin typeface="Calibri"/>
                <a:cs typeface="Calibri"/>
              </a:rPr>
              <a:t>current</a:t>
            </a:r>
            <a:r>
              <a:rPr lang="en-US" b="1" spc="425" dirty="0">
                <a:solidFill>
                  <a:srgbClr val="6F2F9F"/>
                </a:solidFill>
                <a:latin typeface="Calibri"/>
                <a:cs typeface="Calibri"/>
              </a:rPr>
              <a:t> </a:t>
            </a:r>
            <a:r>
              <a:rPr lang="en-US" b="1" spc="-5" dirty="0">
                <a:solidFill>
                  <a:srgbClr val="6F2F9F"/>
                </a:solidFill>
                <a:latin typeface="Calibri"/>
                <a:cs typeface="Calibri"/>
              </a:rPr>
              <a:t>is</a:t>
            </a:r>
            <a:r>
              <a:rPr lang="en-US" b="1" spc="405" dirty="0">
                <a:solidFill>
                  <a:srgbClr val="6F2F9F"/>
                </a:solidFill>
                <a:latin typeface="Calibri"/>
                <a:cs typeface="Calibri"/>
              </a:rPr>
              <a:t> </a:t>
            </a:r>
            <a:r>
              <a:rPr lang="en-US" b="1" spc="-5" dirty="0">
                <a:solidFill>
                  <a:srgbClr val="6F2F9F"/>
                </a:solidFill>
                <a:latin typeface="Calibri"/>
                <a:cs typeface="Calibri"/>
              </a:rPr>
              <a:t>used</a:t>
            </a:r>
            <a:r>
              <a:rPr lang="en-US" b="1" spc="420" dirty="0">
                <a:solidFill>
                  <a:srgbClr val="6F2F9F"/>
                </a:solidFill>
                <a:latin typeface="Calibri"/>
                <a:cs typeface="Calibri"/>
              </a:rPr>
              <a:t> </a:t>
            </a:r>
            <a:r>
              <a:rPr lang="en-US" b="1" spc="-15" dirty="0">
                <a:solidFill>
                  <a:srgbClr val="6F2F9F"/>
                </a:solidFill>
                <a:latin typeface="Calibri"/>
                <a:cs typeface="Calibri"/>
              </a:rPr>
              <a:t>to</a:t>
            </a:r>
            <a:r>
              <a:rPr lang="en-US" b="1" dirty="0">
                <a:solidFill>
                  <a:srgbClr val="6F2F9F"/>
                </a:solidFill>
                <a:latin typeface="Calibri"/>
                <a:cs typeface="Calibri"/>
              </a:rPr>
              <a:t> </a:t>
            </a:r>
            <a:r>
              <a:rPr lang="en-US" b="1" spc="-10" dirty="0">
                <a:solidFill>
                  <a:srgbClr val="6F2F9F"/>
                </a:solidFill>
                <a:latin typeface="Calibri"/>
                <a:cs typeface="Calibri"/>
              </a:rPr>
              <a:t>provide </a:t>
            </a:r>
            <a:r>
              <a:rPr lang="en-US" sz="1800" spc="-10" dirty="0"/>
              <a:t>quantitation</a:t>
            </a:r>
            <a:r>
              <a:rPr lang="en-US" sz="1800" spc="-5" dirty="0"/>
              <a:t> of</a:t>
            </a:r>
            <a:r>
              <a:rPr lang="en-US" sz="1800" dirty="0"/>
              <a:t> </a:t>
            </a:r>
            <a:r>
              <a:rPr lang="en-US" sz="1800" spc="-5" dirty="0"/>
              <a:t>the</a:t>
            </a:r>
            <a:r>
              <a:rPr lang="en-US" sz="1800" dirty="0"/>
              <a:t> </a:t>
            </a:r>
            <a:r>
              <a:rPr lang="en-US" sz="1800" spc="-5" dirty="0"/>
              <a:t>amount</a:t>
            </a:r>
            <a:r>
              <a:rPr lang="en-US" sz="1800" dirty="0"/>
              <a:t> of</a:t>
            </a:r>
            <a:r>
              <a:rPr lang="en-US" sz="1800" spc="5" dirty="0"/>
              <a:t> </a:t>
            </a:r>
            <a:r>
              <a:rPr lang="en-US" sz="1800" spc="-5" dirty="0"/>
              <a:t>the </a:t>
            </a:r>
            <a:r>
              <a:rPr lang="en-US" sz="1800" dirty="0"/>
              <a:t> </a:t>
            </a:r>
            <a:r>
              <a:rPr lang="en-US" sz="1800" spc="-5" dirty="0"/>
              <a:t>analyte in</a:t>
            </a:r>
            <a:r>
              <a:rPr lang="en-US" sz="1800" spc="-10" dirty="0"/>
              <a:t> </a:t>
            </a:r>
            <a:r>
              <a:rPr lang="en-US" sz="1800" spc="-5" dirty="0"/>
              <a:t>the</a:t>
            </a:r>
            <a:r>
              <a:rPr lang="en-US" sz="1800" dirty="0"/>
              <a:t> </a:t>
            </a:r>
            <a:r>
              <a:rPr lang="en-US" sz="1800" spc="-5" dirty="0"/>
              <a:t>original sample</a:t>
            </a:r>
            <a:endParaRPr dirty="0">
              <a:latin typeface="Calibri"/>
              <a:cs typeface="Calibri"/>
            </a:endParaRPr>
          </a:p>
        </p:txBody>
      </p:sp>
      <p:pic>
        <p:nvPicPr>
          <p:cNvPr id="9" name="object 8">
            <a:extLst>
              <a:ext uri="{FF2B5EF4-FFF2-40B4-BE49-F238E27FC236}">
                <a16:creationId xmlns:a16="http://schemas.microsoft.com/office/drawing/2014/main" id="{288B938B-0BFC-431F-9BAF-F3B8F721094E}"/>
              </a:ext>
            </a:extLst>
          </p:cNvPr>
          <p:cNvPicPr/>
          <p:nvPr/>
        </p:nvPicPr>
        <p:blipFill>
          <a:blip r:embed="rId2" cstate="print"/>
          <a:stretch>
            <a:fillRect/>
          </a:stretch>
        </p:blipFill>
        <p:spPr>
          <a:xfrm>
            <a:off x="5811638" y="2420495"/>
            <a:ext cx="3166242" cy="2311787"/>
          </a:xfrm>
          <a:prstGeom prst="rect">
            <a:avLst/>
          </a:prstGeom>
        </p:spPr>
      </p:pic>
      <p:sp>
        <p:nvSpPr>
          <p:cNvPr id="10" name="object 10">
            <a:extLst>
              <a:ext uri="{FF2B5EF4-FFF2-40B4-BE49-F238E27FC236}">
                <a16:creationId xmlns:a16="http://schemas.microsoft.com/office/drawing/2014/main" id="{1A91F018-AD47-4C64-833F-7ACF7D1A8520}"/>
              </a:ext>
            </a:extLst>
          </p:cNvPr>
          <p:cNvSpPr txBox="1"/>
          <p:nvPr/>
        </p:nvSpPr>
        <p:spPr>
          <a:xfrm>
            <a:off x="6284514" y="683510"/>
            <a:ext cx="2937642" cy="1977464"/>
          </a:xfrm>
          <a:prstGeom prst="rect">
            <a:avLst/>
          </a:prstGeom>
        </p:spPr>
        <p:txBody>
          <a:bodyPr vert="horz" wrap="square" lIns="0" tIns="12700" rIns="0" bIns="0" rtlCol="0">
            <a:spAutoFit/>
          </a:bodyPr>
          <a:lstStyle/>
          <a:p>
            <a:pPr marL="12700" marR="5080">
              <a:lnSpc>
                <a:spcPct val="100000"/>
              </a:lnSpc>
              <a:spcBef>
                <a:spcPts val="100"/>
              </a:spcBef>
            </a:pPr>
            <a:r>
              <a:rPr sz="1800" b="1" spc="-5" dirty="0">
                <a:latin typeface="Calibri"/>
                <a:cs typeface="Calibri"/>
              </a:rPr>
              <a:t>Made </a:t>
            </a:r>
            <a:r>
              <a:rPr sz="1800" b="1" dirty="0">
                <a:latin typeface="Calibri"/>
                <a:cs typeface="Calibri"/>
              </a:rPr>
              <a:t>of </a:t>
            </a:r>
            <a:r>
              <a:rPr sz="1800" b="1" spc="-10" dirty="0">
                <a:latin typeface="Calibri"/>
                <a:cs typeface="Calibri"/>
              </a:rPr>
              <a:t>stainless </a:t>
            </a:r>
            <a:r>
              <a:rPr sz="1800" b="1" spc="-15" dirty="0">
                <a:latin typeface="Calibri"/>
                <a:cs typeface="Calibri"/>
              </a:rPr>
              <a:t>steel </a:t>
            </a:r>
            <a:r>
              <a:rPr sz="1800" b="1" dirty="0">
                <a:latin typeface="Calibri"/>
                <a:cs typeface="Calibri"/>
              </a:rPr>
              <a:t>or </a:t>
            </a:r>
            <a:r>
              <a:rPr sz="1800" b="1" spc="-5" dirty="0">
                <a:latin typeface="Calibri"/>
                <a:cs typeface="Calibri"/>
              </a:rPr>
              <a:t>molybdenum </a:t>
            </a:r>
            <a:r>
              <a:rPr sz="1800" b="1" dirty="0">
                <a:latin typeface="Calibri"/>
                <a:cs typeface="Calibri"/>
              </a:rPr>
              <a:t> </a:t>
            </a:r>
            <a:r>
              <a:rPr sz="1800" b="1" spc="-5" dirty="0">
                <a:latin typeface="Calibri"/>
                <a:cs typeface="Calibri"/>
              </a:rPr>
              <a:t>with </a:t>
            </a:r>
            <a:r>
              <a:rPr sz="1800" b="1" spc="-10" dirty="0">
                <a:latin typeface="Calibri"/>
                <a:cs typeface="Calibri"/>
              </a:rPr>
              <a:t>ceramic </a:t>
            </a:r>
            <a:r>
              <a:rPr sz="1800" b="1" spc="-5" dirty="0">
                <a:latin typeface="Calibri"/>
                <a:cs typeface="Calibri"/>
              </a:rPr>
              <a:t>coating, </a:t>
            </a:r>
            <a:r>
              <a:rPr sz="1800" b="1" dirty="0">
                <a:latin typeface="Calibri"/>
                <a:cs typeface="Calibri"/>
              </a:rPr>
              <a:t>15-25 </a:t>
            </a:r>
            <a:r>
              <a:rPr sz="1800" b="1" spc="-5" dirty="0">
                <a:latin typeface="Calibri"/>
                <a:cs typeface="Calibri"/>
              </a:rPr>
              <a:t>cm </a:t>
            </a:r>
            <a:r>
              <a:rPr sz="1800" b="1" dirty="0">
                <a:latin typeface="Calibri"/>
                <a:cs typeface="Calibri"/>
              </a:rPr>
              <a:t>in </a:t>
            </a:r>
            <a:r>
              <a:rPr sz="1800" b="1" spc="-5" dirty="0">
                <a:latin typeface="Calibri"/>
                <a:cs typeface="Calibri"/>
              </a:rPr>
              <a:t>length, </a:t>
            </a:r>
            <a:r>
              <a:rPr sz="1800" b="1" spc="-395" dirty="0">
                <a:latin typeface="Calibri"/>
                <a:cs typeface="Calibri"/>
              </a:rPr>
              <a:t> </a:t>
            </a:r>
            <a:r>
              <a:rPr sz="1800" b="1" dirty="0">
                <a:latin typeface="Calibri"/>
                <a:cs typeface="Calibri"/>
              </a:rPr>
              <a:t>1cm</a:t>
            </a:r>
            <a:r>
              <a:rPr sz="1800" b="1" spc="-5" dirty="0">
                <a:latin typeface="Calibri"/>
                <a:cs typeface="Calibri"/>
              </a:rPr>
              <a:t> </a:t>
            </a:r>
            <a:r>
              <a:rPr sz="1800" b="1" dirty="0">
                <a:latin typeface="Calibri"/>
                <a:cs typeface="Calibri"/>
              </a:rPr>
              <a:t>in</a:t>
            </a:r>
            <a:r>
              <a:rPr sz="1800" b="1" spc="-5" dirty="0">
                <a:latin typeface="Calibri"/>
                <a:cs typeface="Calibri"/>
              </a:rPr>
              <a:t> </a:t>
            </a:r>
            <a:r>
              <a:rPr sz="1800" b="1" spc="-10" dirty="0">
                <a:latin typeface="Calibri"/>
                <a:cs typeface="Calibri"/>
              </a:rPr>
              <a:t>diameter</a:t>
            </a:r>
            <a:endParaRPr lang="en-IN" sz="1800" b="1" spc="-10" dirty="0">
              <a:latin typeface="Calibri"/>
              <a:cs typeface="Calibri"/>
            </a:endParaRPr>
          </a:p>
          <a:p>
            <a:pPr marL="12700" marR="5080">
              <a:lnSpc>
                <a:spcPct val="100000"/>
              </a:lnSpc>
              <a:spcBef>
                <a:spcPts val="100"/>
              </a:spcBef>
            </a:pPr>
            <a:endParaRPr lang="en-IN" b="1" spc="-10" dirty="0">
              <a:latin typeface="Calibri"/>
              <a:cs typeface="Calibri"/>
            </a:endParaRPr>
          </a:p>
          <a:p>
            <a:pPr marL="12700" marR="5080">
              <a:lnSpc>
                <a:spcPct val="100000"/>
              </a:lnSpc>
              <a:spcBef>
                <a:spcPts val="100"/>
              </a:spcBef>
            </a:pPr>
            <a:r>
              <a:rPr lang="en-IN" sz="1800" b="1" spc="-10" dirty="0">
                <a:latin typeface="Calibri"/>
                <a:cs typeface="Calibri"/>
              </a:rPr>
              <a:t>Scanning mode and selective mode</a:t>
            </a:r>
            <a:endParaRPr sz="1800" dirty="0">
              <a:latin typeface="Calibri"/>
              <a:cs typeface="Calibri"/>
            </a:endParaRPr>
          </a:p>
        </p:txBody>
      </p:sp>
    </p:spTree>
    <p:extLst>
      <p:ext uri="{BB962C8B-B14F-4D97-AF65-F5344CB8AC3E}">
        <p14:creationId xmlns:p14="http://schemas.microsoft.com/office/powerpoint/2010/main" val="2852011255"/>
      </p:ext>
    </p:extLst>
  </p:cSld>
  <p:clrMapOvr>
    <a:masterClrMapping/>
  </p:clrMapOvr>
  <p:transition>
    <p:wipe dir="d"/>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Detector</a:t>
            </a:r>
          </a:p>
        </p:txBody>
      </p:sp>
      <p:sp>
        <p:nvSpPr>
          <p:cNvPr id="3" name="Content Placeholder 2"/>
          <p:cNvSpPr>
            <a:spLocks noGrp="1"/>
          </p:cNvSpPr>
          <p:nvPr>
            <p:ph idx="1"/>
          </p:nvPr>
        </p:nvSpPr>
        <p:spPr/>
        <p:txBody>
          <a:bodyPr/>
          <a:lstStyle/>
          <a:p>
            <a:r>
              <a:rPr lang="en-US" dirty="0"/>
              <a:t>Electron Multiplier</a:t>
            </a:r>
          </a:p>
          <a:p>
            <a:endParaRPr lang="en-US" dirty="0"/>
          </a:p>
        </p:txBody>
      </p:sp>
      <p:pic>
        <p:nvPicPr>
          <p:cNvPr id="4" name="Picture 3" descr="detector.jpg"/>
          <p:cNvPicPr>
            <a:picLocks noChangeAspect="1"/>
          </p:cNvPicPr>
          <p:nvPr/>
        </p:nvPicPr>
        <p:blipFill>
          <a:blip r:embed="rId2"/>
          <a:stretch>
            <a:fillRect/>
          </a:stretch>
        </p:blipFill>
        <p:spPr>
          <a:xfrm>
            <a:off x="2362200" y="2362200"/>
            <a:ext cx="4876800" cy="2318724"/>
          </a:xfrm>
          <a:prstGeom prst="rect">
            <a:avLst/>
          </a:prstGeom>
        </p:spPr>
      </p:pic>
    </p:spTree>
  </p:cSld>
  <p:clrMapOvr>
    <a:masterClrMapping/>
  </p:clrMapOvr>
  <p:transition>
    <p:wipe dir="d"/>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173222" y="-80411"/>
            <a:ext cx="4848353" cy="673902"/>
          </a:xfrm>
          <a:prstGeom prst="rect">
            <a:avLst/>
          </a:prstGeom>
        </p:spPr>
        <p:txBody>
          <a:bodyPr vert="horz" wrap="square" lIns="0" tIns="12065" rIns="0" bIns="0" rtlCol="0">
            <a:spAutoFit/>
          </a:bodyPr>
          <a:lstStyle/>
          <a:p>
            <a:pPr marL="12700">
              <a:lnSpc>
                <a:spcPct val="100000"/>
              </a:lnSpc>
              <a:spcBef>
                <a:spcPts val="95"/>
              </a:spcBef>
            </a:pPr>
            <a:r>
              <a:rPr spc="-5" dirty="0"/>
              <a:t>Ion</a:t>
            </a:r>
            <a:r>
              <a:rPr spc="-60" dirty="0"/>
              <a:t> </a:t>
            </a:r>
            <a:r>
              <a:rPr spc="-5" dirty="0"/>
              <a:t>Detectors</a:t>
            </a:r>
          </a:p>
        </p:txBody>
      </p:sp>
      <p:pic>
        <p:nvPicPr>
          <p:cNvPr id="3" name="object 3"/>
          <p:cNvPicPr/>
          <p:nvPr/>
        </p:nvPicPr>
        <p:blipFill>
          <a:blip r:embed="rId2" cstate="print"/>
          <a:stretch>
            <a:fillRect/>
          </a:stretch>
        </p:blipFill>
        <p:spPr>
          <a:xfrm>
            <a:off x="1524000" y="593491"/>
            <a:ext cx="6649975" cy="2405816"/>
          </a:xfrm>
          <a:prstGeom prst="rect">
            <a:avLst/>
          </a:prstGeom>
        </p:spPr>
      </p:pic>
      <p:sp>
        <p:nvSpPr>
          <p:cNvPr id="4" name="object 4"/>
          <p:cNvSpPr txBox="1"/>
          <p:nvPr/>
        </p:nvSpPr>
        <p:spPr>
          <a:xfrm>
            <a:off x="990600" y="3124200"/>
            <a:ext cx="8074915" cy="3590727"/>
          </a:xfrm>
          <a:prstGeom prst="rect">
            <a:avLst/>
          </a:prstGeom>
        </p:spPr>
        <p:txBody>
          <a:bodyPr vert="horz" wrap="square" lIns="0" tIns="12700" rIns="0" bIns="0" rtlCol="0">
            <a:spAutoFit/>
          </a:bodyPr>
          <a:lstStyle/>
          <a:p>
            <a:pPr marL="12700" marR="167640">
              <a:lnSpc>
                <a:spcPct val="100000"/>
              </a:lnSpc>
              <a:spcBef>
                <a:spcPts val="100"/>
              </a:spcBef>
              <a:buSzPct val="94444"/>
              <a:buFont typeface="Wingdings"/>
              <a:buChar char=""/>
              <a:tabLst>
                <a:tab pos="193040" algn="l"/>
              </a:tabLst>
            </a:pPr>
            <a:r>
              <a:rPr sz="1800" b="1" spc="-10" dirty="0">
                <a:latin typeface="Calibri"/>
                <a:cs typeface="Calibri"/>
              </a:rPr>
              <a:t>Detector </a:t>
            </a:r>
            <a:r>
              <a:rPr sz="1800" b="1" dirty="0">
                <a:latin typeface="Calibri"/>
                <a:cs typeface="Calibri"/>
              </a:rPr>
              <a:t>is an </a:t>
            </a:r>
            <a:r>
              <a:rPr sz="1800" b="1" spc="-5" dirty="0">
                <a:latin typeface="Calibri"/>
                <a:cs typeface="Calibri"/>
              </a:rPr>
              <a:t>Electron Multiplier Device which can </a:t>
            </a:r>
            <a:r>
              <a:rPr sz="1800" b="1" spc="-15" dirty="0">
                <a:latin typeface="Calibri"/>
                <a:cs typeface="Calibri"/>
              </a:rPr>
              <a:t>generate </a:t>
            </a:r>
            <a:r>
              <a:rPr sz="1800" b="1" dirty="0">
                <a:latin typeface="Calibri"/>
                <a:cs typeface="Calibri"/>
              </a:rPr>
              <a:t>a </a:t>
            </a:r>
            <a:r>
              <a:rPr sz="1800" b="1" spc="-10" dirty="0">
                <a:latin typeface="Calibri"/>
                <a:cs typeface="Calibri"/>
              </a:rPr>
              <a:t>measurable </a:t>
            </a:r>
            <a:r>
              <a:rPr sz="1800" b="1" spc="-5" dirty="0">
                <a:latin typeface="Calibri"/>
                <a:cs typeface="Calibri"/>
              </a:rPr>
              <a:t>signal pulse </a:t>
            </a:r>
            <a:r>
              <a:rPr sz="1800" b="1" spc="-10" dirty="0">
                <a:latin typeface="Calibri"/>
                <a:cs typeface="Calibri"/>
              </a:rPr>
              <a:t>from </a:t>
            </a:r>
            <a:r>
              <a:rPr sz="1800" b="1" spc="-395" dirty="0">
                <a:latin typeface="Calibri"/>
                <a:cs typeface="Calibri"/>
              </a:rPr>
              <a:t> </a:t>
            </a:r>
            <a:r>
              <a:rPr sz="1800" b="1" dirty="0">
                <a:latin typeface="Calibri"/>
                <a:cs typeface="Calibri"/>
              </a:rPr>
              <a:t>the</a:t>
            </a:r>
            <a:r>
              <a:rPr sz="1800" b="1" spc="-15" dirty="0">
                <a:latin typeface="Calibri"/>
                <a:cs typeface="Calibri"/>
              </a:rPr>
              <a:t> </a:t>
            </a:r>
            <a:r>
              <a:rPr sz="1800" b="1" dirty="0">
                <a:latin typeface="Calibri"/>
                <a:cs typeface="Calibri"/>
              </a:rPr>
              <a:t>impact</a:t>
            </a:r>
            <a:r>
              <a:rPr sz="1800" b="1" spc="-10" dirty="0">
                <a:latin typeface="Calibri"/>
                <a:cs typeface="Calibri"/>
              </a:rPr>
              <a:t> </a:t>
            </a:r>
            <a:r>
              <a:rPr sz="1800" b="1" dirty="0">
                <a:latin typeface="Calibri"/>
                <a:cs typeface="Calibri"/>
              </a:rPr>
              <a:t>of a single</a:t>
            </a:r>
            <a:r>
              <a:rPr sz="1800" b="1" spc="-30" dirty="0">
                <a:latin typeface="Calibri"/>
                <a:cs typeface="Calibri"/>
              </a:rPr>
              <a:t> </a:t>
            </a:r>
            <a:r>
              <a:rPr sz="1800" b="1" dirty="0">
                <a:latin typeface="Calibri"/>
                <a:cs typeface="Calibri"/>
              </a:rPr>
              <a:t>ion.</a:t>
            </a:r>
            <a:endParaRPr sz="1800" dirty="0">
              <a:latin typeface="Calibri"/>
              <a:cs typeface="Calibri"/>
            </a:endParaRPr>
          </a:p>
          <a:p>
            <a:pPr>
              <a:lnSpc>
                <a:spcPct val="100000"/>
              </a:lnSpc>
              <a:spcBef>
                <a:spcPts val="25"/>
              </a:spcBef>
              <a:buClr>
                <a:srgbClr val="0000FF"/>
              </a:buClr>
              <a:buFont typeface="Wingdings"/>
              <a:buChar char=""/>
            </a:pPr>
            <a:endParaRPr sz="1750" dirty="0">
              <a:latin typeface="Calibri"/>
              <a:cs typeface="Calibri"/>
            </a:endParaRPr>
          </a:p>
          <a:p>
            <a:pPr marL="193040" indent="-180975">
              <a:lnSpc>
                <a:spcPct val="100000"/>
              </a:lnSpc>
              <a:buSzPct val="94444"/>
              <a:buFont typeface="Wingdings"/>
              <a:buChar char=""/>
              <a:tabLst>
                <a:tab pos="193675" algn="l"/>
              </a:tabLst>
            </a:pPr>
            <a:r>
              <a:rPr sz="1800" b="1" dirty="0">
                <a:latin typeface="Calibri"/>
                <a:cs typeface="Calibri"/>
              </a:rPr>
              <a:t>A</a:t>
            </a:r>
            <a:r>
              <a:rPr sz="1800" b="1" spc="70" dirty="0">
                <a:latin typeface="Calibri"/>
                <a:cs typeface="Calibri"/>
              </a:rPr>
              <a:t> </a:t>
            </a:r>
            <a:r>
              <a:rPr sz="1800" b="1" spc="-10" dirty="0">
                <a:latin typeface="Calibri"/>
                <a:cs typeface="Calibri"/>
              </a:rPr>
              <a:t>positive</a:t>
            </a:r>
            <a:r>
              <a:rPr sz="1800" b="1" spc="75" dirty="0">
                <a:latin typeface="Calibri"/>
                <a:cs typeface="Calibri"/>
              </a:rPr>
              <a:t> </a:t>
            </a:r>
            <a:r>
              <a:rPr sz="1800" b="1" spc="-5" dirty="0">
                <a:latin typeface="Calibri"/>
                <a:cs typeface="Calibri"/>
              </a:rPr>
              <a:t>ion</a:t>
            </a:r>
            <a:r>
              <a:rPr sz="1800" b="1" spc="75" dirty="0">
                <a:latin typeface="Calibri"/>
                <a:cs typeface="Calibri"/>
              </a:rPr>
              <a:t> </a:t>
            </a:r>
            <a:r>
              <a:rPr sz="1800" b="1" spc="-10" dirty="0">
                <a:latin typeface="Calibri"/>
                <a:cs typeface="Calibri"/>
              </a:rPr>
              <a:t>arrives</a:t>
            </a:r>
            <a:r>
              <a:rPr sz="1800" b="1" spc="75" dirty="0">
                <a:latin typeface="Calibri"/>
                <a:cs typeface="Calibri"/>
              </a:rPr>
              <a:t> </a:t>
            </a:r>
            <a:r>
              <a:rPr sz="1800" b="1" spc="-10" dirty="0">
                <a:latin typeface="Calibri"/>
                <a:cs typeface="Calibri"/>
              </a:rPr>
              <a:t>at</a:t>
            </a:r>
            <a:r>
              <a:rPr sz="1800" b="1" spc="75" dirty="0">
                <a:latin typeface="Calibri"/>
                <a:cs typeface="Calibri"/>
              </a:rPr>
              <a:t> </a:t>
            </a:r>
            <a:r>
              <a:rPr sz="1800" b="1" spc="-5" dirty="0">
                <a:latin typeface="Calibri"/>
                <a:cs typeface="Calibri"/>
              </a:rPr>
              <a:t>the</a:t>
            </a:r>
            <a:r>
              <a:rPr sz="1800" b="1" spc="75" dirty="0">
                <a:latin typeface="Calibri"/>
                <a:cs typeface="Calibri"/>
              </a:rPr>
              <a:t> </a:t>
            </a:r>
            <a:r>
              <a:rPr sz="1800" b="1" spc="-5" dirty="0">
                <a:latin typeface="Calibri"/>
                <a:cs typeface="Calibri"/>
              </a:rPr>
              <a:t>mouth</a:t>
            </a:r>
            <a:r>
              <a:rPr sz="1800" b="1" spc="75" dirty="0">
                <a:latin typeface="Calibri"/>
                <a:cs typeface="Calibri"/>
              </a:rPr>
              <a:t> </a:t>
            </a:r>
            <a:r>
              <a:rPr sz="1800" b="1" spc="-5" dirty="0">
                <a:latin typeface="Calibri"/>
                <a:cs typeface="Calibri"/>
              </a:rPr>
              <a:t>of</a:t>
            </a:r>
            <a:r>
              <a:rPr sz="1800" b="1" spc="85" dirty="0">
                <a:latin typeface="Calibri"/>
                <a:cs typeface="Calibri"/>
              </a:rPr>
              <a:t> </a:t>
            </a:r>
            <a:r>
              <a:rPr sz="1800" b="1" spc="-5" dirty="0">
                <a:latin typeface="Calibri"/>
                <a:cs typeface="Calibri"/>
              </a:rPr>
              <a:t>the</a:t>
            </a:r>
            <a:r>
              <a:rPr sz="1800" b="1" spc="75" dirty="0">
                <a:latin typeface="Calibri"/>
                <a:cs typeface="Calibri"/>
              </a:rPr>
              <a:t> </a:t>
            </a:r>
            <a:r>
              <a:rPr sz="1800" b="1" spc="-25" dirty="0">
                <a:latin typeface="Calibri"/>
                <a:cs typeface="Calibri"/>
              </a:rPr>
              <a:t>detector,</a:t>
            </a:r>
            <a:r>
              <a:rPr sz="1800" b="1" spc="70" dirty="0">
                <a:latin typeface="Calibri"/>
                <a:cs typeface="Calibri"/>
              </a:rPr>
              <a:t> </a:t>
            </a:r>
            <a:r>
              <a:rPr sz="1800" b="1" dirty="0">
                <a:latin typeface="Calibri"/>
                <a:cs typeface="Calibri"/>
              </a:rPr>
              <a:t>it</a:t>
            </a:r>
            <a:r>
              <a:rPr sz="1800" b="1" spc="70" dirty="0">
                <a:latin typeface="Calibri"/>
                <a:cs typeface="Calibri"/>
              </a:rPr>
              <a:t> </a:t>
            </a:r>
            <a:r>
              <a:rPr sz="1800" b="1" dirty="0">
                <a:latin typeface="Calibri"/>
                <a:cs typeface="Calibri"/>
              </a:rPr>
              <a:t>is</a:t>
            </a:r>
            <a:r>
              <a:rPr sz="1800" b="1" spc="75" dirty="0">
                <a:latin typeface="Calibri"/>
                <a:cs typeface="Calibri"/>
              </a:rPr>
              <a:t> </a:t>
            </a:r>
            <a:r>
              <a:rPr sz="1800" b="1" spc="-10" dirty="0">
                <a:latin typeface="Calibri"/>
                <a:cs typeface="Calibri"/>
              </a:rPr>
              <a:t>deflected</a:t>
            </a:r>
            <a:r>
              <a:rPr sz="1800" b="1" spc="75" dirty="0">
                <a:latin typeface="Calibri"/>
                <a:cs typeface="Calibri"/>
              </a:rPr>
              <a:t> </a:t>
            </a:r>
            <a:r>
              <a:rPr sz="1800" b="1" spc="-15" dirty="0">
                <a:latin typeface="Calibri"/>
                <a:cs typeface="Calibri"/>
              </a:rPr>
              <a:t>onto</a:t>
            </a:r>
            <a:r>
              <a:rPr sz="1800" b="1" spc="75" dirty="0">
                <a:latin typeface="Calibri"/>
                <a:cs typeface="Calibri"/>
              </a:rPr>
              <a:t> </a:t>
            </a:r>
            <a:r>
              <a:rPr sz="1800" b="1" spc="-5" dirty="0">
                <a:latin typeface="Calibri"/>
                <a:cs typeface="Calibri"/>
              </a:rPr>
              <a:t>the</a:t>
            </a:r>
            <a:r>
              <a:rPr sz="1800" b="1" spc="75" dirty="0">
                <a:latin typeface="Calibri"/>
                <a:cs typeface="Calibri"/>
              </a:rPr>
              <a:t> </a:t>
            </a:r>
            <a:r>
              <a:rPr sz="1800" b="1" spc="-15" dirty="0">
                <a:latin typeface="Calibri"/>
                <a:cs typeface="Calibri"/>
              </a:rPr>
              <a:t>first</a:t>
            </a:r>
            <a:r>
              <a:rPr sz="1800" b="1" spc="70" dirty="0">
                <a:latin typeface="Calibri"/>
                <a:cs typeface="Calibri"/>
              </a:rPr>
              <a:t> </a:t>
            </a:r>
            <a:r>
              <a:rPr sz="1800" b="1" spc="-5" dirty="0">
                <a:latin typeface="Calibri"/>
                <a:cs typeface="Calibri"/>
              </a:rPr>
              <a:t>dynode,</a:t>
            </a:r>
            <a:r>
              <a:rPr sz="1800" b="1" spc="75" dirty="0">
                <a:latin typeface="Calibri"/>
                <a:cs typeface="Calibri"/>
              </a:rPr>
              <a:t> </a:t>
            </a:r>
            <a:r>
              <a:rPr sz="1800" b="1" spc="-5" dirty="0">
                <a:latin typeface="Calibri"/>
                <a:cs typeface="Calibri"/>
              </a:rPr>
              <a:t>held</a:t>
            </a:r>
            <a:r>
              <a:rPr lang="en-IN" dirty="0">
                <a:latin typeface="Calibri"/>
                <a:cs typeface="Calibri"/>
              </a:rPr>
              <a:t> </a:t>
            </a:r>
            <a:r>
              <a:rPr sz="1800" b="1" spc="-10" dirty="0">
                <a:latin typeface="Calibri"/>
                <a:cs typeface="Calibri"/>
              </a:rPr>
              <a:t>at</a:t>
            </a:r>
            <a:r>
              <a:rPr sz="1800" b="1" spc="-15" dirty="0">
                <a:latin typeface="Calibri"/>
                <a:cs typeface="Calibri"/>
              </a:rPr>
              <a:t> </a:t>
            </a:r>
            <a:r>
              <a:rPr sz="1800" b="1" dirty="0">
                <a:latin typeface="Calibri"/>
                <a:cs typeface="Calibri"/>
              </a:rPr>
              <a:t>a</a:t>
            </a:r>
            <a:r>
              <a:rPr sz="1800" b="1" spc="-10" dirty="0">
                <a:latin typeface="Calibri"/>
                <a:cs typeface="Calibri"/>
              </a:rPr>
              <a:t> </a:t>
            </a:r>
            <a:r>
              <a:rPr sz="1800" b="1" dirty="0">
                <a:latin typeface="Calibri"/>
                <a:cs typeface="Calibri"/>
              </a:rPr>
              <a:t>high</a:t>
            </a:r>
            <a:r>
              <a:rPr sz="1800" b="1" spc="-30" dirty="0">
                <a:latin typeface="Calibri"/>
                <a:cs typeface="Calibri"/>
              </a:rPr>
              <a:t> </a:t>
            </a:r>
            <a:r>
              <a:rPr sz="1800" b="1" spc="-10" dirty="0">
                <a:latin typeface="Calibri"/>
                <a:cs typeface="Calibri"/>
              </a:rPr>
              <a:t>negative</a:t>
            </a:r>
            <a:r>
              <a:rPr sz="1800" b="1" spc="-30" dirty="0">
                <a:latin typeface="Calibri"/>
                <a:cs typeface="Calibri"/>
              </a:rPr>
              <a:t> </a:t>
            </a:r>
            <a:r>
              <a:rPr sz="1800" b="1" spc="-10" dirty="0">
                <a:latin typeface="Calibri"/>
                <a:cs typeface="Calibri"/>
              </a:rPr>
              <a:t>voltage.</a:t>
            </a:r>
            <a:endParaRPr sz="1800" dirty="0">
              <a:latin typeface="Calibri"/>
              <a:cs typeface="Calibri"/>
            </a:endParaRPr>
          </a:p>
          <a:p>
            <a:pPr>
              <a:lnSpc>
                <a:spcPct val="100000"/>
              </a:lnSpc>
              <a:spcBef>
                <a:spcPts val="20"/>
              </a:spcBef>
            </a:pPr>
            <a:endParaRPr sz="1750" dirty="0">
              <a:latin typeface="Calibri"/>
              <a:cs typeface="Calibri"/>
            </a:endParaRPr>
          </a:p>
          <a:p>
            <a:pPr marL="12700" marR="5715">
              <a:lnSpc>
                <a:spcPct val="100000"/>
              </a:lnSpc>
              <a:spcBef>
                <a:spcPts val="5"/>
              </a:spcBef>
              <a:buSzPct val="94444"/>
              <a:buFont typeface="Wingdings"/>
              <a:buChar char=""/>
              <a:tabLst>
                <a:tab pos="193040" algn="l"/>
              </a:tabLst>
            </a:pPr>
            <a:r>
              <a:rPr sz="1800" b="1" spc="-5" dirty="0">
                <a:latin typeface="Calibri"/>
                <a:cs typeface="Calibri"/>
              </a:rPr>
              <a:t>The</a:t>
            </a:r>
            <a:r>
              <a:rPr sz="1800" b="1" spc="285" dirty="0">
                <a:latin typeface="Calibri"/>
                <a:cs typeface="Calibri"/>
              </a:rPr>
              <a:t> </a:t>
            </a:r>
            <a:r>
              <a:rPr sz="1800" b="1" spc="-5" dirty="0">
                <a:latin typeface="Calibri"/>
                <a:cs typeface="Calibri"/>
              </a:rPr>
              <a:t>impact</a:t>
            </a:r>
            <a:r>
              <a:rPr sz="1800" b="1" spc="290" dirty="0">
                <a:latin typeface="Calibri"/>
                <a:cs typeface="Calibri"/>
              </a:rPr>
              <a:t> </a:t>
            </a:r>
            <a:r>
              <a:rPr sz="1800" b="1" spc="-5" dirty="0">
                <a:latin typeface="Calibri"/>
                <a:cs typeface="Calibri"/>
              </a:rPr>
              <a:t>of</a:t>
            </a:r>
            <a:r>
              <a:rPr sz="1800" b="1" spc="290" dirty="0">
                <a:latin typeface="Calibri"/>
                <a:cs typeface="Calibri"/>
              </a:rPr>
              <a:t> </a:t>
            </a:r>
            <a:r>
              <a:rPr sz="1800" b="1" dirty="0">
                <a:latin typeface="Calibri"/>
                <a:cs typeface="Calibri"/>
              </a:rPr>
              <a:t>the</a:t>
            </a:r>
            <a:r>
              <a:rPr sz="1800" b="1" spc="290" dirty="0">
                <a:latin typeface="Calibri"/>
                <a:cs typeface="Calibri"/>
              </a:rPr>
              <a:t> </a:t>
            </a:r>
            <a:r>
              <a:rPr sz="1800" b="1" spc="-5" dirty="0">
                <a:latin typeface="Calibri"/>
                <a:cs typeface="Calibri"/>
              </a:rPr>
              <a:t>ion</a:t>
            </a:r>
            <a:r>
              <a:rPr sz="1800" b="1" spc="285" dirty="0">
                <a:latin typeface="Calibri"/>
                <a:cs typeface="Calibri"/>
              </a:rPr>
              <a:t> </a:t>
            </a:r>
            <a:r>
              <a:rPr sz="1800" b="1" spc="-10" dirty="0">
                <a:latin typeface="Calibri"/>
                <a:cs typeface="Calibri"/>
              </a:rPr>
              <a:t>releases</a:t>
            </a:r>
            <a:r>
              <a:rPr sz="1800" b="1" spc="285" dirty="0">
                <a:latin typeface="Calibri"/>
                <a:cs typeface="Calibri"/>
              </a:rPr>
              <a:t> </a:t>
            </a:r>
            <a:r>
              <a:rPr sz="1800" b="1" spc="-15" dirty="0">
                <a:latin typeface="Calibri"/>
                <a:cs typeface="Calibri"/>
              </a:rPr>
              <a:t>several</a:t>
            </a:r>
            <a:r>
              <a:rPr sz="1800" b="1" spc="285" dirty="0">
                <a:latin typeface="Calibri"/>
                <a:cs typeface="Calibri"/>
              </a:rPr>
              <a:t> </a:t>
            </a:r>
            <a:r>
              <a:rPr sz="1800" b="1" spc="-10" dirty="0">
                <a:latin typeface="Calibri"/>
                <a:cs typeface="Calibri"/>
              </a:rPr>
              <a:t>free</a:t>
            </a:r>
            <a:r>
              <a:rPr sz="1800" b="1" spc="285" dirty="0">
                <a:latin typeface="Calibri"/>
                <a:cs typeface="Calibri"/>
              </a:rPr>
              <a:t> </a:t>
            </a:r>
            <a:r>
              <a:rPr sz="1800" b="1" spc="-10" dirty="0">
                <a:latin typeface="Calibri"/>
                <a:cs typeface="Calibri"/>
              </a:rPr>
              <a:t>electrons</a:t>
            </a:r>
            <a:r>
              <a:rPr sz="1800" b="1" spc="290" dirty="0">
                <a:latin typeface="Calibri"/>
                <a:cs typeface="Calibri"/>
              </a:rPr>
              <a:t> </a:t>
            </a:r>
            <a:r>
              <a:rPr sz="1800" b="1" spc="-10" dirty="0">
                <a:latin typeface="Calibri"/>
                <a:cs typeface="Calibri"/>
              </a:rPr>
              <a:t>from</a:t>
            </a:r>
            <a:r>
              <a:rPr sz="1800" b="1" spc="285" dirty="0">
                <a:latin typeface="Calibri"/>
                <a:cs typeface="Calibri"/>
              </a:rPr>
              <a:t> </a:t>
            </a:r>
            <a:r>
              <a:rPr sz="1800" b="1" dirty="0">
                <a:latin typeface="Calibri"/>
                <a:cs typeface="Calibri"/>
              </a:rPr>
              <a:t>the</a:t>
            </a:r>
            <a:r>
              <a:rPr sz="1800" b="1" spc="285" dirty="0">
                <a:latin typeface="Calibri"/>
                <a:cs typeface="Calibri"/>
              </a:rPr>
              <a:t> </a:t>
            </a:r>
            <a:r>
              <a:rPr sz="1800" b="1" spc="-5" dirty="0">
                <a:latin typeface="Calibri"/>
                <a:cs typeface="Calibri"/>
              </a:rPr>
              <a:t>dynode</a:t>
            </a:r>
            <a:r>
              <a:rPr sz="1800" b="1" spc="290" dirty="0">
                <a:latin typeface="Calibri"/>
                <a:cs typeface="Calibri"/>
              </a:rPr>
              <a:t> </a:t>
            </a:r>
            <a:r>
              <a:rPr sz="1800" b="1" spc="-5" dirty="0">
                <a:latin typeface="Calibri"/>
                <a:cs typeface="Calibri"/>
              </a:rPr>
              <a:t>surface,</a:t>
            </a:r>
            <a:r>
              <a:rPr sz="1800" b="1" spc="275" dirty="0">
                <a:latin typeface="Calibri"/>
                <a:cs typeface="Calibri"/>
              </a:rPr>
              <a:t> </a:t>
            </a:r>
            <a:r>
              <a:rPr sz="1800" b="1" spc="-5" dirty="0">
                <a:latin typeface="Calibri"/>
                <a:cs typeface="Calibri"/>
              </a:rPr>
              <a:t>which</a:t>
            </a:r>
            <a:r>
              <a:rPr sz="1800" b="1" spc="285" dirty="0">
                <a:latin typeface="Calibri"/>
                <a:cs typeface="Calibri"/>
              </a:rPr>
              <a:t> </a:t>
            </a:r>
            <a:r>
              <a:rPr sz="1800" b="1" spc="-15" dirty="0">
                <a:latin typeface="Calibri"/>
                <a:cs typeface="Calibri"/>
              </a:rPr>
              <a:t>are </a:t>
            </a:r>
            <a:r>
              <a:rPr sz="1800" b="1" spc="-390" dirty="0">
                <a:latin typeface="Calibri"/>
                <a:cs typeface="Calibri"/>
              </a:rPr>
              <a:t> </a:t>
            </a:r>
            <a:r>
              <a:rPr sz="1800" b="1" spc="-10" dirty="0">
                <a:latin typeface="Calibri"/>
                <a:cs typeface="Calibri"/>
              </a:rPr>
              <a:t>repelled</a:t>
            </a:r>
            <a:r>
              <a:rPr sz="1800" b="1" spc="-25" dirty="0">
                <a:latin typeface="Calibri"/>
                <a:cs typeface="Calibri"/>
              </a:rPr>
              <a:t> </a:t>
            </a:r>
            <a:r>
              <a:rPr sz="1800" b="1" spc="-10" dirty="0">
                <a:latin typeface="Calibri"/>
                <a:cs typeface="Calibri"/>
              </a:rPr>
              <a:t>from</a:t>
            </a:r>
            <a:r>
              <a:rPr sz="1800" b="1" dirty="0">
                <a:latin typeface="Calibri"/>
                <a:cs typeface="Calibri"/>
              </a:rPr>
              <a:t> the</a:t>
            </a:r>
            <a:r>
              <a:rPr sz="1800" b="1" spc="-5" dirty="0">
                <a:latin typeface="Calibri"/>
                <a:cs typeface="Calibri"/>
              </a:rPr>
              <a:t> </a:t>
            </a:r>
            <a:r>
              <a:rPr sz="1800" b="1" dirty="0">
                <a:latin typeface="Calibri"/>
                <a:cs typeface="Calibri"/>
              </a:rPr>
              <a:t>high</a:t>
            </a:r>
            <a:r>
              <a:rPr sz="1800" b="1" spc="-15" dirty="0">
                <a:latin typeface="Calibri"/>
                <a:cs typeface="Calibri"/>
              </a:rPr>
              <a:t> </a:t>
            </a:r>
            <a:r>
              <a:rPr sz="1800" b="1" spc="-10" dirty="0">
                <a:latin typeface="Calibri"/>
                <a:cs typeface="Calibri"/>
              </a:rPr>
              <a:t>negative</a:t>
            </a:r>
            <a:r>
              <a:rPr sz="1800" b="1" spc="-25" dirty="0">
                <a:latin typeface="Calibri"/>
                <a:cs typeface="Calibri"/>
              </a:rPr>
              <a:t> </a:t>
            </a:r>
            <a:r>
              <a:rPr sz="1800" b="1" spc="-10" dirty="0">
                <a:latin typeface="Calibri"/>
                <a:cs typeface="Calibri"/>
              </a:rPr>
              <a:t>voltage</a:t>
            </a:r>
            <a:r>
              <a:rPr sz="1800" b="1" spc="-15" dirty="0">
                <a:latin typeface="Calibri"/>
                <a:cs typeface="Calibri"/>
              </a:rPr>
              <a:t> </a:t>
            </a:r>
            <a:r>
              <a:rPr sz="1800" b="1" spc="-10" dirty="0">
                <a:latin typeface="Calibri"/>
                <a:cs typeface="Calibri"/>
              </a:rPr>
              <a:t>at</a:t>
            </a:r>
            <a:r>
              <a:rPr sz="1800" b="1" spc="5" dirty="0">
                <a:latin typeface="Calibri"/>
                <a:cs typeface="Calibri"/>
              </a:rPr>
              <a:t> </a:t>
            </a:r>
            <a:r>
              <a:rPr sz="1800" b="1" dirty="0">
                <a:latin typeface="Calibri"/>
                <a:cs typeface="Calibri"/>
              </a:rPr>
              <a:t>the </a:t>
            </a:r>
            <a:r>
              <a:rPr sz="1800" b="1" spc="-15" dirty="0">
                <a:latin typeface="Calibri"/>
                <a:cs typeface="Calibri"/>
              </a:rPr>
              <a:t>front</a:t>
            </a:r>
            <a:r>
              <a:rPr sz="1800" b="1" dirty="0">
                <a:latin typeface="Calibri"/>
                <a:cs typeface="Calibri"/>
              </a:rPr>
              <a:t> </a:t>
            </a:r>
            <a:r>
              <a:rPr sz="1800" b="1" spc="-5" dirty="0">
                <a:latin typeface="Calibri"/>
                <a:cs typeface="Calibri"/>
              </a:rPr>
              <a:t>and</a:t>
            </a:r>
            <a:r>
              <a:rPr sz="1800" b="1" dirty="0">
                <a:latin typeface="Calibri"/>
                <a:cs typeface="Calibri"/>
              </a:rPr>
              <a:t> </a:t>
            </a:r>
            <a:r>
              <a:rPr sz="1800" b="1" spc="-15" dirty="0">
                <a:latin typeface="Calibri"/>
                <a:cs typeface="Calibri"/>
              </a:rPr>
              <a:t>strike</a:t>
            </a:r>
            <a:r>
              <a:rPr sz="1800" b="1" spc="-10" dirty="0">
                <a:latin typeface="Calibri"/>
                <a:cs typeface="Calibri"/>
              </a:rPr>
              <a:t> </a:t>
            </a:r>
            <a:r>
              <a:rPr sz="1800" b="1" dirty="0">
                <a:latin typeface="Calibri"/>
                <a:cs typeface="Calibri"/>
              </a:rPr>
              <a:t>the</a:t>
            </a:r>
            <a:r>
              <a:rPr sz="1800" b="1" spc="-25" dirty="0">
                <a:latin typeface="Calibri"/>
                <a:cs typeface="Calibri"/>
              </a:rPr>
              <a:t> </a:t>
            </a:r>
            <a:r>
              <a:rPr sz="1800" b="1" spc="-10" dirty="0">
                <a:latin typeface="Calibri"/>
                <a:cs typeface="Calibri"/>
              </a:rPr>
              <a:t>next</a:t>
            </a:r>
            <a:r>
              <a:rPr sz="1800" b="1" dirty="0">
                <a:latin typeface="Calibri"/>
                <a:cs typeface="Calibri"/>
              </a:rPr>
              <a:t> </a:t>
            </a:r>
            <a:r>
              <a:rPr sz="1800" b="1" spc="-5" dirty="0">
                <a:latin typeface="Calibri"/>
                <a:cs typeface="Calibri"/>
              </a:rPr>
              <a:t>dynode.</a:t>
            </a:r>
            <a:endParaRPr sz="1800" dirty="0">
              <a:latin typeface="Calibri"/>
              <a:cs typeface="Calibri"/>
            </a:endParaRPr>
          </a:p>
          <a:p>
            <a:pPr>
              <a:lnSpc>
                <a:spcPct val="100000"/>
              </a:lnSpc>
              <a:spcBef>
                <a:spcPts val="20"/>
              </a:spcBef>
              <a:buClr>
                <a:srgbClr val="0000FF"/>
              </a:buClr>
              <a:buFont typeface="Wingdings"/>
              <a:buChar char=""/>
            </a:pPr>
            <a:endParaRPr sz="1750" dirty="0">
              <a:latin typeface="Calibri"/>
              <a:cs typeface="Calibri"/>
            </a:endParaRPr>
          </a:p>
          <a:p>
            <a:pPr marL="12700" marR="5715" algn="just">
              <a:lnSpc>
                <a:spcPct val="100000"/>
              </a:lnSpc>
              <a:buSzPct val="94444"/>
              <a:buFont typeface="Wingdings"/>
              <a:buChar char=""/>
              <a:tabLst>
                <a:tab pos="243840" algn="l"/>
              </a:tabLst>
            </a:pPr>
            <a:r>
              <a:rPr sz="1800" b="1" spc="-10" dirty="0">
                <a:latin typeface="Calibri"/>
                <a:cs typeface="Calibri"/>
              </a:rPr>
              <a:t>Each electron </a:t>
            </a:r>
            <a:r>
              <a:rPr sz="1800" b="1" spc="-5" dirty="0">
                <a:latin typeface="Calibri"/>
                <a:cs typeface="Calibri"/>
              </a:rPr>
              <a:t>which </a:t>
            </a:r>
            <a:r>
              <a:rPr sz="1800" b="1" spc="-15" dirty="0">
                <a:latin typeface="Calibri"/>
                <a:cs typeface="Calibri"/>
              </a:rPr>
              <a:t>strikes </a:t>
            </a:r>
            <a:r>
              <a:rPr sz="1800" b="1" dirty="0">
                <a:latin typeface="Calibri"/>
                <a:cs typeface="Calibri"/>
              </a:rPr>
              <a:t>a </a:t>
            </a:r>
            <a:r>
              <a:rPr sz="1800" b="1" spc="-5" dirty="0">
                <a:latin typeface="Calibri"/>
                <a:cs typeface="Calibri"/>
              </a:rPr>
              <a:t>dynode </a:t>
            </a:r>
            <a:r>
              <a:rPr sz="1800" b="1" spc="-10" dirty="0">
                <a:latin typeface="Calibri"/>
                <a:cs typeface="Calibri"/>
              </a:rPr>
              <a:t>releases </a:t>
            </a:r>
            <a:r>
              <a:rPr sz="1800" b="1" spc="-15" dirty="0">
                <a:latin typeface="Calibri"/>
                <a:cs typeface="Calibri"/>
              </a:rPr>
              <a:t>several </a:t>
            </a:r>
            <a:r>
              <a:rPr sz="1800" b="1" spc="-10" dirty="0">
                <a:latin typeface="Calibri"/>
                <a:cs typeface="Calibri"/>
              </a:rPr>
              <a:t>electrons from </a:t>
            </a:r>
            <a:r>
              <a:rPr sz="1800" b="1" spc="-5" dirty="0">
                <a:latin typeface="Calibri"/>
                <a:cs typeface="Calibri"/>
              </a:rPr>
              <a:t>that surface and </a:t>
            </a:r>
            <a:r>
              <a:rPr sz="1800" b="1" spc="-10" dirty="0">
                <a:latin typeface="Calibri"/>
                <a:cs typeface="Calibri"/>
              </a:rPr>
              <a:t>hence </a:t>
            </a:r>
            <a:r>
              <a:rPr sz="1800" b="1" spc="-5" dirty="0">
                <a:latin typeface="Calibri"/>
                <a:cs typeface="Calibri"/>
              </a:rPr>
              <a:t> </a:t>
            </a:r>
            <a:r>
              <a:rPr sz="1800" b="1" dirty="0">
                <a:latin typeface="Calibri"/>
                <a:cs typeface="Calibri"/>
              </a:rPr>
              <a:t>the</a:t>
            </a:r>
            <a:r>
              <a:rPr sz="1800" b="1" spc="5" dirty="0">
                <a:latin typeface="Calibri"/>
                <a:cs typeface="Calibri"/>
              </a:rPr>
              <a:t> </a:t>
            </a:r>
            <a:r>
              <a:rPr sz="1800" b="1" spc="-10" dirty="0">
                <a:latin typeface="Calibri"/>
                <a:cs typeface="Calibri"/>
              </a:rPr>
              <a:t>device</a:t>
            </a:r>
            <a:r>
              <a:rPr sz="1800" b="1" spc="-5" dirty="0">
                <a:latin typeface="Calibri"/>
                <a:cs typeface="Calibri"/>
              </a:rPr>
              <a:t> is</a:t>
            </a:r>
            <a:r>
              <a:rPr sz="1800" b="1" dirty="0">
                <a:latin typeface="Calibri"/>
                <a:cs typeface="Calibri"/>
              </a:rPr>
              <a:t> </a:t>
            </a:r>
            <a:r>
              <a:rPr sz="1800" b="1" spc="-10" dirty="0">
                <a:latin typeface="Calibri"/>
                <a:cs typeface="Calibri"/>
              </a:rPr>
              <a:t>called</a:t>
            </a:r>
            <a:r>
              <a:rPr sz="1800" b="1" spc="-5" dirty="0">
                <a:latin typeface="Calibri"/>
                <a:cs typeface="Calibri"/>
              </a:rPr>
              <a:t> </a:t>
            </a:r>
            <a:r>
              <a:rPr sz="1800" b="1" spc="-10" dirty="0">
                <a:latin typeface="Calibri"/>
                <a:cs typeface="Calibri"/>
              </a:rPr>
              <a:t>"electron</a:t>
            </a:r>
            <a:r>
              <a:rPr sz="1800" b="1" spc="-5" dirty="0">
                <a:latin typeface="Calibri"/>
                <a:cs typeface="Calibri"/>
              </a:rPr>
              <a:t> </a:t>
            </a:r>
            <a:r>
              <a:rPr sz="1800" b="1" spc="-10" dirty="0">
                <a:latin typeface="Calibri"/>
                <a:cs typeface="Calibri"/>
              </a:rPr>
              <a:t>multiplier".</a:t>
            </a:r>
            <a:r>
              <a:rPr sz="1800" b="1" spc="-5" dirty="0">
                <a:latin typeface="Calibri"/>
                <a:cs typeface="Calibri"/>
              </a:rPr>
              <a:t> The</a:t>
            </a:r>
            <a:r>
              <a:rPr sz="1800" b="1" dirty="0">
                <a:latin typeface="Calibri"/>
                <a:cs typeface="Calibri"/>
              </a:rPr>
              <a:t> </a:t>
            </a:r>
            <a:r>
              <a:rPr sz="1800" b="1" spc="-10" dirty="0">
                <a:latin typeface="Calibri"/>
                <a:cs typeface="Calibri"/>
              </a:rPr>
              <a:t>multiplication</a:t>
            </a:r>
            <a:r>
              <a:rPr sz="1800" b="1" spc="-5" dirty="0">
                <a:latin typeface="Calibri"/>
                <a:cs typeface="Calibri"/>
              </a:rPr>
              <a:t> </a:t>
            </a:r>
            <a:r>
              <a:rPr sz="1800" b="1" spc="-10" dirty="0">
                <a:latin typeface="Calibri"/>
                <a:cs typeface="Calibri"/>
              </a:rPr>
              <a:t>factor</a:t>
            </a:r>
            <a:r>
              <a:rPr sz="1800" b="1" spc="-5" dirty="0">
                <a:latin typeface="Calibri"/>
                <a:cs typeface="Calibri"/>
              </a:rPr>
              <a:t> builds</a:t>
            </a:r>
            <a:r>
              <a:rPr sz="1800" b="1" dirty="0">
                <a:latin typeface="Calibri"/>
                <a:cs typeface="Calibri"/>
              </a:rPr>
              <a:t> up</a:t>
            </a:r>
            <a:r>
              <a:rPr sz="1800" b="1" spc="5" dirty="0">
                <a:latin typeface="Calibri"/>
                <a:cs typeface="Calibri"/>
              </a:rPr>
              <a:t> </a:t>
            </a:r>
            <a:r>
              <a:rPr sz="1800" b="1" dirty="0">
                <a:latin typeface="Calibri"/>
                <a:cs typeface="Calibri"/>
              </a:rPr>
              <a:t>a</a:t>
            </a:r>
            <a:r>
              <a:rPr sz="1800" b="1" spc="5" dirty="0">
                <a:latin typeface="Calibri"/>
                <a:cs typeface="Calibri"/>
              </a:rPr>
              <a:t> </a:t>
            </a:r>
            <a:r>
              <a:rPr sz="1800" b="1" spc="-5" dirty="0">
                <a:latin typeface="Calibri"/>
                <a:cs typeface="Calibri"/>
              </a:rPr>
              <a:t>pulse</a:t>
            </a:r>
            <a:r>
              <a:rPr sz="1800" b="1" dirty="0">
                <a:latin typeface="Calibri"/>
                <a:cs typeface="Calibri"/>
              </a:rPr>
              <a:t> </a:t>
            </a:r>
            <a:r>
              <a:rPr sz="1800" b="1" spc="-15" dirty="0">
                <a:latin typeface="Calibri"/>
                <a:cs typeface="Calibri"/>
              </a:rPr>
              <a:t>large </a:t>
            </a:r>
            <a:r>
              <a:rPr sz="1800" b="1" spc="-395" dirty="0">
                <a:latin typeface="Calibri"/>
                <a:cs typeface="Calibri"/>
              </a:rPr>
              <a:t> </a:t>
            </a:r>
            <a:r>
              <a:rPr sz="1800" b="1" spc="-5" dirty="0">
                <a:latin typeface="Calibri"/>
                <a:cs typeface="Calibri"/>
              </a:rPr>
              <a:t>enough</a:t>
            </a:r>
            <a:r>
              <a:rPr sz="1800" b="1" spc="-10" dirty="0">
                <a:latin typeface="Calibri"/>
                <a:cs typeface="Calibri"/>
              </a:rPr>
              <a:t> to</a:t>
            </a:r>
            <a:r>
              <a:rPr sz="1800" b="1" spc="-15" dirty="0">
                <a:latin typeface="Calibri"/>
                <a:cs typeface="Calibri"/>
              </a:rPr>
              <a:t> </a:t>
            </a:r>
            <a:r>
              <a:rPr sz="1800" b="1" dirty="0">
                <a:latin typeface="Calibri"/>
                <a:cs typeface="Calibri"/>
              </a:rPr>
              <a:t>be</a:t>
            </a:r>
            <a:r>
              <a:rPr sz="1800" b="1" spc="-10" dirty="0">
                <a:latin typeface="Calibri"/>
                <a:cs typeface="Calibri"/>
              </a:rPr>
              <a:t> measured</a:t>
            </a:r>
            <a:r>
              <a:rPr sz="1800" b="1" spc="-15" dirty="0">
                <a:latin typeface="Calibri"/>
                <a:cs typeface="Calibri"/>
              </a:rPr>
              <a:t> </a:t>
            </a:r>
            <a:r>
              <a:rPr sz="1800" b="1" spc="-10" dirty="0">
                <a:latin typeface="Calibri"/>
                <a:cs typeface="Calibri"/>
              </a:rPr>
              <a:t>reliably</a:t>
            </a:r>
            <a:r>
              <a:rPr sz="1800" b="1" dirty="0">
                <a:latin typeface="Calibri"/>
                <a:cs typeface="Calibri"/>
              </a:rPr>
              <a:t> </a:t>
            </a:r>
            <a:r>
              <a:rPr sz="1800" b="1" spc="-5" dirty="0">
                <a:latin typeface="Calibri"/>
                <a:cs typeface="Calibri"/>
              </a:rPr>
              <a:t>as</a:t>
            </a:r>
            <a:r>
              <a:rPr sz="1800" b="1" spc="-25" dirty="0">
                <a:latin typeface="Calibri"/>
                <a:cs typeface="Calibri"/>
              </a:rPr>
              <a:t> </a:t>
            </a:r>
            <a:r>
              <a:rPr sz="1800" b="1" spc="-5" dirty="0">
                <a:latin typeface="Calibri"/>
                <a:cs typeface="Calibri"/>
              </a:rPr>
              <a:t>an</a:t>
            </a:r>
            <a:r>
              <a:rPr sz="1800" b="1" spc="5" dirty="0">
                <a:latin typeface="Calibri"/>
                <a:cs typeface="Calibri"/>
              </a:rPr>
              <a:t> </a:t>
            </a:r>
            <a:r>
              <a:rPr sz="1800" b="1" dirty="0">
                <a:latin typeface="Calibri"/>
                <a:cs typeface="Calibri"/>
              </a:rPr>
              <a:t>ion</a:t>
            </a:r>
            <a:r>
              <a:rPr sz="1800" b="1" spc="-15" dirty="0">
                <a:latin typeface="Calibri"/>
                <a:cs typeface="Calibri"/>
              </a:rPr>
              <a:t> </a:t>
            </a:r>
            <a:r>
              <a:rPr sz="1800" b="1" spc="-5" dirty="0">
                <a:latin typeface="Calibri"/>
                <a:cs typeface="Calibri"/>
              </a:rPr>
              <a:t>"count".</a:t>
            </a:r>
            <a:endParaRPr sz="1800" dirty="0">
              <a:latin typeface="Calibri"/>
              <a:cs typeface="Calibri"/>
            </a:endParaRPr>
          </a:p>
        </p:txBody>
      </p:sp>
    </p:spTree>
  </p:cSld>
  <p:clrMapOvr>
    <a:masterClrMapping/>
  </p:clrMapOvr>
  <p:transition>
    <p:wipe dir="d"/>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C7F685-D34E-0A50-154E-C341478614B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E7C6C32-17C2-6F90-E5FA-60B86AF2E91F}"/>
              </a:ext>
            </a:extLst>
          </p:cNvPr>
          <p:cNvSpPr txBox="1"/>
          <p:nvPr/>
        </p:nvSpPr>
        <p:spPr>
          <a:xfrm>
            <a:off x="7467600" y="1143000"/>
            <a:ext cx="184731" cy="646331"/>
          </a:xfrm>
          <a:prstGeom prst="rect">
            <a:avLst/>
          </a:prstGeom>
          <a:noFill/>
        </p:spPr>
        <p:txBody>
          <a:bodyPr wrap="none" rtlCol="0">
            <a:spAutoFit/>
          </a:bodyPr>
          <a:lstStyle/>
          <a:p>
            <a:endParaRPr lang="en-IN" dirty="0"/>
          </a:p>
          <a:p>
            <a:endParaRPr lang="en-IN" dirty="0"/>
          </a:p>
        </p:txBody>
      </p:sp>
      <p:sp>
        <p:nvSpPr>
          <p:cNvPr id="8" name="TextBox 7">
            <a:extLst>
              <a:ext uri="{FF2B5EF4-FFF2-40B4-BE49-F238E27FC236}">
                <a16:creationId xmlns:a16="http://schemas.microsoft.com/office/drawing/2014/main" id="{B4D12C7C-5B69-7642-7BE4-B0BA0428A6B0}"/>
              </a:ext>
            </a:extLst>
          </p:cNvPr>
          <p:cNvSpPr txBox="1"/>
          <p:nvPr/>
        </p:nvSpPr>
        <p:spPr>
          <a:xfrm>
            <a:off x="1066800" y="0"/>
            <a:ext cx="8077200" cy="954107"/>
          </a:xfrm>
          <a:prstGeom prst="rect">
            <a:avLst/>
          </a:prstGeom>
          <a:noFill/>
        </p:spPr>
        <p:txBody>
          <a:bodyPr wrap="square" rtlCol="0">
            <a:spAutoFit/>
          </a:bodyPr>
          <a:lstStyle/>
          <a:p>
            <a:pPr algn="ctr"/>
            <a:r>
              <a:rPr lang="en-IN" sz="2800" b="1" i="0" u="sng" strike="noStrike" baseline="0" dirty="0">
                <a:latin typeface="Times New Roman" panose="02020603050405020304" pitchFamily="18" charset="0"/>
              </a:rPr>
              <a:t>Spectral Interferences – I</a:t>
            </a:r>
          </a:p>
          <a:p>
            <a:pPr algn="ctr"/>
            <a:r>
              <a:rPr lang="en-US" sz="1800" b="1" i="0" u="none" strike="noStrike" baseline="0" dirty="0">
                <a:solidFill>
                  <a:srgbClr val="0000FF"/>
                </a:solidFill>
                <a:latin typeface="Times New Roman" panose="02020603050405020304" pitchFamily="18" charset="0"/>
              </a:rPr>
              <a:t>Probably most serious type of interferences observed in ICP-MS </a:t>
            </a:r>
            <a:r>
              <a:rPr lang="en-IN" sz="2800" b="1" i="0" u="sng" strike="noStrike" baseline="0" dirty="0">
                <a:latin typeface="Times New Roman" panose="02020603050405020304" pitchFamily="18" charset="0"/>
              </a:rPr>
              <a:t> </a:t>
            </a:r>
            <a:endParaRPr lang="en-IN" sz="3200" u="sng" dirty="0">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F5F8DFBD-DB96-4FD2-DB2E-328DBD0C2AD1}"/>
              </a:ext>
            </a:extLst>
          </p:cNvPr>
          <p:cNvSpPr txBox="1"/>
          <p:nvPr/>
        </p:nvSpPr>
        <p:spPr>
          <a:xfrm>
            <a:off x="1061936" y="1156527"/>
            <a:ext cx="3901688" cy="4370427"/>
          </a:xfrm>
          <a:prstGeom prst="rect">
            <a:avLst/>
          </a:prstGeom>
          <a:noFill/>
        </p:spPr>
        <p:txBody>
          <a:bodyPr wrap="square" rtlCol="0">
            <a:spAutoFit/>
          </a:bodyPr>
          <a:lstStyle/>
          <a:p>
            <a:pPr marL="285750" indent="-285750" algn="just">
              <a:buFont typeface="Wingdings" panose="05000000000000000000" pitchFamily="2" charset="2"/>
              <a:buChar char="Ø"/>
            </a:pPr>
            <a:r>
              <a:rPr lang="en-US" sz="1800" b="1" i="0" u="none" strike="noStrike" baseline="0" dirty="0">
                <a:latin typeface="Times New Roman" panose="02020603050405020304" pitchFamily="18" charset="0"/>
              </a:rPr>
              <a:t>Polyatomic or molecular spectral interferences: </a:t>
            </a:r>
            <a:r>
              <a:rPr lang="en-US" sz="1600" b="0" i="0" u="none" strike="noStrike" baseline="0" dirty="0">
                <a:latin typeface="Times New Roman" panose="02020603050405020304" pitchFamily="18" charset="0"/>
              </a:rPr>
              <a:t>produced by the combination of two or more atomic ions derived from the</a:t>
            </a:r>
          </a:p>
          <a:p>
            <a:pPr marL="400050" indent="-400050" algn="just">
              <a:buFont typeface="+mj-lt"/>
              <a:buAutoNum type="romanLcPeriod"/>
            </a:pPr>
            <a:r>
              <a:rPr lang="pt-BR" sz="1600" b="0" i="0" u="none" strike="noStrike" baseline="0" dirty="0">
                <a:latin typeface="Times New Roman" panose="02020603050405020304" pitchFamily="18" charset="0"/>
              </a:rPr>
              <a:t>Plasma / nebulizer gas (e.g. </a:t>
            </a:r>
            <a:r>
              <a:rPr lang="pt-BR" sz="1600" b="0" i="0" u="none" strike="noStrike" baseline="30000" dirty="0">
                <a:latin typeface="Times New Roman" panose="02020603050405020304" pitchFamily="18" charset="0"/>
              </a:rPr>
              <a:t>40</a:t>
            </a:r>
            <a:r>
              <a:rPr lang="pt-BR" sz="1600" b="0" i="0" u="none" strike="noStrike" baseline="0" dirty="0">
                <a:latin typeface="Times New Roman" panose="02020603050405020304" pitchFamily="18" charset="0"/>
              </a:rPr>
              <a:t>Ar</a:t>
            </a:r>
            <a:r>
              <a:rPr lang="pt-BR" sz="1600" b="0" i="0" u="none" strike="noStrike" baseline="30000" dirty="0">
                <a:latin typeface="Times New Roman" panose="02020603050405020304" pitchFamily="18" charset="0"/>
              </a:rPr>
              <a:t>+</a:t>
            </a:r>
            <a:r>
              <a:rPr lang="pt-BR" sz="1600" b="0" i="0" u="none" strike="noStrike" baseline="0" dirty="0">
                <a:latin typeface="Times New Roman" panose="02020603050405020304" pitchFamily="18" charset="0"/>
              </a:rPr>
              <a:t> vs </a:t>
            </a:r>
            <a:r>
              <a:rPr lang="pt-BR" sz="1600" b="0" i="0" u="none" strike="noStrike" baseline="30000" dirty="0">
                <a:latin typeface="Times New Roman" panose="02020603050405020304" pitchFamily="18" charset="0"/>
              </a:rPr>
              <a:t>40</a:t>
            </a:r>
            <a:r>
              <a:rPr lang="pt-BR" sz="1600" b="0" i="0" u="none" strike="noStrike" baseline="0" dirty="0">
                <a:latin typeface="Times New Roman" panose="02020603050405020304" pitchFamily="18" charset="0"/>
              </a:rPr>
              <a:t>Ca</a:t>
            </a:r>
            <a:r>
              <a:rPr lang="pt-BR" sz="1600" b="0" i="0" u="none" strike="noStrike" baseline="30000" dirty="0">
                <a:latin typeface="Times New Roman" panose="02020603050405020304" pitchFamily="18" charset="0"/>
              </a:rPr>
              <a:t>+</a:t>
            </a:r>
            <a:r>
              <a:rPr lang="pt-BR" sz="1600" b="0" i="0" u="none" strike="noStrike" baseline="0" dirty="0">
                <a:latin typeface="Times New Roman" panose="02020603050405020304" pitchFamily="18" charset="0"/>
              </a:rPr>
              <a:t>; </a:t>
            </a:r>
            <a:r>
              <a:rPr lang="pt-BR" sz="1600" b="0" i="0" u="none" strike="noStrike" baseline="30000" dirty="0">
                <a:latin typeface="Times New Roman" panose="02020603050405020304" pitchFamily="18" charset="0"/>
              </a:rPr>
              <a:t>40</a:t>
            </a:r>
            <a:r>
              <a:rPr lang="pt-BR" sz="1600" b="0" i="0" u="none" strike="noStrike" baseline="0" dirty="0">
                <a:latin typeface="Times New Roman" panose="02020603050405020304" pitchFamily="18" charset="0"/>
              </a:rPr>
              <a:t>Ar</a:t>
            </a:r>
            <a:r>
              <a:rPr lang="pt-BR" sz="1600" b="0" i="0" u="none" strike="noStrike" baseline="30000" dirty="0">
                <a:latin typeface="Times New Roman" panose="02020603050405020304" pitchFamily="18" charset="0"/>
              </a:rPr>
              <a:t>16</a:t>
            </a:r>
            <a:r>
              <a:rPr lang="pt-BR" sz="1600" b="0" i="0" u="none" strike="noStrike" baseline="0" dirty="0">
                <a:latin typeface="Times New Roman" panose="02020603050405020304" pitchFamily="18" charset="0"/>
              </a:rPr>
              <a:t>O</a:t>
            </a:r>
            <a:r>
              <a:rPr lang="pt-BR" sz="1600" b="0" i="0" u="none" strike="noStrike" baseline="30000" dirty="0">
                <a:latin typeface="Times New Roman" panose="02020603050405020304" pitchFamily="18" charset="0"/>
              </a:rPr>
              <a:t>+ </a:t>
            </a:r>
            <a:r>
              <a:rPr lang="pt-BR" sz="1600" b="0" i="0" u="none" strike="noStrike" baseline="0" dirty="0">
                <a:latin typeface="Times New Roman" panose="02020603050405020304" pitchFamily="18" charset="0"/>
              </a:rPr>
              <a:t>vs </a:t>
            </a:r>
            <a:r>
              <a:rPr lang="pt-BR" sz="1600" b="0" i="0" u="none" strike="noStrike" baseline="30000" dirty="0">
                <a:latin typeface="Times New Roman" panose="02020603050405020304" pitchFamily="18" charset="0"/>
              </a:rPr>
              <a:t>56</a:t>
            </a:r>
            <a:r>
              <a:rPr lang="pt-BR" sz="1600" b="0" i="0" u="none" strike="noStrike" baseline="0" dirty="0">
                <a:latin typeface="Times New Roman" panose="02020603050405020304" pitchFamily="18" charset="0"/>
              </a:rPr>
              <a:t>Fe</a:t>
            </a:r>
            <a:r>
              <a:rPr lang="pt-BR" sz="1600" b="0" i="0" u="none" strike="noStrike" baseline="30000" dirty="0">
                <a:latin typeface="Times New Roman" panose="02020603050405020304" pitchFamily="18" charset="0"/>
              </a:rPr>
              <a:t>+</a:t>
            </a:r>
            <a:r>
              <a:rPr lang="pt-BR" sz="1600" b="0" i="0" u="none" strike="noStrike" baseline="0" dirty="0">
                <a:latin typeface="Times New Roman" panose="02020603050405020304" pitchFamily="18" charset="0"/>
              </a:rPr>
              <a:t>; </a:t>
            </a:r>
            <a:r>
              <a:rPr lang="pt-BR" sz="1600" b="0" i="0" u="none" strike="noStrike" baseline="30000" dirty="0">
                <a:latin typeface="Times New Roman" panose="02020603050405020304" pitchFamily="18" charset="0"/>
              </a:rPr>
              <a:t>40</a:t>
            </a:r>
            <a:r>
              <a:rPr lang="pt-BR" sz="1600" b="0" i="0" u="none" strike="noStrike" baseline="0" dirty="0">
                <a:latin typeface="Times New Roman" panose="02020603050405020304" pitchFamily="18" charset="0"/>
              </a:rPr>
              <a:t>Ar</a:t>
            </a:r>
            <a:r>
              <a:rPr lang="pt-BR" sz="1600" b="0" i="0" u="none" strike="noStrike" baseline="30000" dirty="0">
                <a:latin typeface="Times New Roman" panose="02020603050405020304" pitchFamily="18" charset="0"/>
              </a:rPr>
              <a:t>40</a:t>
            </a:r>
            <a:r>
              <a:rPr lang="pt-BR" sz="1600" b="0" i="0" u="none" strike="noStrike" baseline="0" dirty="0">
                <a:latin typeface="Times New Roman" panose="02020603050405020304" pitchFamily="18" charset="0"/>
              </a:rPr>
              <a:t>Ar</a:t>
            </a:r>
            <a:r>
              <a:rPr lang="pt-BR" sz="1600" b="0" i="0" u="none" strike="noStrike" baseline="30000" dirty="0">
                <a:latin typeface="Times New Roman" panose="02020603050405020304" pitchFamily="18" charset="0"/>
              </a:rPr>
              <a:t>+</a:t>
            </a:r>
            <a:r>
              <a:rPr lang="pt-BR" sz="1600" b="0" i="0" u="none" strike="noStrike" baseline="0" dirty="0">
                <a:latin typeface="Times New Roman" panose="02020603050405020304" pitchFamily="18" charset="0"/>
              </a:rPr>
              <a:t> vs </a:t>
            </a:r>
            <a:r>
              <a:rPr lang="pt-BR" sz="1600" b="0" i="0" u="none" strike="noStrike" baseline="30000" dirty="0">
                <a:latin typeface="Times New Roman" panose="02020603050405020304" pitchFamily="18" charset="0"/>
              </a:rPr>
              <a:t>80</a:t>
            </a:r>
            <a:r>
              <a:rPr lang="pt-BR" sz="1600" b="0" i="0" u="none" strike="noStrike" baseline="0" dirty="0">
                <a:latin typeface="Times New Roman" panose="02020603050405020304" pitchFamily="18" charset="0"/>
              </a:rPr>
              <a:t>Se</a:t>
            </a:r>
            <a:r>
              <a:rPr lang="pt-BR" sz="1600" b="0" i="0" u="none" strike="noStrike" baseline="30000" dirty="0">
                <a:latin typeface="Times New Roman" panose="02020603050405020304" pitchFamily="18" charset="0"/>
              </a:rPr>
              <a:t>+</a:t>
            </a:r>
            <a:r>
              <a:rPr lang="pt-BR" sz="1600" b="0" i="0" u="none" strike="noStrike" baseline="0" dirty="0">
                <a:latin typeface="Times New Roman" panose="02020603050405020304" pitchFamily="18" charset="0"/>
              </a:rPr>
              <a:t>; </a:t>
            </a:r>
            <a:r>
              <a:rPr lang="pt-BR" sz="1600" b="0" i="0" u="none" strike="noStrike" baseline="30000" dirty="0">
                <a:latin typeface="Times New Roman" panose="02020603050405020304" pitchFamily="18" charset="0"/>
              </a:rPr>
              <a:t>38</a:t>
            </a:r>
            <a:r>
              <a:rPr lang="pt-BR" sz="1600" b="0" i="0" u="none" strike="noStrike" baseline="0" dirty="0">
                <a:latin typeface="Times New Roman" panose="02020603050405020304" pitchFamily="18" charset="0"/>
              </a:rPr>
              <a:t>Ar</a:t>
            </a:r>
            <a:r>
              <a:rPr lang="pt-BR" sz="1600" b="0" i="0" u="none" strike="noStrike" baseline="30000" dirty="0">
                <a:latin typeface="Times New Roman" panose="02020603050405020304" pitchFamily="18" charset="0"/>
              </a:rPr>
              <a:t>1</a:t>
            </a:r>
            <a:r>
              <a:rPr lang="pt-BR" sz="1600" b="0" i="0" u="none" strike="noStrike" baseline="0" dirty="0">
                <a:latin typeface="Times New Roman" panose="02020603050405020304" pitchFamily="18" charset="0"/>
              </a:rPr>
              <a:t>H</a:t>
            </a:r>
            <a:r>
              <a:rPr lang="pt-BR" sz="1600" b="0" i="0" u="none" strike="noStrike" baseline="30000" dirty="0">
                <a:latin typeface="Times New Roman" panose="02020603050405020304" pitchFamily="18" charset="0"/>
              </a:rPr>
              <a:t>+</a:t>
            </a:r>
            <a:r>
              <a:rPr lang="pt-BR" sz="1600" b="0" i="0" u="none" strike="noStrike" baseline="0" dirty="0">
                <a:latin typeface="Times New Roman" panose="02020603050405020304" pitchFamily="18" charset="0"/>
              </a:rPr>
              <a:t> vs </a:t>
            </a:r>
            <a:r>
              <a:rPr lang="pt-BR" sz="1600" b="0" i="0" u="none" strike="noStrike" baseline="30000" dirty="0">
                <a:latin typeface="Times New Roman" panose="02020603050405020304" pitchFamily="18" charset="0"/>
              </a:rPr>
              <a:t>39</a:t>
            </a:r>
            <a:r>
              <a:rPr lang="pt-BR" sz="1600" b="0" i="0" u="none" strike="noStrike" baseline="0" dirty="0">
                <a:latin typeface="Times New Roman" panose="02020603050405020304" pitchFamily="18" charset="0"/>
              </a:rPr>
              <a:t>K</a:t>
            </a:r>
            <a:r>
              <a:rPr lang="pt-BR" sz="1600" b="0" i="0" u="none" strike="noStrike" baseline="30000" dirty="0">
                <a:latin typeface="Times New Roman" panose="02020603050405020304" pitchFamily="18" charset="0"/>
              </a:rPr>
              <a:t>+</a:t>
            </a:r>
            <a:r>
              <a:rPr lang="pt-BR" sz="1600" b="0" i="0" u="none" strike="noStrike" baseline="0" dirty="0">
                <a:latin typeface="Times New Roman" panose="02020603050405020304" pitchFamily="18" charset="0"/>
              </a:rPr>
              <a:t>; etc.)</a:t>
            </a:r>
          </a:p>
          <a:p>
            <a:pPr marL="400050" indent="-400050" algn="just">
              <a:buFont typeface="+mj-lt"/>
              <a:buAutoNum type="romanLcPeriod"/>
            </a:pPr>
            <a:r>
              <a:rPr lang="en-IN" sz="1600" b="0" i="0" u="none" strike="noStrike" baseline="0" dirty="0">
                <a:latin typeface="Times New Roman" panose="02020603050405020304" pitchFamily="18" charset="0"/>
              </a:rPr>
              <a:t>Matrix components in the sample (e.g. </a:t>
            </a:r>
            <a:r>
              <a:rPr lang="en-IN" sz="1600" b="0" i="0" u="none" strike="noStrike" baseline="30000" dirty="0">
                <a:latin typeface="Times New Roman" panose="02020603050405020304" pitchFamily="18" charset="0"/>
              </a:rPr>
              <a:t>40</a:t>
            </a:r>
            <a:r>
              <a:rPr lang="en-IN" sz="1600" b="0" i="0" u="none" strike="noStrike" baseline="0" dirty="0">
                <a:latin typeface="Times New Roman" panose="02020603050405020304" pitchFamily="18" charset="0"/>
              </a:rPr>
              <a:t>Ar</a:t>
            </a:r>
            <a:r>
              <a:rPr lang="en-IN" sz="1600" b="0" i="0" u="none" strike="noStrike" baseline="30000" dirty="0">
                <a:latin typeface="Times New Roman" panose="02020603050405020304" pitchFamily="18" charset="0"/>
              </a:rPr>
              <a:t>23</a:t>
            </a:r>
            <a:r>
              <a:rPr lang="en-IN" sz="1600" b="0" i="0" u="none" strike="noStrike" baseline="0" dirty="0">
                <a:latin typeface="Times New Roman" panose="02020603050405020304" pitchFamily="18" charset="0"/>
              </a:rPr>
              <a:t>Na</a:t>
            </a:r>
            <a:r>
              <a:rPr lang="en-IN" sz="1600" b="0" i="0" u="none" strike="noStrike" baseline="30000" dirty="0">
                <a:latin typeface="Times New Roman" panose="02020603050405020304" pitchFamily="18" charset="0"/>
              </a:rPr>
              <a:t>+</a:t>
            </a:r>
            <a:r>
              <a:rPr lang="en-IN" sz="1600" b="0" i="0" u="none" strike="noStrike" baseline="0" dirty="0">
                <a:latin typeface="Times New Roman" panose="02020603050405020304" pitchFamily="18" charset="0"/>
              </a:rPr>
              <a:t> vs </a:t>
            </a:r>
            <a:r>
              <a:rPr lang="en-IN" sz="1600" b="0" i="0" u="none" strike="noStrike" baseline="30000" dirty="0">
                <a:latin typeface="Times New Roman" panose="02020603050405020304" pitchFamily="18" charset="0"/>
              </a:rPr>
              <a:t>63</a:t>
            </a:r>
            <a:r>
              <a:rPr lang="en-IN" sz="1600" b="0" i="0" u="none" strike="noStrike" baseline="0" dirty="0">
                <a:latin typeface="Times New Roman" panose="02020603050405020304" pitchFamily="18" charset="0"/>
              </a:rPr>
              <a:t>Cu</a:t>
            </a:r>
            <a:r>
              <a:rPr lang="en-IN" sz="1600" b="0" i="0" u="none" strike="noStrike" baseline="30000" dirty="0">
                <a:latin typeface="Times New Roman" panose="02020603050405020304" pitchFamily="18" charset="0"/>
              </a:rPr>
              <a:t>+</a:t>
            </a:r>
            <a:r>
              <a:rPr lang="en-IN" sz="1600" b="0" i="0" u="none" strike="noStrike" baseline="0" dirty="0">
                <a:latin typeface="Times New Roman" panose="02020603050405020304" pitchFamily="18" charset="0"/>
              </a:rPr>
              <a:t>; etc. )</a:t>
            </a:r>
          </a:p>
          <a:p>
            <a:pPr marL="400050" indent="-400050" algn="just">
              <a:buFont typeface="+mj-lt"/>
              <a:buAutoNum type="romanLcPeriod"/>
            </a:pPr>
            <a:r>
              <a:rPr lang="pt-BR" sz="1600" b="0" i="0" u="none" strike="noStrike" baseline="0" dirty="0">
                <a:latin typeface="Times New Roman" panose="02020603050405020304" pitchFamily="18" charset="0"/>
              </a:rPr>
              <a:t>Solvent or acid used in the sample preparation (e.g. </a:t>
            </a:r>
            <a:r>
              <a:rPr lang="pt-BR" sz="1600" b="0" i="0" u="none" strike="noStrike" baseline="30000" dirty="0">
                <a:latin typeface="Times New Roman" panose="02020603050405020304" pitchFamily="18" charset="0"/>
              </a:rPr>
              <a:t>40</a:t>
            </a:r>
            <a:r>
              <a:rPr lang="pt-BR" sz="1600" b="0" i="0" u="none" strike="noStrike" baseline="0" dirty="0">
                <a:latin typeface="Times New Roman" panose="02020603050405020304" pitchFamily="18" charset="0"/>
              </a:rPr>
              <a:t>Ar</a:t>
            </a:r>
            <a:r>
              <a:rPr lang="pt-BR" sz="1600" b="0" i="0" u="none" strike="noStrike" baseline="30000" dirty="0">
                <a:latin typeface="Times New Roman" panose="02020603050405020304" pitchFamily="18" charset="0"/>
              </a:rPr>
              <a:t>12</a:t>
            </a:r>
            <a:r>
              <a:rPr lang="pt-BR" sz="1600" b="0" i="0" u="none" strike="noStrike" baseline="0" dirty="0">
                <a:latin typeface="Times New Roman" panose="02020603050405020304" pitchFamily="18" charset="0"/>
              </a:rPr>
              <a:t>C</a:t>
            </a:r>
            <a:r>
              <a:rPr lang="pt-BR" sz="1600" b="0" i="0" u="none" strike="noStrike" baseline="30000" dirty="0">
                <a:latin typeface="Times New Roman" panose="02020603050405020304" pitchFamily="18" charset="0"/>
              </a:rPr>
              <a:t>+</a:t>
            </a:r>
            <a:r>
              <a:rPr lang="pt-BR" sz="1600" b="0" i="0" u="none" strike="noStrike" baseline="0" dirty="0">
                <a:latin typeface="Times New Roman" panose="02020603050405020304" pitchFamily="18" charset="0"/>
              </a:rPr>
              <a:t> vs </a:t>
            </a:r>
            <a:r>
              <a:rPr lang="pt-BR" sz="1600" b="0" i="0" u="none" strike="noStrike" baseline="30000" dirty="0">
                <a:latin typeface="Times New Roman" panose="02020603050405020304" pitchFamily="18" charset="0"/>
              </a:rPr>
              <a:t>52</a:t>
            </a:r>
            <a:r>
              <a:rPr lang="pt-BR" sz="1600" b="0" i="0" u="none" strike="noStrike" baseline="0" dirty="0">
                <a:latin typeface="Times New Roman" panose="02020603050405020304" pitchFamily="18" charset="0"/>
              </a:rPr>
              <a:t>Cr</a:t>
            </a:r>
            <a:r>
              <a:rPr lang="pt-BR" sz="1600" b="0" i="0" u="none" strike="noStrike" baseline="30000" dirty="0">
                <a:latin typeface="Times New Roman" panose="02020603050405020304" pitchFamily="18" charset="0"/>
              </a:rPr>
              <a:t>+</a:t>
            </a:r>
            <a:r>
              <a:rPr lang="pt-BR" sz="1600" b="0" i="0" u="none" strike="noStrike" baseline="0" dirty="0">
                <a:latin typeface="Times New Roman" panose="02020603050405020304" pitchFamily="18" charset="0"/>
              </a:rPr>
              <a:t>; </a:t>
            </a:r>
            <a:r>
              <a:rPr lang="pt-BR" sz="1600" b="0" i="0" u="none" strike="noStrike" baseline="30000" dirty="0">
                <a:latin typeface="Times New Roman" panose="02020603050405020304" pitchFamily="18" charset="0"/>
              </a:rPr>
              <a:t>40</a:t>
            </a:r>
            <a:r>
              <a:rPr lang="pt-BR" sz="1600" b="0" i="0" u="none" strike="noStrike" baseline="0" dirty="0">
                <a:latin typeface="Times New Roman" panose="02020603050405020304" pitchFamily="18" charset="0"/>
              </a:rPr>
              <a:t>Ar</a:t>
            </a:r>
            <a:r>
              <a:rPr lang="pt-BR" sz="1600" b="0" i="0" u="none" strike="noStrike" baseline="30000" dirty="0">
                <a:latin typeface="Times New Roman" panose="02020603050405020304" pitchFamily="18" charset="0"/>
              </a:rPr>
              <a:t>35</a:t>
            </a:r>
            <a:r>
              <a:rPr lang="pt-BR" sz="1600" b="0" i="0" u="none" strike="noStrike" baseline="0" dirty="0">
                <a:latin typeface="Times New Roman" panose="02020603050405020304" pitchFamily="18" charset="0"/>
              </a:rPr>
              <a:t>Cl</a:t>
            </a:r>
            <a:r>
              <a:rPr lang="pt-BR" sz="1600" b="0" i="0" u="none" strike="noStrike" baseline="30000" dirty="0">
                <a:latin typeface="Times New Roman" panose="02020603050405020304" pitchFamily="18" charset="0"/>
              </a:rPr>
              <a:t>+</a:t>
            </a:r>
            <a:r>
              <a:rPr lang="pt-BR" sz="1600" b="0" i="0" u="none" strike="noStrike" baseline="0" dirty="0">
                <a:latin typeface="Times New Roman" panose="02020603050405020304" pitchFamily="18" charset="0"/>
              </a:rPr>
              <a:t> vs </a:t>
            </a:r>
            <a:r>
              <a:rPr lang="pt-BR" sz="1600" b="0" i="0" u="none" strike="noStrike" baseline="30000" dirty="0">
                <a:latin typeface="Times New Roman" panose="02020603050405020304" pitchFamily="18" charset="0"/>
              </a:rPr>
              <a:t>75</a:t>
            </a:r>
            <a:r>
              <a:rPr lang="pt-BR" sz="1600" b="0" i="0" u="none" strike="noStrike" baseline="0" dirty="0">
                <a:latin typeface="Times New Roman" panose="02020603050405020304" pitchFamily="18" charset="0"/>
              </a:rPr>
              <a:t>As</a:t>
            </a:r>
            <a:r>
              <a:rPr lang="pt-BR" sz="1600" b="0" i="0" u="none" strike="noStrike" baseline="30000" dirty="0">
                <a:latin typeface="Times New Roman" panose="02020603050405020304" pitchFamily="18" charset="0"/>
              </a:rPr>
              <a:t>+</a:t>
            </a:r>
            <a:r>
              <a:rPr lang="pt-BR" sz="1600" b="0" i="0" u="none" strike="noStrike" baseline="0" dirty="0">
                <a:latin typeface="Times New Roman" panose="02020603050405020304" pitchFamily="18" charset="0"/>
              </a:rPr>
              <a:t>; </a:t>
            </a:r>
            <a:r>
              <a:rPr lang="pt-BR" sz="1600" b="0" i="0" u="none" strike="noStrike" baseline="30000" dirty="0">
                <a:latin typeface="Times New Roman" panose="02020603050405020304" pitchFamily="18" charset="0"/>
              </a:rPr>
              <a:t>35</a:t>
            </a:r>
            <a:r>
              <a:rPr lang="pt-BR" sz="1600" b="0" i="0" u="none" strike="noStrike" baseline="0" dirty="0">
                <a:latin typeface="Times New Roman" panose="02020603050405020304" pitchFamily="18" charset="0"/>
              </a:rPr>
              <a:t>Cl</a:t>
            </a:r>
            <a:r>
              <a:rPr lang="pt-BR" sz="1600" b="0" i="0" u="none" strike="noStrike" baseline="30000" dirty="0">
                <a:latin typeface="Times New Roman" panose="02020603050405020304" pitchFamily="18" charset="0"/>
              </a:rPr>
              <a:t>16</a:t>
            </a:r>
            <a:r>
              <a:rPr lang="pt-BR" sz="1600" b="0" i="0" u="none" strike="noStrike" baseline="0" dirty="0">
                <a:latin typeface="Times New Roman" panose="02020603050405020304" pitchFamily="18" charset="0"/>
              </a:rPr>
              <a:t>O+ vs </a:t>
            </a:r>
            <a:r>
              <a:rPr lang="pt-BR" sz="1600" b="0" i="0" u="none" strike="noStrike" baseline="30000" dirty="0">
                <a:latin typeface="Times New Roman" panose="02020603050405020304" pitchFamily="18" charset="0"/>
              </a:rPr>
              <a:t>51</a:t>
            </a:r>
            <a:r>
              <a:rPr lang="pt-BR" sz="1600" b="0" i="0" u="none" strike="noStrike" baseline="0" dirty="0">
                <a:latin typeface="Times New Roman" panose="02020603050405020304" pitchFamily="18" charset="0"/>
              </a:rPr>
              <a:t>V</a:t>
            </a:r>
            <a:r>
              <a:rPr lang="pt-BR" sz="1600" b="0" i="0" u="none" strike="noStrike" baseline="30000" dirty="0">
                <a:latin typeface="Times New Roman" panose="02020603050405020304" pitchFamily="18" charset="0"/>
              </a:rPr>
              <a:t>+</a:t>
            </a:r>
            <a:r>
              <a:rPr lang="pt-BR" sz="1600" b="0" i="0" u="none" strike="noStrike" baseline="0" dirty="0">
                <a:latin typeface="Times New Roman" panose="02020603050405020304" pitchFamily="18" charset="0"/>
              </a:rPr>
              <a:t>; </a:t>
            </a:r>
            <a:r>
              <a:rPr lang="pt-BR" sz="1600" b="0" i="0" u="none" strike="noStrike" baseline="30000" dirty="0">
                <a:latin typeface="Times New Roman" panose="02020603050405020304" pitchFamily="18" charset="0"/>
              </a:rPr>
              <a:t>40</a:t>
            </a:r>
            <a:r>
              <a:rPr lang="pt-BR" sz="1600" b="0" i="0" u="none" strike="noStrike" baseline="0" dirty="0">
                <a:latin typeface="Times New Roman" panose="02020603050405020304" pitchFamily="18" charset="0"/>
              </a:rPr>
              <a:t>Ar</a:t>
            </a:r>
            <a:r>
              <a:rPr lang="pt-BR" sz="1600" b="0" i="0" u="none" strike="noStrike" baseline="30000" dirty="0">
                <a:latin typeface="Times New Roman" panose="02020603050405020304" pitchFamily="18" charset="0"/>
              </a:rPr>
              <a:t>15</a:t>
            </a:r>
            <a:r>
              <a:rPr lang="pt-BR" sz="1600" b="0" i="0" u="none" strike="noStrike" baseline="0" dirty="0">
                <a:latin typeface="Times New Roman" panose="02020603050405020304" pitchFamily="18" charset="0"/>
              </a:rPr>
              <a:t>N</a:t>
            </a:r>
            <a:r>
              <a:rPr lang="pt-BR" sz="1600" b="0" i="0" u="none" strike="noStrike" baseline="30000" dirty="0">
                <a:latin typeface="Times New Roman" panose="02020603050405020304" pitchFamily="18" charset="0"/>
              </a:rPr>
              <a:t>+</a:t>
            </a:r>
            <a:r>
              <a:rPr lang="pt-BR" sz="1600" b="0" i="0" u="none" strike="noStrike" baseline="0" dirty="0">
                <a:latin typeface="Times New Roman" panose="02020603050405020304" pitchFamily="18" charset="0"/>
              </a:rPr>
              <a:t> vs </a:t>
            </a:r>
            <a:r>
              <a:rPr lang="pt-BR" sz="1600" b="0" i="0" u="none" strike="noStrike" baseline="30000" dirty="0">
                <a:latin typeface="Times New Roman" panose="02020603050405020304" pitchFamily="18" charset="0"/>
              </a:rPr>
              <a:t>55</a:t>
            </a:r>
            <a:r>
              <a:rPr lang="pt-BR" sz="1600" b="0" i="0" u="none" strike="noStrike" baseline="0" dirty="0">
                <a:latin typeface="Times New Roman" panose="02020603050405020304" pitchFamily="18" charset="0"/>
              </a:rPr>
              <a:t>Mn</a:t>
            </a:r>
            <a:r>
              <a:rPr lang="pt-BR" sz="1600" b="0" i="0" u="none" strike="noStrike" baseline="30000" dirty="0">
                <a:latin typeface="Times New Roman" panose="02020603050405020304" pitchFamily="18" charset="0"/>
              </a:rPr>
              <a:t>+</a:t>
            </a:r>
            <a:r>
              <a:rPr lang="pt-BR" sz="1600" b="0" i="0" u="none" strike="noStrike" baseline="0" dirty="0">
                <a:latin typeface="Times New Roman" panose="02020603050405020304" pitchFamily="18" charset="0"/>
              </a:rPr>
              <a:t>; </a:t>
            </a:r>
            <a:r>
              <a:rPr lang="pt-BR" sz="1600" b="0" i="0" u="none" strike="noStrike" baseline="30000" dirty="0">
                <a:latin typeface="Times New Roman" panose="02020603050405020304" pitchFamily="18" charset="0"/>
              </a:rPr>
              <a:t>32</a:t>
            </a:r>
            <a:r>
              <a:rPr lang="pt-BR" sz="1600" b="0" i="0" u="none" strike="noStrike" baseline="0" dirty="0">
                <a:latin typeface="Times New Roman" panose="02020603050405020304" pitchFamily="18" charset="0"/>
              </a:rPr>
              <a:t>S</a:t>
            </a:r>
            <a:r>
              <a:rPr lang="pt-BR" sz="1600" b="0" i="0" u="none" strike="noStrike" baseline="30000" dirty="0">
                <a:latin typeface="Times New Roman" panose="02020603050405020304" pitchFamily="18" charset="0"/>
              </a:rPr>
              <a:t>16</a:t>
            </a:r>
            <a:r>
              <a:rPr lang="pt-BR" sz="1600" b="0" i="0" u="none" strike="noStrike" baseline="0" dirty="0">
                <a:latin typeface="Times New Roman" panose="02020603050405020304" pitchFamily="18" charset="0"/>
              </a:rPr>
              <a:t>O</a:t>
            </a:r>
            <a:r>
              <a:rPr lang="pt-BR" sz="1600" b="0" i="0" u="none" strike="noStrike" baseline="30000" dirty="0">
                <a:latin typeface="Times New Roman" panose="02020603050405020304" pitchFamily="18" charset="0"/>
              </a:rPr>
              <a:t>16</a:t>
            </a:r>
            <a:r>
              <a:rPr lang="pt-BR" sz="1600" b="0" i="0" u="none" strike="noStrike" baseline="0" dirty="0">
                <a:latin typeface="Times New Roman" panose="02020603050405020304" pitchFamily="18" charset="0"/>
              </a:rPr>
              <a:t>O</a:t>
            </a:r>
            <a:r>
              <a:rPr lang="pt-BR" sz="1600" b="0" i="0" u="none" strike="noStrike" baseline="30000" dirty="0">
                <a:latin typeface="Times New Roman" panose="02020603050405020304" pitchFamily="18" charset="0"/>
              </a:rPr>
              <a:t>+</a:t>
            </a:r>
            <a:r>
              <a:rPr lang="pt-BR" sz="1600" b="0" i="0" u="none" strike="noStrike" baseline="0" dirty="0">
                <a:latin typeface="Times New Roman" panose="02020603050405020304" pitchFamily="18" charset="0"/>
              </a:rPr>
              <a:t> vs </a:t>
            </a:r>
            <a:r>
              <a:rPr lang="pt-BR" sz="1600" b="0" i="0" u="none" strike="noStrike" baseline="30000" dirty="0">
                <a:latin typeface="Times New Roman" panose="02020603050405020304" pitchFamily="18" charset="0"/>
              </a:rPr>
              <a:t>64</a:t>
            </a:r>
            <a:r>
              <a:rPr lang="pt-BR" sz="1600" b="0" i="0" u="none" strike="noStrike" baseline="0" dirty="0">
                <a:latin typeface="Times New Roman" panose="02020603050405020304" pitchFamily="18" charset="0"/>
              </a:rPr>
              <a:t>Zn</a:t>
            </a:r>
            <a:r>
              <a:rPr lang="pt-BR" sz="1600" b="0" i="0" u="none" strike="noStrike" baseline="30000" dirty="0">
                <a:latin typeface="Times New Roman" panose="02020603050405020304" pitchFamily="18" charset="0"/>
              </a:rPr>
              <a:t>+</a:t>
            </a:r>
            <a:r>
              <a:rPr lang="pt-BR" sz="1600" b="0" i="0" u="none" strike="noStrike" baseline="0" dirty="0">
                <a:latin typeface="Times New Roman" panose="02020603050405020304" pitchFamily="18" charset="0"/>
              </a:rPr>
              <a:t>; etc.)</a:t>
            </a:r>
          </a:p>
          <a:p>
            <a:pPr marL="400050" indent="-400050" algn="just">
              <a:buFont typeface="+mj-lt"/>
              <a:buAutoNum type="romanLcPeriod"/>
            </a:pPr>
            <a:r>
              <a:rPr lang="en-US" sz="1600" b="0" i="0" u="none" strike="noStrike" baseline="0" dirty="0">
                <a:latin typeface="Times New Roman" panose="02020603050405020304" pitchFamily="18" charset="0"/>
              </a:rPr>
              <a:t>Entrained oxygen and nitrogen from the surrounding air </a:t>
            </a:r>
          </a:p>
          <a:p>
            <a:endParaRPr lang="en-IN" dirty="0"/>
          </a:p>
        </p:txBody>
      </p:sp>
      <p:pic>
        <p:nvPicPr>
          <p:cNvPr id="3" name="Picture 2">
            <a:extLst>
              <a:ext uri="{FF2B5EF4-FFF2-40B4-BE49-F238E27FC236}">
                <a16:creationId xmlns:a16="http://schemas.microsoft.com/office/drawing/2014/main" id="{29386461-5573-D302-2F7E-E2E7ABB4FA23}"/>
              </a:ext>
            </a:extLst>
          </p:cNvPr>
          <p:cNvPicPr>
            <a:picLocks noChangeAspect="1"/>
          </p:cNvPicPr>
          <p:nvPr/>
        </p:nvPicPr>
        <p:blipFill>
          <a:blip r:embed="rId2"/>
          <a:stretch>
            <a:fillRect/>
          </a:stretch>
        </p:blipFill>
        <p:spPr>
          <a:xfrm>
            <a:off x="5230963" y="1017928"/>
            <a:ext cx="3901688" cy="5078512"/>
          </a:xfrm>
          <a:prstGeom prst="rect">
            <a:avLst/>
          </a:prstGeom>
        </p:spPr>
      </p:pic>
    </p:spTree>
    <p:extLst>
      <p:ext uri="{BB962C8B-B14F-4D97-AF65-F5344CB8AC3E}">
        <p14:creationId xmlns:p14="http://schemas.microsoft.com/office/powerpoint/2010/main" val="2985659673"/>
      </p:ext>
    </p:extLst>
  </p:cSld>
  <p:clrMapOvr>
    <a:masterClrMapping/>
  </p:clrMapOvr>
  <p:transition>
    <p:wipe dir="d"/>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B498E3-3141-BF9A-AD18-E5513DE487C5}"/>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2214E65-BC31-2FE7-8497-372910988AF1}"/>
              </a:ext>
            </a:extLst>
          </p:cNvPr>
          <p:cNvSpPr txBox="1"/>
          <p:nvPr/>
        </p:nvSpPr>
        <p:spPr>
          <a:xfrm>
            <a:off x="7467600" y="1143000"/>
            <a:ext cx="184731" cy="646331"/>
          </a:xfrm>
          <a:prstGeom prst="rect">
            <a:avLst/>
          </a:prstGeom>
          <a:noFill/>
        </p:spPr>
        <p:txBody>
          <a:bodyPr wrap="none" rtlCol="0">
            <a:spAutoFit/>
          </a:bodyPr>
          <a:lstStyle/>
          <a:p>
            <a:endParaRPr lang="en-IN" dirty="0"/>
          </a:p>
          <a:p>
            <a:endParaRPr lang="en-IN" dirty="0"/>
          </a:p>
        </p:txBody>
      </p:sp>
      <p:sp>
        <p:nvSpPr>
          <p:cNvPr id="8" name="TextBox 7">
            <a:extLst>
              <a:ext uri="{FF2B5EF4-FFF2-40B4-BE49-F238E27FC236}">
                <a16:creationId xmlns:a16="http://schemas.microsoft.com/office/drawing/2014/main" id="{1ADECFF4-7282-8D3C-F65B-FFA6FCE1EE63}"/>
              </a:ext>
            </a:extLst>
          </p:cNvPr>
          <p:cNvSpPr txBox="1"/>
          <p:nvPr/>
        </p:nvSpPr>
        <p:spPr>
          <a:xfrm>
            <a:off x="1066800" y="0"/>
            <a:ext cx="8077200" cy="523220"/>
          </a:xfrm>
          <a:prstGeom prst="rect">
            <a:avLst/>
          </a:prstGeom>
          <a:noFill/>
        </p:spPr>
        <p:txBody>
          <a:bodyPr wrap="square" rtlCol="0">
            <a:spAutoFit/>
          </a:bodyPr>
          <a:lstStyle/>
          <a:p>
            <a:pPr algn="ctr"/>
            <a:r>
              <a:rPr lang="en-IN" sz="2800" b="1" u="sng" dirty="0">
                <a:latin typeface="Times New Roman" panose="02020603050405020304" pitchFamily="18" charset="0"/>
              </a:rPr>
              <a:t>Spectral Interferences – II</a:t>
            </a:r>
            <a:r>
              <a:rPr lang="en-US" sz="2800" b="1" u="sng" dirty="0">
                <a:latin typeface="Times New Roman" panose="02020603050405020304" pitchFamily="18" charset="0"/>
              </a:rPr>
              <a:t> </a:t>
            </a:r>
            <a:endParaRPr lang="en-IN" sz="2800" b="1" u="sng" dirty="0">
              <a:latin typeface="Times New Roman" panose="02020603050405020304" pitchFamily="18" charset="0"/>
            </a:endParaRPr>
          </a:p>
        </p:txBody>
      </p:sp>
      <p:sp>
        <p:nvSpPr>
          <p:cNvPr id="11" name="TextBox 10">
            <a:extLst>
              <a:ext uri="{FF2B5EF4-FFF2-40B4-BE49-F238E27FC236}">
                <a16:creationId xmlns:a16="http://schemas.microsoft.com/office/drawing/2014/main" id="{277E7D16-6720-0F03-DCD0-44C450F2D2BA}"/>
              </a:ext>
            </a:extLst>
          </p:cNvPr>
          <p:cNvSpPr txBox="1"/>
          <p:nvPr/>
        </p:nvSpPr>
        <p:spPr>
          <a:xfrm>
            <a:off x="914400" y="727908"/>
            <a:ext cx="4327904" cy="5601533"/>
          </a:xfrm>
          <a:prstGeom prst="rect">
            <a:avLst/>
          </a:prstGeom>
          <a:noFill/>
        </p:spPr>
        <p:txBody>
          <a:bodyPr wrap="square" rtlCol="0">
            <a:spAutoFit/>
          </a:bodyPr>
          <a:lstStyle/>
          <a:p>
            <a:pPr marL="285750" indent="-285750" algn="just">
              <a:buFont typeface="Wingdings" panose="05000000000000000000" pitchFamily="2" charset="2"/>
              <a:buChar char="Ø"/>
            </a:pPr>
            <a:r>
              <a:rPr lang="en-IN" b="1" i="0" u="none" strike="noStrike" baseline="0" dirty="0">
                <a:latin typeface="Times New Roman" panose="02020603050405020304" pitchFamily="18" charset="0"/>
                <a:cs typeface="Times New Roman" panose="02020603050405020304" pitchFamily="18" charset="0"/>
              </a:rPr>
              <a:t>Hydrides, oxides, hydroxides species: </a:t>
            </a:r>
            <a:endParaRPr lang="en-IN" b="0" i="0" u="none" strike="noStrike" baseline="0" dirty="0">
              <a:latin typeface="Times New Roman" panose="02020603050405020304" pitchFamily="18" charset="0"/>
              <a:cs typeface="Times New Roman" panose="02020603050405020304" pitchFamily="18" charset="0"/>
            </a:endParaRPr>
          </a:p>
          <a:p>
            <a:pPr marL="285750" indent="-285750" algn="just">
              <a:buFont typeface="Arial" panose="020B0604020202020204" pitchFamily="34" charset="0"/>
              <a:buChar char="•"/>
            </a:pPr>
            <a:r>
              <a:rPr lang="en-US" sz="1600" b="0" i="0" u="none" strike="noStrike" baseline="0" dirty="0">
                <a:latin typeface="Times New Roman" panose="02020603050405020304" pitchFamily="18" charset="0"/>
                <a:cs typeface="Times New Roman" panose="02020603050405020304" pitchFamily="18" charset="0"/>
              </a:rPr>
              <a:t>Produced by the combination of elements present in the sample with 1H+, 16O+ or 17OH+ (either from water or air), occur at 1, 16, and 17 mass units respectively higher then the element mass</a:t>
            </a:r>
          </a:p>
          <a:p>
            <a:pPr marL="285750" indent="-285750" algn="just">
              <a:buFont typeface="Arial" panose="020B0604020202020204" pitchFamily="34" charset="0"/>
              <a:buChar char="•"/>
            </a:pPr>
            <a:r>
              <a:rPr lang="en-US" sz="1600" b="0" i="0" u="none" strike="noStrike" baseline="0" dirty="0">
                <a:latin typeface="Times New Roman" panose="02020603050405020304" pitchFamily="18" charset="0"/>
                <a:cs typeface="Times New Roman" panose="02020603050405020304" pitchFamily="18" charset="0"/>
              </a:rPr>
              <a:t>Typically produced in the cooler zone of the plasma, immediately before the interface region</a:t>
            </a:r>
          </a:p>
          <a:p>
            <a:pPr marL="285750" indent="-285750" algn="just">
              <a:buFont typeface="Arial" panose="020B0604020202020204" pitchFamily="34" charset="0"/>
              <a:buChar char="•"/>
            </a:pPr>
            <a:r>
              <a:rPr lang="en-US" sz="1600" b="0" i="0" u="none" strike="noStrike" baseline="0" dirty="0">
                <a:latin typeface="Times New Roman" panose="02020603050405020304" pitchFamily="18" charset="0"/>
                <a:cs typeface="Times New Roman" panose="02020603050405020304" pitchFamily="18" charset="0"/>
              </a:rPr>
              <a:t>If rare earth or refractory-type elements are present in the sample, they readily form molecular species (especially oxides) </a:t>
            </a:r>
          </a:p>
          <a:p>
            <a:pPr algn="just"/>
            <a:endParaRPr lang="en-IN" sz="1600" b="0" i="0" u="none" strike="noStrike" baseline="0" dirty="0">
              <a:latin typeface="Times New Roman" panose="02020603050405020304" pitchFamily="18" charset="0"/>
              <a:cs typeface="Times New Roman" panose="02020603050405020304" pitchFamily="18" charset="0"/>
            </a:endParaRPr>
          </a:p>
          <a:p>
            <a:pPr marL="285750" indent="-285750" algn="just">
              <a:buFont typeface="Wingdings" panose="05000000000000000000" pitchFamily="2" charset="2"/>
              <a:buChar char="Ø"/>
            </a:pPr>
            <a:r>
              <a:rPr lang="en-IN" b="1" i="0" u="none" strike="noStrike" baseline="0" dirty="0">
                <a:latin typeface="Times New Roman" panose="02020603050405020304" pitchFamily="18" charset="0"/>
                <a:cs typeface="Times New Roman" panose="02020603050405020304" pitchFamily="18" charset="0"/>
              </a:rPr>
              <a:t>Doubly charged species: </a:t>
            </a:r>
            <a:endParaRPr lang="en-IN" b="0" i="0" u="none" strike="noStrike" baseline="0" dirty="0">
              <a:latin typeface="Times New Roman" panose="02020603050405020304" pitchFamily="18" charset="0"/>
              <a:cs typeface="Times New Roman" panose="02020603050405020304" pitchFamily="18" charset="0"/>
            </a:endParaRPr>
          </a:p>
          <a:p>
            <a:pPr marL="285750" indent="-285750" algn="just">
              <a:buFont typeface="Arial" panose="020B0604020202020204" pitchFamily="34" charset="0"/>
              <a:buChar char="•"/>
            </a:pPr>
            <a:r>
              <a:rPr lang="en-US" sz="1600" b="0" i="0" u="none" strike="noStrike" baseline="0" dirty="0">
                <a:latin typeface="Times New Roman" panose="02020603050405020304" pitchFamily="18" charset="0"/>
                <a:cs typeface="Times New Roman" panose="02020603050405020304" pitchFamily="18" charset="0"/>
              </a:rPr>
              <a:t>When an ion is generated with a double positive charge, instead of normal single charge – produces an peak at half of its mass</a:t>
            </a:r>
          </a:p>
          <a:p>
            <a:pPr marL="285750" indent="-285750" algn="just">
              <a:buFont typeface="Arial" panose="020B0604020202020204" pitchFamily="34" charset="0"/>
              <a:buChar char="•"/>
            </a:pPr>
            <a:r>
              <a:rPr lang="en-US" sz="1600" b="0" i="0" u="none" strike="noStrike" baseline="0" dirty="0">
                <a:latin typeface="Times New Roman" panose="02020603050405020304" pitchFamily="18" charset="0"/>
                <a:cs typeface="Times New Roman" panose="02020603050405020304" pitchFamily="18" charset="0"/>
              </a:rPr>
              <a:t>Doubly charged species formation is influenced by ionization condition in the plasma – secondary discharge at the interface enhances doubly charged species formation </a:t>
            </a:r>
          </a:p>
          <a:p>
            <a:pPr algn="just"/>
            <a:endParaRPr lang="en-IN" dirty="0"/>
          </a:p>
        </p:txBody>
      </p:sp>
      <p:pic>
        <p:nvPicPr>
          <p:cNvPr id="15" name="Picture 14">
            <a:extLst>
              <a:ext uri="{FF2B5EF4-FFF2-40B4-BE49-F238E27FC236}">
                <a16:creationId xmlns:a16="http://schemas.microsoft.com/office/drawing/2014/main" id="{B665DB86-90AF-3846-239B-B6F5FF8FA8C3}"/>
              </a:ext>
            </a:extLst>
          </p:cNvPr>
          <p:cNvPicPr>
            <a:picLocks noChangeAspect="1"/>
          </p:cNvPicPr>
          <p:nvPr/>
        </p:nvPicPr>
        <p:blipFill>
          <a:blip r:embed="rId2"/>
          <a:stretch>
            <a:fillRect/>
          </a:stretch>
        </p:blipFill>
        <p:spPr>
          <a:xfrm>
            <a:off x="5318504" y="914400"/>
            <a:ext cx="3789936" cy="4648200"/>
          </a:xfrm>
          <a:prstGeom prst="rect">
            <a:avLst/>
          </a:prstGeom>
        </p:spPr>
      </p:pic>
    </p:spTree>
    <p:extLst>
      <p:ext uri="{BB962C8B-B14F-4D97-AF65-F5344CB8AC3E}">
        <p14:creationId xmlns:p14="http://schemas.microsoft.com/office/powerpoint/2010/main" val="4269694691"/>
      </p:ext>
    </p:extLst>
  </p:cSld>
  <p:clrMapOvr>
    <a:masterClrMapping/>
  </p:clrMapOvr>
  <p:transition>
    <p:wipe dir="d"/>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90600" y="-304800"/>
            <a:ext cx="7498080" cy="1143000"/>
          </a:xfrm>
        </p:spPr>
        <p:txBody>
          <a:bodyPr>
            <a:normAutofit/>
          </a:bodyPr>
          <a:lstStyle/>
          <a:p>
            <a:r>
              <a:rPr lang="en-US" sz="3000" b="1" dirty="0"/>
              <a:t>Collision Reaction Cell</a:t>
            </a:r>
          </a:p>
        </p:txBody>
      </p:sp>
      <p:sp>
        <p:nvSpPr>
          <p:cNvPr id="3" name="Content Placeholder 2"/>
          <p:cNvSpPr>
            <a:spLocks noGrp="1"/>
          </p:cNvSpPr>
          <p:nvPr>
            <p:ph idx="1"/>
          </p:nvPr>
        </p:nvSpPr>
        <p:spPr>
          <a:xfrm>
            <a:off x="875981" y="1219200"/>
            <a:ext cx="8077200" cy="1981200"/>
          </a:xfrm>
        </p:spPr>
        <p:txBody>
          <a:bodyPr>
            <a:normAutofit/>
          </a:bodyPr>
          <a:lstStyle/>
          <a:p>
            <a:pPr algn="just"/>
            <a:r>
              <a:rPr lang="en-US" sz="2000" dirty="0"/>
              <a:t>Octopole ion guide, positioned between ion lens assembly and quadruple mass filter.</a:t>
            </a:r>
          </a:p>
          <a:p>
            <a:pPr algn="just"/>
            <a:r>
              <a:rPr lang="en-US" sz="2000" dirty="0"/>
              <a:t>Helps in reduction of spectral interferences.</a:t>
            </a:r>
          </a:p>
        </p:txBody>
      </p:sp>
      <p:pic>
        <p:nvPicPr>
          <p:cNvPr id="4" name="Picture 3" descr="Untitled.jpg"/>
          <p:cNvPicPr>
            <a:picLocks noChangeAspect="1"/>
          </p:cNvPicPr>
          <p:nvPr/>
        </p:nvPicPr>
        <p:blipFill>
          <a:blip r:embed="rId2"/>
          <a:stretch>
            <a:fillRect/>
          </a:stretch>
        </p:blipFill>
        <p:spPr>
          <a:xfrm>
            <a:off x="1019498" y="3484039"/>
            <a:ext cx="2466975" cy="185737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6" name="Picture 5" descr="Agilent_107b9.jpg"/>
          <p:cNvPicPr>
            <a:picLocks noChangeAspect="1"/>
          </p:cNvPicPr>
          <p:nvPr/>
        </p:nvPicPr>
        <p:blipFill>
          <a:blip r:embed="rId3"/>
          <a:stretch>
            <a:fillRect/>
          </a:stretch>
        </p:blipFill>
        <p:spPr>
          <a:xfrm>
            <a:off x="3810567" y="3200400"/>
            <a:ext cx="5179828" cy="291707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cSld>
  <p:clrMapOvr>
    <a:masterClrMapping/>
  </p:clrMapOvr>
  <p:transition>
    <p:wipe dir="d"/>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a:extLst>
              <a:ext uri="{FF2B5EF4-FFF2-40B4-BE49-F238E27FC236}">
                <a16:creationId xmlns:a16="http://schemas.microsoft.com/office/drawing/2014/main" id="{5CBBED30-8E2A-46C0-BEDC-1F5BA7AF1C88}"/>
              </a:ext>
            </a:extLst>
          </p:cNvPr>
          <p:cNvPicPr/>
          <p:nvPr/>
        </p:nvPicPr>
        <p:blipFill>
          <a:blip r:embed="rId2" cstate="print"/>
          <a:stretch>
            <a:fillRect/>
          </a:stretch>
        </p:blipFill>
        <p:spPr>
          <a:xfrm>
            <a:off x="990600" y="838200"/>
            <a:ext cx="8153400" cy="5638800"/>
          </a:xfrm>
          <a:prstGeom prst="rect">
            <a:avLst/>
          </a:prstGeom>
        </p:spPr>
      </p:pic>
      <p:sp>
        <p:nvSpPr>
          <p:cNvPr id="3" name="object 3">
            <a:extLst>
              <a:ext uri="{FF2B5EF4-FFF2-40B4-BE49-F238E27FC236}">
                <a16:creationId xmlns:a16="http://schemas.microsoft.com/office/drawing/2014/main" id="{1863C5F2-0E3E-4995-B059-3F4947513A70}"/>
              </a:ext>
            </a:extLst>
          </p:cNvPr>
          <p:cNvSpPr txBox="1">
            <a:spLocks/>
          </p:cNvSpPr>
          <p:nvPr/>
        </p:nvSpPr>
        <p:spPr>
          <a:xfrm>
            <a:off x="1066800" y="24809"/>
            <a:ext cx="4474464" cy="473848"/>
          </a:xfrm>
          <a:prstGeom prst="rect">
            <a:avLst/>
          </a:prstGeom>
        </p:spPr>
        <p:txBody>
          <a:bodyPr vert="horz" wrap="square" lIns="0" tIns="12065" rIns="0" bIns="0" rtlCol="0">
            <a:spAutoFit/>
          </a:bodyPr>
          <a:lstStyle>
            <a:lvl1pPr algn="l" rtl="0" eaLnBrk="1" latinLnBrk="0" hangingPunct="1">
              <a:spcBef>
                <a:spcPct val="0"/>
              </a:spcBef>
              <a:buNone/>
              <a:defRPr kumimoji="0" sz="4300" kern="1200">
                <a:solidFill>
                  <a:schemeClr val="tx2">
                    <a:satMod val="130000"/>
                  </a:schemeClr>
                </a:solidFill>
                <a:effectLst>
                  <a:outerShdw blurRad="50000" dist="30000" dir="5400000" algn="tl" rotWithShape="0">
                    <a:srgbClr val="000000">
                      <a:alpha val="30000"/>
                    </a:srgbClr>
                  </a:outerShdw>
                </a:effectLst>
                <a:latin typeface="+mj-lt"/>
                <a:ea typeface="+mj-ea"/>
                <a:cs typeface="+mj-cs"/>
              </a:defRPr>
            </a:lvl1pPr>
            <a:extLst/>
          </a:lstStyle>
          <a:p>
            <a:pPr marL="12700">
              <a:spcBef>
                <a:spcPts val="95"/>
              </a:spcBef>
            </a:pPr>
            <a:r>
              <a:rPr lang="en-IN" sz="3000" b="1" spc="-10" dirty="0">
                <a:latin typeface="Calibri"/>
                <a:cs typeface="Calibri"/>
              </a:rPr>
              <a:t>Collision</a:t>
            </a:r>
            <a:r>
              <a:rPr lang="en-IN" sz="3000" b="1" spc="-35" dirty="0">
                <a:latin typeface="Calibri"/>
                <a:cs typeface="Calibri"/>
              </a:rPr>
              <a:t> </a:t>
            </a:r>
            <a:r>
              <a:rPr lang="en-IN" sz="3000" b="1" spc="-10" dirty="0">
                <a:latin typeface="Calibri"/>
                <a:cs typeface="Calibri"/>
              </a:rPr>
              <a:t>Mode:</a:t>
            </a:r>
          </a:p>
        </p:txBody>
      </p:sp>
    </p:spTree>
    <p:extLst>
      <p:ext uri="{BB962C8B-B14F-4D97-AF65-F5344CB8AC3E}">
        <p14:creationId xmlns:p14="http://schemas.microsoft.com/office/powerpoint/2010/main" val="3192041847"/>
      </p:ext>
    </p:extLst>
  </p:cSld>
  <p:clrMapOvr>
    <a:masterClrMapping/>
  </p:clrMapOvr>
  <p:transition>
    <p:wipe dir="d"/>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a:extLst>
              <a:ext uri="{FF2B5EF4-FFF2-40B4-BE49-F238E27FC236}">
                <a16:creationId xmlns:a16="http://schemas.microsoft.com/office/drawing/2014/main" id="{ACA961C5-C25C-4777-9CBA-BAF49B192CF4}"/>
              </a:ext>
            </a:extLst>
          </p:cNvPr>
          <p:cNvPicPr/>
          <p:nvPr/>
        </p:nvPicPr>
        <p:blipFill>
          <a:blip r:embed="rId2" cstate="print"/>
          <a:stretch>
            <a:fillRect/>
          </a:stretch>
        </p:blipFill>
        <p:spPr>
          <a:xfrm>
            <a:off x="1037077" y="660215"/>
            <a:ext cx="8106923" cy="5511985"/>
          </a:xfrm>
          <a:prstGeom prst="rect">
            <a:avLst/>
          </a:prstGeom>
        </p:spPr>
      </p:pic>
      <p:sp>
        <p:nvSpPr>
          <p:cNvPr id="3" name="object 3">
            <a:extLst>
              <a:ext uri="{FF2B5EF4-FFF2-40B4-BE49-F238E27FC236}">
                <a16:creationId xmlns:a16="http://schemas.microsoft.com/office/drawing/2014/main" id="{5859CEA3-8C36-4465-AAE4-6009AC10A975}"/>
              </a:ext>
            </a:extLst>
          </p:cNvPr>
          <p:cNvSpPr txBox="1">
            <a:spLocks/>
          </p:cNvSpPr>
          <p:nvPr/>
        </p:nvSpPr>
        <p:spPr>
          <a:xfrm>
            <a:off x="1066800" y="7088"/>
            <a:ext cx="6553200" cy="473848"/>
          </a:xfrm>
          <a:prstGeom prst="rect">
            <a:avLst/>
          </a:prstGeom>
        </p:spPr>
        <p:txBody>
          <a:bodyPr vert="horz" wrap="square" lIns="0" tIns="12065" rIns="0" bIns="0" rtlCol="0">
            <a:spAutoFit/>
          </a:bodyPr>
          <a:lstStyle>
            <a:lvl1pPr algn="l" rtl="0" eaLnBrk="1" latinLnBrk="0" hangingPunct="1">
              <a:spcBef>
                <a:spcPct val="0"/>
              </a:spcBef>
              <a:buNone/>
              <a:defRPr kumimoji="0" sz="4300" kern="1200">
                <a:solidFill>
                  <a:schemeClr val="tx2">
                    <a:satMod val="130000"/>
                  </a:schemeClr>
                </a:solidFill>
                <a:effectLst>
                  <a:outerShdw blurRad="50000" dist="30000" dir="5400000" algn="tl" rotWithShape="0">
                    <a:srgbClr val="000000">
                      <a:alpha val="30000"/>
                    </a:srgbClr>
                  </a:outerShdw>
                </a:effectLst>
                <a:latin typeface="+mj-lt"/>
                <a:ea typeface="+mj-ea"/>
                <a:cs typeface="+mj-cs"/>
              </a:defRPr>
            </a:lvl1pPr>
            <a:extLst/>
          </a:lstStyle>
          <a:p>
            <a:pPr marL="12700">
              <a:spcBef>
                <a:spcPts val="95"/>
              </a:spcBef>
            </a:pPr>
            <a:r>
              <a:rPr lang="en-IN" sz="3000" b="1" spc="-15" dirty="0">
                <a:latin typeface="Calibri"/>
                <a:cs typeface="Calibri"/>
              </a:rPr>
              <a:t>Reaction</a:t>
            </a:r>
            <a:r>
              <a:rPr lang="en-IN" sz="3000" b="1" spc="-45" dirty="0">
                <a:latin typeface="Calibri"/>
                <a:cs typeface="Calibri"/>
              </a:rPr>
              <a:t> </a:t>
            </a:r>
            <a:r>
              <a:rPr lang="en-IN" sz="3000" b="1" spc="-10" dirty="0">
                <a:latin typeface="Calibri"/>
                <a:cs typeface="Calibri"/>
              </a:rPr>
              <a:t>Mode:</a:t>
            </a:r>
          </a:p>
        </p:txBody>
      </p:sp>
      <p:sp>
        <p:nvSpPr>
          <p:cNvPr id="5" name="TextBox 4">
            <a:extLst>
              <a:ext uri="{FF2B5EF4-FFF2-40B4-BE49-F238E27FC236}">
                <a16:creationId xmlns:a16="http://schemas.microsoft.com/office/drawing/2014/main" id="{0BD038A3-384A-49C0-9E67-155A79EBFED3}"/>
              </a:ext>
            </a:extLst>
          </p:cNvPr>
          <p:cNvSpPr txBox="1"/>
          <p:nvPr/>
        </p:nvSpPr>
        <p:spPr>
          <a:xfrm>
            <a:off x="1828800" y="6351479"/>
            <a:ext cx="4572000" cy="400110"/>
          </a:xfrm>
          <a:prstGeom prst="rect">
            <a:avLst/>
          </a:prstGeom>
          <a:noFill/>
        </p:spPr>
        <p:txBody>
          <a:bodyPr wrap="square">
            <a:spAutoFit/>
          </a:bodyPr>
          <a:lstStyle/>
          <a:p>
            <a:pPr marL="355600" indent="-342900">
              <a:spcBef>
                <a:spcPts val="95"/>
              </a:spcBef>
              <a:buFont typeface="Wingdings" panose="05000000000000000000" pitchFamily="2" charset="2"/>
              <a:buChar char="§"/>
            </a:pPr>
            <a:r>
              <a:rPr lang="en-IN" sz="2000" b="1" spc="-10" baseline="30000" dirty="0">
                <a:latin typeface="Calibri"/>
                <a:cs typeface="Calibri"/>
              </a:rPr>
              <a:t>40</a:t>
            </a:r>
            <a:r>
              <a:rPr lang="en-IN" sz="2000" b="1" spc="-10" dirty="0">
                <a:latin typeface="Calibri"/>
                <a:cs typeface="Calibri"/>
              </a:rPr>
              <a:t>Ar </a:t>
            </a:r>
            <a:r>
              <a:rPr lang="en-IN" sz="2000" b="1" spc="-10" baseline="30000" dirty="0">
                <a:latin typeface="Calibri"/>
                <a:cs typeface="Calibri"/>
              </a:rPr>
              <a:t>35</a:t>
            </a:r>
            <a:r>
              <a:rPr lang="en-IN" sz="2000" b="1" spc="-10" dirty="0">
                <a:latin typeface="Calibri"/>
                <a:cs typeface="Calibri"/>
              </a:rPr>
              <a:t>Cl</a:t>
            </a:r>
            <a:r>
              <a:rPr lang="en-IN" sz="2000" b="1" spc="-10" baseline="30000" dirty="0">
                <a:latin typeface="Calibri"/>
                <a:cs typeface="Calibri"/>
              </a:rPr>
              <a:t>+</a:t>
            </a:r>
            <a:r>
              <a:rPr lang="en-IN" sz="2000" b="1" spc="-10" dirty="0">
                <a:latin typeface="Calibri"/>
                <a:cs typeface="Calibri"/>
              </a:rPr>
              <a:t> +H</a:t>
            </a:r>
            <a:r>
              <a:rPr lang="en-IN" sz="2000" b="1" spc="-10" baseline="-25000" dirty="0">
                <a:latin typeface="Calibri"/>
                <a:cs typeface="Calibri"/>
              </a:rPr>
              <a:t>2</a:t>
            </a:r>
            <a:r>
              <a:rPr lang="en-IN" sz="2000" b="1" spc="-10" dirty="0">
                <a:latin typeface="Calibri"/>
                <a:cs typeface="Calibri"/>
              </a:rPr>
              <a:t> </a:t>
            </a:r>
            <a:r>
              <a:rPr lang="en-IN" sz="2000" b="1" spc="-10" dirty="0">
                <a:latin typeface="Calibri"/>
                <a:cs typeface="Calibri"/>
                <a:sym typeface="Wingdings" panose="05000000000000000000" pitchFamily="2" charset="2"/>
              </a:rPr>
              <a:t> HCl+ Ar</a:t>
            </a:r>
            <a:r>
              <a:rPr lang="en-IN" sz="2000" b="1" spc="-10" baseline="30000" dirty="0">
                <a:latin typeface="Calibri"/>
                <a:cs typeface="Calibri"/>
                <a:sym typeface="Wingdings" panose="05000000000000000000" pitchFamily="2" charset="2"/>
              </a:rPr>
              <a:t>+</a:t>
            </a:r>
            <a:endParaRPr lang="en-IN" sz="2000" b="1" spc="-10" baseline="30000" dirty="0">
              <a:latin typeface="Calibri"/>
              <a:cs typeface="Calibri"/>
            </a:endParaRPr>
          </a:p>
        </p:txBody>
      </p:sp>
    </p:spTree>
    <p:extLst>
      <p:ext uri="{BB962C8B-B14F-4D97-AF65-F5344CB8AC3E}">
        <p14:creationId xmlns:p14="http://schemas.microsoft.com/office/powerpoint/2010/main" val="150737522"/>
      </p:ext>
    </p:extLst>
  </p:cSld>
  <p:clrMapOvr>
    <a:masterClrMapping/>
  </p:clrMapOvr>
  <p:transition>
    <p:wipe dir="d"/>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90600" y="0"/>
            <a:ext cx="7620000" cy="990600"/>
          </a:xfrm>
        </p:spPr>
        <p:txBody>
          <a:bodyPr/>
          <a:lstStyle/>
          <a:p>
            <a:pPr algn="ctr"/>
            <a:r>
              <a:rPr lang="en-US" b="1" dirty="0"/>
              <a:t>Sample Preparation</a:t>
            </a:r>
          </a:p>
        </p:txBody>
      </p:sp>
      <p:pic>
        <p:nvPicPr>
          <p:cNvPr id="4" name="Content Placeholder 3" descr="m-40_1.jpg"/>
          <p:cNvPicPr>
            <a:picLocks noGrp="1" noChangeAspect="1"/>
          </p:cNvPicPr>
          <p:nvPr>
            <p:ph idx="1"/>
          </p:nvPr>
        </p:nvPicPr>
        <p:blipFill>
          <a:blip r:embed="rId2" cstate="print"/>
          <a:stretch>
            <a:fillRect/>
          </a:stretch>
        </p:blipFill>
        <p:spPr>
          <a:xfrm>
            <a:off x="6324601" y="1383522"/>
            <a:ext cx="2948964" cy="3493278"/>
          </a:xfrm>
        </p:spPr>
      </p:pic>
      <p:sp>
        <p:nvSpPr>
          <p:cNvPr id="5" name="TextBox 4"/>
          <p:cNvSpPr txBox="1"/>
          <p:nvPr/>
        </p:nvSpPr>
        <p:spPr>
          <a:xfrm>
            <a:off x="1011865" y="992372"/>
            <a:ext cx="5791200" cy="8402300"/>
          </a:xfrm>
          <a:prstGeom prst="rect">
            <a:avLst/>
          </a:prstGeom>
          <a:noFill/>
        </p:spPr>
        <p:txBody>
          <a:bodyPr wrap="square" rtlCol="0">
            <a:spAutoFit/>
          </a:bodyPr>
          <a:lstStyle/>
          <a:p>
            <a:pPr>
              <a:buFont typeface="Wingdings" pitchFamily="2" charset="2"/>
              <a:buChar char="Ø"/>
            </a:pPr>
            <a:r>
              <a:rPr lang="en-US" sz="2000" dirty="0">
                <a:latin typeface="Calibri" pitchFamily="34" charset="0"/>
                <a:cs typeface="Calibri" pitchFamily="34" charset="0"/>
              </a:rPr>
              <a:t>Biological/rock samples are usually diluted or thermally digested before analysis. </a:t>
            </a:r>
          </a:p>
          <a:p>
            <a:pPr>
              <a:buFont typeface="Wingdings" pitchFamily="2" charset="2"/>
              <a:buChar char="Ø"/>
            </a:pPr>
            <a:endParaRPr lang="en-US" sz="2000" dirty="0">
              <a:latin typeface="Calibri" pitchFamily="34" charset="0"/>
              <a:cs typeface="Calibri" pitchFamily="34" charset="0"/>
            </a:endParaRPr>
          </a:p>
          <a:p>
            <a:pPr>
              <a:buFont typeface="Wingdings" pitchFamily="2" charset="2"/>
              <a:buChar char="Ø"/>
            </a:pPr>
            <a:r>
              <a:rPr lang="en-US" sz="2000" dirty="0">
                <a:latin typeface="Calibri" pitchFamily="34" charset="0"/>
                <a:cs typeface="Calibri" pitchFamily="34" charset="0"/>
              </a:rPr>
              <a:t>Common diluents include dilute acids (e.g. nitric acid, hydrochloric acid) or alkali (e.g. ammonium hydroxide, tetramethylammonium hydroxide)</a:t>
            </a:r>
          </a:p>
          <a:p>
            <a:pPr>
              <a:buFont typeface="Wingdings" pitchFamily="2" charset="2"/>
              <a:buChar char="Ø"/>
            </a:pPr>
            <a:endParaRPr lang="en-US" sz="2000" dirty="0">
              <a:latin typeface="Calibri" pitchFamily="34" charset="0"/>
              <a:cs typeface="Calibri" pitchFamily="34" charset="0"/>
            </a:endParaRPr>
          </a:p>
          <a:p>
            <a:pPr>
              <a:buFont typeface="Wingdings" pitchFamily="2" charset="2"/>
              <a:buChar char="Ø"/>
            </a:pPr>
            <a:r>
              <a:rPr lang="en-US" sz="2000" dirty="0">
                <a:latin typeface="Calibri" pitchFamily="34" charset="0"/>
                <a:cs typeface="Calibri" pitchFamily="34" charset="0"/>
              </a:rPr>
              <a:t>Solid samples such as rocks, tissue, hair and nails require chemical digestion to dissolve the sample before analysis. </a:t>
            </a:r>
          </a:p>
          <a:p>
            <a:pPr>
              <a:buFont typeface="Wingdings" pitchFamily="2" charset="2"/>
              <a:buChar char="Ø"/>
            </a:pPr>
            <a:endParaRPr lang="en-US" sz="2000" dirty="0">
              <a:latin typeface="Calibri" pitchFamily="34" charset="0"/>
              <a:cs typeface="Calibri" pitchFamily="34" charset="0"/>
            </a:endParaRPr>
          </a:p>
          <a:p>
            <a:pPr>
              <a:buFont typeface="Wingdings" pitchFamily="2" charset="2"/>
              <a:buChar char="Ø"/>
            </a:pPr>
            <a:r>
              <a:rPr lang="en-US" sz="2000" dirty="0">
                <a:latin typeface="Calibri" pitchFamily="34" charset="0"/>
                <a:cs typeface="Calibri" pitchFamily="34" charset="0"/>
              </a:rPr>
              <a:t>The digestion can be carried out using strong acid(s) or alkali, either at room temperature or heated in a hot water bath, dry heating block or high-pressure microwave to assist digestion.</a:t>
            </a:r>
            <a:endParaRPr lang="en-US" sz="2000" b="1" dirty="0">
              <a:latin typeface="Calibri" pitchFamily="34" charset="0"/>
              <a:cs typeface="Calibri" pitchFamily="34" charset="0"/>
            </a:endParaRPr>
          </a:p>
          <a:p>
            <a:endParaRPr lang="en-US" sz="2000" b="1" dirty="0">
              <a:latin typeface="Calibri" pitchFamily="34" charset="0"/>
              <a:cs typeface="Calibri" pitchFamily="34" charset="0"/>
            </a:endParaRPr>
          </a:p>
          <a:p>
            <a:endParaRPr lang="en-US" sz="2000" b="1" dirty="0">
              <a:latin typeface="Calibri" pitchFamily="34" charset="0"/>
              <a:cs typeface="Calibri" pitchFamily="34" charset="0"/>
            </a:endParaRPr>
          </a:p>
          <a:p>
            <a:endParaRPr lang="en-US" sz="2000" b="1" dirty="0">
              <a:latin typeface="Calibri" pitchFamily="34" charset="0"/>
              <a:cs typeface="Calibri" pitchFamily="34" charset="0"/>
            </a:endParaRPr>
          </a:p>
          <a:p>
            <a:endParaRPr lang="en-US" sz="2000" b="1" dirty="0">
              <a:latin typeface="Calibri" pitchFamily="34" charset="0"/>
              <a:cs typeface="Calibri" pitchFamily="34" charset="0"/>
            </a:endParaRPr>
          </a:p>
          <a:p>
            <a:endParaRPr lang="en-US" sz="2000" b="1" dirty="0">
              <a:latin typeface="Calibri" pitchFamily="34" charset="0"/>
              <a:cs typeface="Calibri" pitchFamily="34" charset="0"/>
            </a:endParaRPr>
          </a:p>
          <a:p>
            <a:endParaRPr lang="en-US" sz="2000" b="1" dirty="0">
              <a:latin typeface="Calibri" pitchFamily="34" charset="0"/>
              <a:cs typeface="Calibri" pitchFamily="34" charset="0"/>
            </a:endParaRPr>
          </a:p>
          <a:p>
            <a:endParaRPr lang="en-US" sz="2000" b="1" dirty="0">
              <a:latin typeface="Calibri" pitchFamily="34" charset="0"/>
              <a:cs typeface="Calibri" pitchFamily="34" charset="0"/>
            </a:endParaRPr>
          </a:p>
          <a:p>
            <a:r>
              <a:rPr lang="en-US" sz="2000" dirty="0">
                <a:latin typeface="Calibri" pitchFamily="34" charset="0"/>
                <a:cs typeface="Calibri" pitchFamily="34" charset="0"/>
              </a:rPr>
              <a:t> </a:t>
            </a:r>
          </a:p>
          <a:p>
            <a:endParaRPr lang="en-US" sz="2000" dirty="0">
              <a:latin typeface="Calibri" pitchFamily="34" charset="0"/>
              <a:cs typeface="Calibri" pitchFamily="34" charset="0"/>
            </a:endParaRPr>
          </a:p>
          <a:p>
            <a:endParaRPr lang="en-US" sz="2000" dirty="0">
              <a:latin typeface="Calibri" pitchFamily="34" charset="0"/>
              <a:cs typeface="Calibri" pitchFamily="34" charset="0"/>
            </a:endParaRPr>
          </a:p>
          <a:p>
            <a:endParaRPr lang="en-US" sz="2000" dirty="0">
              <a:latin typeface="Calibri" pitchFamily="34" charset="0"/>
              <a:cs typeface="Calibri" pitchFamily="34" charset="0"/>
            </a:endParaRPr>
          </a:p>
          <a:p>
            <a:endParaRPr lang="en-US" sz="2000" dirty="0">
              <a:latin typeface="Calibri" pitchFamily="34" charset="0"/>
              <a:cs typeface="Calibri" pitchFamily="34" charset="0"/>
            </a:endParaRPr>
          </a:p>
        </p:txBody>
      </p:sp>
    </p:spTree>
  </p:cSld>
  <p:clrMapOvr>
    <a:masterClrMapping/>
  </p:clrMapOvr>
  <p:transition>
    <p:wipe dir="d"/>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Internal Stadardization</a:t>
            </a:r>
          </a:p>
        </p:txBody>
      </p:sp>
      <p:sp>
        <p:nvSpPr>
          <p:cNvPr id="3" name="Content Placeholder 2"/>
          <p:cNvSpPr>
            <a:spLocks noGrp="1"/>
          </p:cNvSpPr>
          <p:nvPr>
            <p:ph idx="1"/>
          </p:nvPr>
        </p:nvSpPr>
        <p:spPr/>
        <p:txBody>
          <a:bodyPr/>
          <a:lstStyle/>
          <a:p>
            <a:r>
              <a:rPr lang="en-US" dirty="0"/>
              <a:t>Employed to correct for changes in instrument operating conditions and sample specific matrix effects which may enhance or suppress the analyte signal.</a:t>
            </a:r>
          </a:p>
          <a:p>
            <a:endParaRPr lang="en-US" dirty="0"/>
          </a:p>
          <a:p>
            <a:r>
              <a:rPr lang="en-US" dirty="0"/>
              <a:t>Same quantity of “internal standard” is added to each sample, standard and blank.</a:t>
            </a:r>
          </a:p>
          <a:p>
            <a:endParaRPr lang="en-US" dirty="0"/>
          </a:p>
          <a:p>
            <a:endParaRPr lang="en-US" dirty="0"/>
          </a:p>
        </p:txBody>
      </p:sp>
    </p:spTree>
  </p:cSld>
  <p:clrMapOvr>
    <a:masterClrMapping/>
  </p:clrMapOvr>
  <p:transition>
    <p:wipe dir="d"/>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ED8A8-28DD-E7D9-6B03-48E1F9074033}"/>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D89E4E92-1874-07CD-8F52-3912BECC208A}"/>
              </a:ext>
            </a:extLst>
          </p:cNvPr>
          <p:cNvPicPr>
            <a:picLocks noChangeAspect="1"/>
          </p:cNvPicPr>
          <p:nvPr/>
        </p:nvPicPr>
        <p:blipFill>
          <a:blip r:embed="rId2"/>
          <a:stretch>
            <a:fillRect/>
          </a:stretch>
        </p:blipFill>
        <p:spPr>
          <a:xfrm>
            <a:off x="2209800" y="1600200"/>
            <a:ext cx="5323512" cy="3931596"/>
          </a:xfrm>
          <a:prstGeom prst="rect">
            <a:avLst/>
          </a:prstGeom>
        </p:spPr>
      </p:pic>
      <p:sp>
        <p:nvSpPr>
          <p:cNvPr id="11" name="TextBox 10">
            <a:extLst>
              <a:ext uri="{FF2B5EF4-FFF2-40B4-BE49-F238E27FC236}">
                <a16:creationId xmlns:a16="http://schemas.microsoft.com/office/drawing/2014/main" id="{7B1102DC-44EB-BE9F-9320-548044C01978}"/>
              </a:ext>
            </a:extLst>
          </p:cNvPr>
          <p:cNvSpPr txBox="1"/>
          <p:nvPr/>
        </p:nvSpPr>
        <p:spPr>
          <a:xfrm>
            <a:off x="1066800" y="228600"/>
            <a:ext cx="8153400" cy="1238801"/>
          </a:xfrm>
          <a:prstGeom prst="rect">
            <a:avLst/>
          </a:prstGeom>
          <a:noFill/>
        </p:spPr>
        <p:txBody>
          <a:bodyPr wrap="square">
            <a:spAutoFit/>
          </a:bodyPr>
          <a:lstStyle/>
          <a:p>
            <a:pPr algn="l"/>
            <a:endParaRPr lang="en-IN" sz="1050" b="0" i="0" u="none" strike="noStrike" baseline="0" dirty="0">
              <a:solidFill>
                <a:srgbClr val="000000"/>
              </a:solidFill>
              <a:latin typeface="Comic Sans MS" panose="030F0702030302020204" pitchFamily="66" charset="0"/>
            </a:endParaRPr>
          </a:p>
          <a:p>
            <a:pPr algn="ctr"/>
            <a:r>
              <a:rPr lang="en-IN" sz="2800" b="1" u="sng" dirty="0"/>
              <a:t>Contamination issues </a:t>
            </a:r>
          </a:p>
          <a:p>
            <a:r>
              <a:rPr lang="en-US" sz="1800" i="0" u="none" strike="noStrike" baseline="0" dirty="0">
                <a:latin typeface="Times New Roman" panose="02020603050405020304" pitchFamily="18" charset="0"/>
                <a:cs typeface="Times New Roman" panose="02020603050405020304" pitchFamily="18" charset="0"/>
              </a:rPr>
              <a:t>Various factors influence the ability to get the correct result with any trace element technique. Potential Sources of contamination must be addressed </a:t>
            </a: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51590463"/>
      </p:ext>
    </p:extLst>
  </p:cSld>
  <p:clrMapOvr>
    <a:masterClrMapping/>
  </p:clrMapOvr>
  <p:transition>
    <p:wipe dir="d"/>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7C6BD-F2B7-A825-BB14-26341F5653B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B8834A-6838-C51E-5894-7A4A2A9009C2}"/>
              </a:ext>
            </a:extLst>
          </p:cNvPr>
          <p:cNvPicPr>
            <a:picLocks noChangeAspect="1"/>
          </p:cNvPicPr>
          <p:nvPr/>
        </p:nvPicPr>
        <p:blipFill>
          <a:blip r:embed="rId2"/>
          <a:stretch>
            <a:fillRect/>
          </a:stretch>
        </p:blipFill>
        <p:spPr>
          <a:xfrm>
            <a:off x="4261834" y="4363224"/>
            <a:ext cx="4191000" cy="2488337"/>
          </a:xfrm>
          <a:prstGeom prst="rect">
            <a:avLst/>
          </a:prstGeom>
        </p:spPr>
      </p:pic>
      <p:sp>
        <p:nvSpPr>
          <p:cNvPr id="11" name="TextBox 10">
            <a:extLst>
              <a:ext uri="{FF2B5EF4-FFF2-40B4-BE49-F238E27FC236}">
                <a16:creationId xmlns:a16="http://schemas.microsoft.com/office/drawing/2014/main" id="{39B5E12E-8C08-2301-E99A-9A621576E6E6}"/>
              </a:ext>
            </a:extLst>
          </p:cNvPr>
          <p:cNvSpPr txBox="1"/>
          <p:nvPr/>
        </p:nvSpPr>
        <p:spPr>
          <a:xfrm>
            <a:off x="990600" y="0"/>
            <a:ext cx="8001000" cy="4562788"/>
          </a:xfrm>
          <a:prstGeom prst="rect">
            <a:avLst/>
          </a:prstGeom>
          <a:noFill/>
        </p:spPr>
        <p:txBody>
          <a:bodyPr wrap="square">
            <a:spAutoFit/>
          </a:bodyPr>
          <a:lstStyle/>
          <a:p>
            <a:pPr algn="l"/>
            <a:endParaRPr lang="en-IN" sz="1050" b="0" i="0" u="none" strike="noStrike" baseline="0" dirty="0">
              <a:solidFill>
                <a:srgbClr val="000000"/>
              </a:solidFill>
              <a:latin typeface="Comic Sans MS" panose="030F0702030302020204" pitchFamily="66" charset="0"/>
            </a:endParaRPr>
          </a:p>
          <a:p>
            <a:pPr algn="ctr"/>
            <a:r>
              <a:rPr lang="fr-FR" sz="2800" b="1" u="sng" dirty="0"/>
              <a:t>Methods of Quantification </a:t>
            </a:r>
            <a:r>
              <a:rPr lang="fr-FR" sz="1800" b="1" i="0" u="none" strike="noStrike" baseline="0" dirty="0">
                <a:latin typeface="Calibri" panose="020F0502020204030204" pitchFamily="34" charset="0"/>
              </a:rPr>
              <a:t> </a:t>
            </a:r>
            <a:endParaRPr lang="fr-FR" sz="1800" b="0" i="0" u="none" strike="noStrike" baseline="0" dirty="0">
              <a:latin typeface="Comic Sans MS" panose="030F0702030302020204" pitchFamily="66" charset="0"/>
            </a:endParaRPr>
          </a:p>
          <a:p>
            <a:pPr marL="285750" indent="-285750" algn="just">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Quantitative analysis in ICP-MS is the fundamental tool used to determine analyte concentrations in unknown samples.</a:t>
            </a:r>
          </a:p>
          <a:p>
            <a:pPr marL="285750" indent="-285750" algn="just">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The instrument is calibrated by measuring the intensity for all elements of interest in a number of known calibration standards that represent a range of concentrations likely to be encountered in your unknown samples.</a:t>
            </a:r>
          </a:p>
          <a:p>
            <a:pPr marL="285750" indent="-285750" algn="just">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Software creates a calibration curve of the measured intensity versus concentration for each element in the standard solutions</a:t>
            </a:r>
          </a:p>
          <a:p>
            <a:pPr marL="285750" indent="-285750" algn="just">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Once calibration data are acquired, the unknown samples are analyzed by plotting the intensity of the elements of interest against the respective calibration curves. The software then calculates the concentrations for the analytes in the unknown samples.</a:t>
            </a:r>
          </a:p>
          <a:p>
            <a:pPr marL="285750" indent="-285750" algn="just">
              <a:buFont typeface="Wingdings" panose="05000000000000000000" pitchFamily="2" charset="2"/>
              <a:buChar char="ü"/>
            </a:pPr>
            <a:r>
              <a:rPr lang="en-US" dirty="0">
                <a:latin typeface="Times New Roman" panose="02020603050405020304" pitchFamily="18" charset="0"/>
                <a:cs typeface="Times New Roman" panose="02020603050405020304" pitchFamily="18" charset="0"/>
              </a:rPr>
              <a:t>This type of calibration is often called external standardization and is usually used when there is very little difference between the matrix components in the standards and the samples </a:t>
            </a:r>
          </a:p>
        </p:txBody>
      </p:sp>
      <p:pic>
        <p:nvPicPr>
          <p:cNvPr id="7" name="Picture 6">
            <a:extLst>
              <a:ext uri="{FF2B5EF4-FFF2-40B4-BE49-F238E27FC236}">
                <a16:creationId xmlns:a16="http://schemas.microsoft.com/office/drawing/2014/main" id="{F7C36C24-3151-A0CB-0472-CE497EAF804A}"/>
              </a:ext>
            </a:extLst>
          </p:cNvPr>
          <p:cNvPicPr>
            <a:picLocks noChangeAspect="1"/>
          </p:cNvPicPr>
          <p:nvPr/>
        </p:nvPicPr>
        <p:blipFill>
          <a:blip r:embed="rId3"/>
          <a:stretch>
            <a:fillRect/>
          </a:stretch>
        </p:blipFill>
        <p:spPr>
          <a:xfrm>
            <a:off x="2590800" y="4495800"/>
            <a:ext cx="1671034" cy="2156197"/>
          </a:xfrm>
          <a:prstGeom prst="rect">
            <a:avLst/>
          </a:prstGeom>
        </p:spPr>
      </p:pic>
    </p:spTree>
    <p:extLst>
      <p:ext uri="{BB962C8B-B14F-4D97-AF65-F5344CB8AC3E}">
        <p14:creationId xmlns:p14="http://schemas.microsoft.com/office/powerpoint/2010/main" val="1476041104"/>
      </p:ext>
    </p:extLst>
  </p:cSld>
  <p:clrMapOvr>
    <a:masterClrMapping/>
  </p:clrMapOvr>
  <p:transition>
    <p:wipe dir="d"/>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4F8AD3-0FFA-B805-9F80-D874B3225141}"/>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3144AE50-6BA9-35B4-B74B-70A28322D6DE}"/>
              </a:ext>
            </a:extLst>
          </p:cNvPr>
          <p:cNvSpPr txBox="1"/>
          <p:nvPr/>
        </p:nvSpPr>
        <p:spPr>
          <a:xfrm>
            <a:off x="1143000" y="751344"/>
            <a:ext cx="7990840" cy="7017306"/>
          </a:xfrm>
          <a:prstGeom prst="rect">
            <a:avLst/>
          </a:prstGeom>
          <a:noFill/>
        </p:spPr>
        <p:txBody>
          <a:bodyPr wrap="square" numCol="3" rtlCol="0">
            <a:spAutoFit/>
          </a:bodyPr>
          <a:lstStyle/>
          <a:p>
            <a:r>
              <a:rPr lang="en-IN" b="1" dirty="0"/>
              <a:t>Environmental</a:t>
            </a:r>
          </a:p>
          <a:p>
            <a:pPr marL="285750" indent="-285750">
              <a:buFont typeface="Arial" panose="020B0604020202020204" pitchFamily="34" charset="0"/>
              <a:buChar char="•"/>
            </a:pPr>
            <a:r>
              <a:rPr lang="en-US" sz="1600" dirty="0">
                <a:cs typeface="Times New Roman" panose="02020603050405020304" pitchFamily="18" charset="0"/>
              </a:rPr>
              <a:t>Drinking water, ambient water</a:t>
            </a:r>
          </a:p>
          <a:p>
            <a:pPr marL="285750" indent="-285750">
              <a:buFont typeface="Arial" panose="020B0604020202020204" pitchFamily="34" charset="0"/>
              <a:buChar char="•"/>
            </a:pPr>
            <a:r>
              <a:rPr lang="en-US" sz="1600" dirty="0">
                <a:cs typeface="Times New Roman" panose="02020603050405020304" pitchFamily="18" charset="0"/>
              </a:rPr>
              <a:t>Soils, Sludge, Solid waste</a:t>
            </a:r>
          </a:p>
          <a:p>
            <a:pPr marL="285750" indent="-285750">
              <a:buFont typeface="Arial" panose="020B0604020202020204" pitchFamily="34" charset="0"/>
              <a:buChar char="•"/>
            </a:pPr>
            <a:r>
              <a:rPr lang="en-US" sz="1600" dirty="0">
                <a:cs typeface="Times New Roman" panose="02020603050405020304" pitchFamily="18" charset="0"/>
              </a:rPr>
              <a:t>Plant material/Agriculture</a:t>
            </a:r>
          </a:p>
          <a:p>
            <a:pPr marL="285750" indent="-285750">
              <a:buFont typeface="Arial" panose="020B0604020202020204" pitchFamily="34" charset="0"/>
              <a:buChar char="•"/>
            </a:pPr>
            <a:r>
              <a:rPr lang="en-US" sz="1600" dirty="0">
                <a:cs typeface="Times New Roman" panose="02020603050405020304" pitchFamily="18" charset="0"/>
              </a:rPr>
              <a:t>Speciation of Hg, As, Pb and Sn</a:t>
            </a:r>
          </a:p>
          <a:p>
            <a:endParaRPr lang="en-US" dirty="0"/>
          </a:p>
          <a:p>
            <a:r>
              <a:rPr lang="en-IN" b="1" dirty="0"/>
              <a:t>Clinical</a:t>
            </a:r>
          </a:p>
          <a:p>
            <a:pPr marL="285750" indent="-285750">
              <a:buFont typeface="Arial" panose="020B0604020202020204" pitchFamily="34" charset="0"/>
              <a:buChar char="•"/>
            </a:pPr>
            <a:r>
              <a:rPr lang="en-IN" sz="1600" dirty="0">
                <a:cs typeface="Times New Roman" panose="02020603050405020304" pitchFamily="18" charset="0"/>
              </a:rPr>
              <a:t>Blood, Urine, Serum</a:t>
            </a:r>
          </a:p>
          <a:p>
            <a:pPr marL="285750" indent="-285750">
              <a:buFont typeface="Arial" panose="020B0604020202020204" pitchFamily="34" charset="0"/>
              <a:buChar char="•"/>
            </a:pPr>
            <a:r>
              <a:rPr lang="en-IN" sz="1600" dirty="0">
                <a:cs typeface="Times New Roman" panose="02020603050405020304" pitchFamily="18" charset="0"/>
              </a:rPr>
              <a:t>Hairs, Tissues</a:t>
            </a:r>
          </a:p>
          <a:p>
            <a:pPr marL="285750" indent="-285750">
              <a:buFont typeface="Arial" panose="020B0604020202020204" pitchFamily="34" charset="0"/>
              <a:buChar char="•"/>
            </a:pPr>
            <a:r>
              <a:rPr lang="en-IN" sz="1600" dirty="0">
                <a:cs typeface="Times New Roman" panose="02020603050405020304" pitchFamily="18" charset="0"/>
              </a:rPr>
              <a:t>Toxicology</a:t>
            </a:r>
          </a:p>
          <a:p>
            <a:pPr marL="285750" indent="-285750">
              <a:buFont typeface="Arial" panose="020B0604020202020204" pitchFamily="34" charset="0"/>
              <a:buChar char="•"/>
            </a:pPr>
            <a:r>
              <a:rPr lang="en-IN" sz="1600" dirty="0">
                <a:cs typeface="Times New Roman" panose="02020603050405020304" pitchFamily="18" charset="0"/>
              </a:rPr>
              <a:t>Nutrition/deficiency/ vitamins</a:t>
            </a:r>
          </a:p>
          <a:p>
            <a:endParaRPr lang="en-IN" b="1" dirty="0"/>
          </a:p>
          <a:p>
            <a:r>
              <a:rPr lang="en-IN" b="1" dirty="0"/>
              <a:t>Food analysis</a:t>
            </a:r>
          </a:p>
          <a:p>
            <a:pPr marL="285750" indent="-285750">
              <a:buFont typeface="Arial" panose="020B0604020202020204" pitchFamily="34" charset="0"/>
              <a:buChar char="•"/>
            </a:pPr>
            <a:r>
              <a:rPr lang="en-IN" sz="1600" dirty="0">
                <a:cs typeface="Times New Roman" panose="02020603050405020304" pitchFamily="18" charset="0"/>
              </a:rPr>
              <a:t>Nutrition</a:t>
            </a:r>
          </a:p>
          <a:p>
            <a:pPr marL="285750" indent="-285750">
              <a:buFont typeface="Arial" panose="020B0604020202020204" pitchFamily="34" charset="0"/>
              <a:buChar char="•"/>
            </a:pPr>
            <a:r>
              <a:rPr lang="en-IN" sz="1600" dirty="0">
                <a:cs typeface="Times New Roman" panose="02020603050405020304" pitchFamily="18" charset="0"/>
              </a:rPr>
              <a:t>Toxic element and species monitoring</a:t>
            </a:r>
          </a:p>
          <a:p>
            <a:pPr marL="285750" indent="-285750">
              <a:buFont typeface="Arial" panose="020B0604020202020204" pitchFamily="34" charset="0"/>
              <a:buChar char="•"/>
            </a:pPr>
            <a:r>
              <a:rPr lang="en-IN" sz="1600" dirty="0">
                <a:cs typeface="Times New Roman" panose="02020603050405020304" pitchFamily="18" charset="0"/>
              </a:rPr>
              <a:t>QA/QS</a:t>
            </a:r>
          </a:p>
          <a:p>
            <a:endParaRPr lang="en-IN" b="1" dirty="0"/>
          </a:p>
          <a:p>
            <a:endParaRPr lang="en-IN" b="1" dirty="0"/>
          </a:p>
          <a:p>
            <a:endParaRPr lang="en-IN" b="1" dirty="0"/>
          </a:p>
          <a:p>
            <a:endParaRPr lang="en-IN" b="1" dirty="0"/>
          </a:p>
          <a:p>
            <a:endParaRPr lang="en-IN" b="1" dirty="0"/>
          </a:p>
          <a:p>
            <a:endParaRPr lang="en-IN" b="1" dirty="0"/>
          </a:p>
          <a:p>
            <a:r>
              <a:rPr lang="en-IN" b="1" dirty="0"/>
              <a:t>Pharmaceutical</a:t>
            </a:r>
          </a:p>
          <a:p>
            <a:pPr marL="285750" indent="-285750">
              <a:buFont typeface="Arial" panose="020B0604020202020204" pitchFamily="34" charset="0"/>
              <a:buChar char="•"/>
            </a:pPr>
            <a:r>
              <a:rPr lang="en-US" sz="1600" dirty="0">
                <a:cs typeface="Times New Roman" panose="02020603050405020304" pitchFamily="18" charset="0"/>
              </a:rPr>
              <a:t>Routine heavy metal contamination </a:t>
            </a:r>
          </a:p>
          <a:p>
            <a:pPr marL="285750" indent="-285750">
              <a:buFont typeface="Arial" panose="020B0604020202020204" pitchFamily="34" charset="0"/>
              <a:buChar char="•"/>
            </a:pPr>
            <a:r>
              <a:rPr lang="en-US" sz="1600" dirty="0">
                <a:cs typeface="Times New Roman" panose="02020603050405020304" pitchFamily="18" charset="0"/>
              </a:rPr>
              <a:t>Drug discovery</a:t>
            </a:r>
            <a:endParaRPr lang="en-IN" sz="1600" dirty="0">
              <a:cs typeface="Times New Roman" panose="02020603050405020304" pitchFamily="18" charset="0"/>
            </a:endParaRPr>
          </a:p>
          <a:p>
            <a:pPr marL="285750" indent="-285750">
              <a:buFont typeface="Arial" panose="020B0604020202020204" pitchFamily="34" charset="0"/>
              <a:buChar char="•"/>
            </a:pPr>
            <a:r>
              <a:rPr lang="en-US" sz="1600" dirty="0">
                <a:cs typeface="Times New Roman" panose="02020603050405020304" pitchFamily="18" charset="0"/>
              </a:rPr>
              <a:t>Clinical trials</a:t>
            </a:r>
            <a:endParaRPr lang="en-IN" sz="1600" dirty="0">
              <a:cs typeface="Times New Roman" panose="02020603050405020304" pitchFamily="18" charset="0"/>
            </a:endParaRPr>
          </a:p>
          <a:p>
            <a:endParaRPr lang="en-IN" b="1" dirty="0"/>
          </a:p>
          <a:p>
            <a:endParaRPr lang="en-IN" b="1" dirty="0"/>
          </a:p>
          <a:p>
            <a:endParaRPr lang="en-IN" b="1" dirty="0"/>
          </a:p>
          <a:p>
            <a:r>
              <a:rPr lang="en-IN" b="1" dirty="0"/>
              <a:t>Nuclear</a:t>
            </a:r>
          </a:p>
          <a:p>
            <a:pPr marL="285750" indent="-285750">
              <a:buFont typeface="Arial" panose="020B0604020202020204" pitchFamily="34" charset="0"/>
              <a:buChar char="•"/>
            </a:pPr>
            <a:r>
              <a:rPr lang="en-IN" sz="1600" dirty="0">
                <a:cs typeface="Times New Roman" panose="02020603050405020304" pitchFamily="18" charset="0"/>
              </a:rPr>
              <a:t>Fuel production</a:t>
            </a:r>
          </a:p>
          <a:p>
            <a:pPr marL="285750" indent="-285750">
              <a:buFont typeface="Arial" panose="020B0604020202020204" pitchFamily="34" charset="0"/>
              <a:buChar char="•"/>
            </a:pPr>
            <a:r>
              <a:rPr lang="en-IN" sz="1600" dirty="0">
                <a:cs typeface="Times New Roman" panose="02020603050405020304" pitchFamily="18" charset="0"/>
              </a:rPr>
              <a:t>Measurement of radioisotopes</a:t>
            </a:r>
          </a:p>
          <a:p>
            <a:pPr marL="285750" indent="-285750">
              <a:buFont typeface="Arial" panose="020B0604020202020204" pitchFamily="34" charset="0"/>
              <a:buChar char="•"/>
            </a:pPr>
            <a:r>
              <a:rPr lang="en-IN" sz="1600" dirty="0">
                <a:cs typeface="Times New Roman" panose="02020603050405020304" pitchFamily="18" charset="0"/>
              </a:rPr>
              <a:t>Primary cooling water</a:t>
            </a:r>
          </a:p>
          <a:p>
            <a:pPr marL="285750" indent="-285750">
              <a:buFont typeface="Arial" panose="020B0604020202020204" pitchFamily="34" charset="0"/>
              <a:buChar char="•"/>
            </a:pPr>
            <a:endParaRPr lang="en-IN" sz="1600" dirty="0">
              <a:cs typeface="Times New Roman" panose="02020603050405020304" pitchFamily="18" charset="0"/>
            </a:endParaRPr>
          </a:p>
          <a:p>
            <a:endParaRPr lang="en-IN" b="1" dirty="0"/>
          </a:p>
          <a:p>
            <a:endParaRPr lang="en-IN" b="1" dirty="0"/>
          </a:p>
          <a:p>
            <a:endParaRPr lang="en-IN" b="1" dirty="0"/>
          </a:p>
          <a:p>
            <a:endParaRPr lang="en-IN" b="1" dirty="0"/>
          </a:p>
          <a:p>
            <a:endParaRPr lang="en-IN" b="1" dirty="0"/>
          </a:p>
          <a:p>
            <a:endParaRPr lang="en-IN" b="1" dirty="0"/>
          </a:p>
          <a:p>
            <a:endParaRPr lang="en-IN" b="1" dirty="0"/>
          </a:p>
          <a:p>
            <a:endParaRPr lang="en-IN" b="1" dirty="0"/>
          </a:p>
          <a:p>
            <a:endParaRPr lang="en-IN" b="1" dirty="0"/>
          </a:p>
          <a:p>
            <a:endParaRPr lang="en-IN" b="1" dirty="0"/>
          </a:p>
          <a:p>
            <a:endParaRPr lang="en-IN" b="1" dirty="0"/>
          </a:p>
          <a:p>
            <a:endParaRPr lang="en-IN" b="1" dirty="0"/>
          </a:p>
          <a:p>
            <a:r>
              <a:rPr lang="en-IN" b="1" dirty="0">
                <a:solidFill>
                  <a:srgbClr val="0070C0"/>
                </a:solidFill>
              </a:rPr>
              <a:t>Geological</a:t>
            </a:r>
          </a:p>
          <a:p>
            <a:pPr marL="285750" indent="-285750">
              <a:buFont typeface="Arial" panose="020B0604020202020204" pitchFamily="34" charset="0"/>
              <a:buChar char="•"/>
            </a:pPr>
            <a:r>
              <a:rPr lang="en-IN" sz="1600" dirty="0">
                <a:solidFill>
                  <a:srgbClr val="0070C0"/>
                </a:solidFill>
                <a:cs typeface="Times New Roman" panose="02020603050405020304" pitchFamily="18" charset="0"/>
              </a:rPr>
              <a:t>Soil, Rock, Sediment</a:t>
            </a:r>
          </a:p>
          <a:p>
            <a:pPr marL="285750" indent="-285750">
              <a:buFont typeface="Arial" panose="020B0604020202020204" pitchFamily="34" charset="0"/>
              <a:buChar char="•"/>
            </a:pPr>
            <a:r>
              <a:rPr lang="en-IN" sz="1600" dirty="0">
                <a:solidFill>
                  <a:srgbClr val="0070C0"/>
                </a:solidFill>
                <a:cs typeface="Times New Roman" panose="02020603050405020304" pitchFamily="18" charset="0"/>
              </a:rPr>
              <a:t>Hydrology</a:t>
            </a:r>
          </a:p>
          <a:p>
            <a:pPr marL="285750" indent="-285750">
              <a:buFont typeface="Arial" panose="020B0604020202020204" pitchFamily="34" charset="0"/>
              <a:buChar char="•"/>
            </a:pPr>
            <a:r>
              <a:rPr lang="en-IN" sz="1600" dirty="0">
                <a:solidFill>
                  <a:srgbClr val="0070C0"/>
                </a:solidFill>
                <a:cs typeface="Times New Roman" panose="02020603050405020304" pitchFamily="18" charset="0"/>
              </a:rPr>
              <a:t>Isotope ratio studies</a:t>
            </a:r>
          </a:p>
          <a:p>
            <a:endParaRPr lang="en-IN" dirty="0"/>
          </a:p>
          <a:p>
            <a:endParaRPr lang="en-IN" b="1" dirty="0"/>
          </a:p>
          <a:p>
            <a:endParaRPr lang="en-IN" b="1" dirty="0"/>
          </a:p>
          <a:p>
            <a:endParaRPr lang="en-IN" b="1" dirty="0"/>
          </a:p>
          <a:p>
            <a:r>
              <a:rPr lang="en-IN" b="1" dirty="0"/>
              <a:t>Archaeological</a:t>
            </a:r>
          </a:p>
          <a:p>
            <a:pPr marL="285750" indent="-285750">
              <a:buFont typeface="Arial" panose="020B0604020202020204" pitchFamily="34" charset="0"/>
              <a:buChar char="•"/>
            </a:pPr>
            <a:r>
              <a:rPr lang="en-IN" sz="1600" dirty="0">
                <a:cs typeface="Times New Roman" panose="02020603050405020304" pitchFamily="18" charset="0"/>
              </a:rPr>
              <a:t>Artifact analysis, proof of origin</a:t>
            </a:r>
          </a:p>
          <a:p>
            <a:pPr marL="285750" indent="-285750">
              <a:buFont typeface="Arial" panose="020B0604020202020204" pitchFamily="34" charset="0"/>
              <a:buChar char="•"/>
            </a:pPr>
            <a:r>
              <a:rPr lang="en-IN" sz="1600" dirty="0">
                <a:cs typeface="Times New Roman" panose="02020603050405020304" pitchFamily="18" charset="0"/>
              </a:rPr>
              <a:t>Tooth, bone, tusk, shell, coral analysis</a:t>
            </a:r>
          </a:p>
          <a:p>
            <a:endParaRPr lang="en-IN" dirty="0"/>
          </a:p>
          <a:p>
            <a:endParaRPr lang="en-IN" dirty="0"/>
          </a:p>
          <a:p>
            <a:r>
              <a:rPr lang="en-IN" b="1" dirty="0"/>
              <a:t>Forensics</a:t>
            </a:r>
          </a:p>
          <a:p>
            <a:pPr marL="285750" indent="-285750">
              <a:buFont typeface="Arial" panose="020B0604020202020204" pitchFamily="34" charset="0"/>
              <a:buChar char="•"/>
            </a:pPr>
            <a:r>
              <a:rPr lang="en-IN" sz="1600" dirty="0">
                <a:cs typeface="Times New Roman" panose="02020603050405020304" pitchFamily="18" charset="0"/>
              </a:rPr>
              <a:t>Gun shot residue</a:t>
            </a:r>
          </a:p>
          <a:p>
            <a:pPr marL="285750" indent="-285750">
              <a:buFont typeface="Arial" panose="020B0604020202020204" pitchFamily="34" charset="0"/>
              <a:buChar char="•"/>
            </a:pPr>
            <a:r>
              <a:rPr lang="en-IN" sz="1600" dirty="0">
                <a:cs typeface="Times New Roman" panose="02020603050405020304" pitchFamily="18" charset="0"/>
              </a:rPr>
              <a:t>Material characterization</a:t>
            </a:r>
          </a:p>
          <a:p>
            <a:pPr marL="285750" indent="-285750">
              <a:buFont typeface="Arial" panose="020B0604020202020204" pitchFamily="34" charset="0"/>
              <a:buChar char="•"/>
            </a:pPr>
            <a:r>
              <a:rPr lang="en-IN" sz="1600" dirty="0">
                <a:cs typeface="Times New Roman" panose="02020603050405020304" pitchFamily="18" charset="0"/>
              </a:rPr>
              <a:t>Point of origin</a:t>
            </a:r>
          </a:p>
          <a:p>
            <a:pPr marL="285750" indent="-285750">
              <a:buFont typeface="Arial" panose="020B0604020202020204" pitchFamily="34" charset="0"/>
              <a:buChar char="•"/>
            </a:pPr>
            <a:r>
              <a:rPr lang="en-IN" sz="1600" dirty="0">
                <a:cs typeface="Times New Roman" panose="02020603050405020304" pitchFamily="18" charset="0"/>
              </a:rPr>
              <a:t>Poisoning</a:t>
            </a:r>
          </a:p>
          <a:p>
            <a:endParaRPr lang="en-IN" dirty="0"/>
          </a:p>
          <a:p>
            <a:endParaRPr lang="en-IN" dirty="0"/>
          </a:p>
          <a:p>
            <a:r>
              <a:rPr lang="en-IN" dirty="0"/>
              <a:t>                                  </a:t>
            </a:r>
          </a:p>
        </p:txBody>
      </p:sp>
      <p:sp>
        <p:nvSpPr>
          <p:cNvPr id="6" name="TextBox 5">
            <a:extLst>
              <a:ext uri="{FF2B5EF4-FFF2-40B4-BE49-F238E27FC236}">
                <a16:creationId xmlns:a16="http://schemas.microsoft.com/office/drawing/2014/main" id="{8C09F6F1-8374-7A81-DFB6-21A13615AC84}"/>
              </a:ext>
            </a:extLst>
          </p:cNvPr>
          <p:cNvSpPr txBox="1"/>
          <p:nvPr/>
        </p:nvSpPr>
        <p:spPr>
          <a:xfrm>
            <a:off x="980440" y="76200"/>
            <a:ext cx="8153400" cy="523220"/>
          </a:xfrm>
          <a:prstGeom prst="rect">
            <a:avLst/>
          </a:prstGeom>
          <a:noFill/>
        </p:spPr>
        <p:txBody>
          <a:bodyPr wrap="square" rtlCol="0">
            <a:spAutoFit/>
          </a:bodyPr>
          <a:lstStyle/>
          <a:p>
            <a:pPr algn="ctr"/>
            <a:r>
              <a:rPr lang="en-IN" sz="2800" b="1" dirty="0"/>
              <a:t>ICP-MS application</a:t>
            </a:r>
          </a:p>
        </p:txBody>
      </p:sp>
    </p:spTree>
    <p:extLst>
      <p:ext uri="{BB962C8B-B14F-4D97-AF65-F5344CB8AC3E}">
        <p14:creationId xmlns:p14="http://schemas.microsoft.com/office/powerpoint/2010/main" val="3842424451"/>
      </p:ext>
    </p:extLst>
  </p:cSld>
  <p:clrMapOvr>
    <a:masterClrMapping/>
  </p:clrMapOvr>
  <p:transition>
    <p:wipe dir="d"/>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0C035B3-58D9-402F-B6A0-729DB8A656C4}"/>
              </a:ext>
            </a:extLst>
          </p:cNvPr>
          <p:cNvSpPr txBox="1"/>
          <p:nvPr/>
        </p:nvSpPr>
        <p:spPr>
          <a:xfrm>
            <a:off x="1143000" y="152400"/>
            <a:ext cx="7772400" cy="6050631"/>
          </a:xfrm>
          <a:prstGeom prst="rect">
            <a:avLst/>
          </a:prstGeom>
          <a:noFill/>
        </p:spPr>
        <p:txBody>
          <a:bodyPr wrap="square">
            <a:spAutoFit/>
          </a:bodyPr>
          <a:lstStyle/>
          <a:p>
            <a:pPr lvl="0">
              <a:lnSpc>
                <a:spcPct val="107000"/>
              </a:lnSpc>
              <a:spcAft>
                <a:spcPts val="800"/>
              </a:spcAft>
              <a:buSzPts val="1000"/>
              <a:tabLst>
                <a:tab pos="457200" algn="l"/>
              </a:tabLst>
            </a:pPr>
            <a:r>
              <a:rPr lang="en-IN" b="1" dirty="0">
                <a:effectLst/>
                <a:latin typeface="Times New Roman" panose="02020603050405020304" pitchFamily="18" charset="0"/>
                <a:ea typeface="Times New Roman" panose="02020603050405020304" pitchFamily="18" charset="0"/>
                <a:cs typeface="Times New Roman" panose="02020603050405020304" pitchFamily="18" charset="0"/>
              </a:rPr>
              <a:t>Role of ICP-MS in pharmaceuticals</a:t>
            </a:r>
          </a:p>
          <a:p>
            <a:pPr marL="342900" lvl="0" indent="-342900">
              <a:lnSpc>
                <a:spcPct val="107000"/>
              </a:lnSpc>
              <a:spcAft>
                <a:spcPts val="800"/>
              </a:spcAft>
              <a:buSzPts val="1000"/>
              <a:buFont typeface="Symbol" panose="05050102010706020507" pitchFamily="18" charset="2"/>
              <a:buChar char=""/>
              <a:tabLst>
                <a:tab pos="457200" algn="l"/>
              </a:tabLst>
            </a:pPr>
            <a:r>
              <a:rPr lang="en-IN" dirty="0">
                <a:effectLst/>
                <a:latin typeface="Times New Roman" panose="02020603050405020304" pitchFamily="18" charset="0"/>
                <a:ea typeface="Times New Roman" panose="02020603050405020304" pitchFamily="18" charset="0"/>
                <a:cs typeface="Times New Roman" panose="02020603050405020304" pitchFamily="18" charset="0"/>
              </a:rPr>
              <a:t>Ensures pharmaceutical products :</a:t>
            </a:r>
            <a:r>
              <a:rPr lang="en-IN" dirty="0">
                <a:effectLst/>
                <a:latin typeface="Calibri" panose="020F0502020204030204" pitchFamily="34" charset="0"/>
                <a:ea typeface="Calibri" panose="020F0502020204030204" pitchFamily="34" charset="0"/>
                <a:cs typeface="Times New Roman" panose="02020603050405020304" pitchFamily="18" charset="0"/>
              </a:rPr>
              <a:t> </a:t>
            </a:r>
            <a:r>
              <a:rPr lang="en-IN" b="1" dirty="0">
                <a:effectLst/>
                <a:latin typeface="Calibri" panose="020F0502020204030204" pitchFamily="34" charset="0"/>
                <a:ea typeface="Calibri" panose="020F0502020204030204" pitchFamily="34" charset="0"/>
                <a:cs typeface="Times New Roman" panose="02020603050405020304" pitchFamily="18" charset="0"/>
              </a:rPr>
              <a:t>drug safety, efficacy</a:t>
            </a:r>
            <a:r>
              <a:rPr lang="en-IN" dirty="0">
                <a:effectLst/>
                <a:latin typeface="Calibri" panose="020F0502020204030204" pitchFamily="34" charset="0"/>
                <a:ea typeface="Calibri" panose="020F0502020204030204" pitchFamily="34" charset="0"/>
                <a:cs typeface="Times New Roman" panose="02020603050405020304" pitchFamily="18" charset="0"/>
              </a:rPr>
              <a:t>, and </a:t>
            </a:r>
            <a:r>
              <a:rPr lang="en-IN" b="1" dirty="0">
                <a:effectLst/>
                <a:latin typeface="Calibri" panose="020F0502020204030204" pitchFamily="34" charset="0"/>
                <a:ea typeface="Calibri" panose="020F0502020204030204" pitchFamily="34" charset="0"/>
                <a:cs typeface="Times New Roman" panose="02020603050405020304" pitchFamily="18" charset="0"/>
              </a:rPr>
              <a:t>compliance</a:t>
            </a:r>
            <a:r>
              <a:rPr lang="en-IN" dirty="0">
                <a:effectLst/>
                <a:latin typeface="Calibri" panose="020F0502020204030204" pitchFamily="34" charset="0"/>
                <a:ea typeface="Calibri" panose="020F0502020204030204" pitchFamily="34" charset="0"/>
                <a:cs typeface="Times New Roman" panose="02020603050405020304" pitchFamily="18" charset="0"/>
              </a:rPr>
              <a:t> with regulatory and </a:t>
            </a:r>
            <a:r>
              <a:rPr lang="en-IN" dirty="0">
                <a:effectLst/>
                <a:latin typeface="Times New Roman" panose="02020603050405020304" pitchFamily="18" charset="0"/>
                <a:ea typeface="Times New Roman" panose="02020603050405020304" pitchFamily="18" charset="0"/>
                <a:cs typeface="Times New Roman" panose="02020603050405020304" pitchFamily="18" charset="0"/>
              </a:rPr>
              <a:t>safety </a:t>
            </a:r>
            <a:r>
              <a:rPr lang="en-IN" dirty="0">
                <a:effectLst/>
                <a:latin typeface="Calibri" panose="020F0502020204030204" pitchFamily="34" charset="0"/>
                <a:ea typeface="Calibri" panose="020F0502020204030204" pitchFamily="34" charset="0"/>
                <a:cs typeface="Times New Roman" panose="02020603050405020304" pitchFamily="18" charset="0"/>
              </a:rPr>
              <a:t>standards.</a:t>
            </a:r>
          </a:p>
          <a:p>
            <a:pPr marL="342900" lvl="0" indent="-342900">
              <a:lnSpc>
                <a:spcPct val="107000"/>
              </a:lnSpc>
              <a:spcAft>
                <a:spcPts val="800"/>
              </a:spcAft>
              <a:buSzPts val="1000"/>
              <a:buFont typeface="Symbol" panose="05050102010706020507" pitchFamily="18" charset="2"/>
              <a:buChar char=""/>
              <a:tabLst>
                <a:tab pos="457200" algn="l"/>
              </a:tabLst>
            </a:pPr>
            <a:r>
              <a:rPr lang="en-IN" dirty="0">
                <a:effectLst/>
                <a:latin typeface="Times New Roman" panose="02020603050405020304" pitchFamily="18" charset="0"/>
                <a:ea typeface="Times New Roman" panose="02020603050405020304" pitchFamily="18" charset="0"/>
                <a:cs typeface="Times New Roman" panose="02020603050405020304" pitchFamily="18" charset="0"/>
              </a:rPr>
              <a:t>Helps manufacturers comply with global regulations on elemental impurities.</a:t>
            </a:r>
            <a:endParaRPr lang="en-IN"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pPr>
            <a:r>
              <a:rPr lang="en-IN" b="1" dirty="0">
                <a:effectLst/>
                <a:latin typeface="Times New Roman" panose="02020603050405020304" pitchFamily="18" charset="0"/>
                <a:ea typeface="Times New Roman" panose="02020603050405020304" pitchFamily="18" charset="0"/>
                <a:cs typeface="Times New Roman" panose="02020603050405020304" pitchFamily="18" charset="0"/>
              </a:rPr>
              <a:t> </a:t>
            </a:r>
            <a:endParaRPr lang="en-IN"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pPr>
            <a:r>
              <a:rPr lang="en-IN" b="1" dirty="0">
                <a:effectLst/>
                <a:latin typeface="Times New Roman" panose="02020603050405020304" pitchFamily="18" charset="0"/>
                <a:ea typeface="Times New Roman" panose="02020603050405020304" pitchFamily="18" charset="0"/>
                <a:cs typeface="Times New Roman" panose="02020603050405020304" pitchFamily="18" charset="0"/>
              </a:rPr>
              <a:t>Trace Element and Impurity Testing</a:t>
            </a:r>
            <a:endParaRPr lang="en-IN"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pPr>
            <a:r>
              <a:rPr lang="en-IN" dirty="0">
                <a:effectLst/>
                <a:latin typeface="Times New Roman" panose="02020603050405020304" pitchFamily="18" charset="0"/>
                <a:ea typeface="Times New Roman" panose="02020603050405020304" pitchFamily="18" charset="0"/>
                <a:cs typeface="Times New Roman" panose="02020603050405020304" pitchFamily="18" charset="0"/>
              </a:rPr>
              <a:t>Trace Element Analysis and Impurity Testing</a:t>
            </a:r>
            <a:endParaRPr lang="en-IN"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n-IN" b="1" dirty="0">
                <a:effectLst/>
                <a:latin typeface="Times New Roman" panose="02020603050405020304" pitchFamily="18" charset="0"/>
                <a:ea typeface="Times New Roman" panose="02020603050405020304" pitchFamily="18" charset="0"/>
                <a:cs typeface="Times New Roman" panose="02020603050405020304" pitchFamily="18" charset="0"/>
              </a:rPr>
              <a:t>Toxic Element Detection</a:t>
            </a:r>
            <a:r>
              <a:rPr lang="en-IN"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IN" dirty="0">
              <a:effectLst/>
              <a:latin typeface="Calibri" panose="020F0502020204030204" pitchFamily="34" charset="0"/>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n-IN" dirty="0">
                <a:effectLst/>
                <a:latin typeface="Times New Roman" panose="02020603050405020304" pitchFamily="18" charset="0"/>
                <a:ea typeface="Times New Roman" panose="02020603050405020304" pitchFamily="18" charset="0"/>
                <a:cs typeface="Times New Roman" panose="02020603050405020304" pitchFamily="18" charset="0"/>
              </a:rPr>
              <a:t>Detects </a:t>
            </a:r>
            <a:r>
              <a:rPr lang="en-IN" b="1" dirty="0">
                <a:effectLst/>
                <a:latin typeface="Times New Roman" panose="02020603050405020304" pitchFamily="18" charset="0"/>
                <a:ea typeface="Times New Roman" panose="02020603050405020304" pitchFamily="18" charset="0"/>
                <a:cs typeface="Times New Roman" panose="02020603050405020304" pitchFamily="18" charset="0"/>
              </a:rPr>
              <a:t>toxic metals</a:t>
            </a:r>
            <a:r>
              <a:rPr lang="en-IN"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IN" b="1" dirty="0">
                <a:effectLst/>
                <a:latin typeface="Times New Roman" panose="02020603050405020304" pitchFamily="18" charset="0"/>
                <a:ea typeface="Times New Roman" panose="02020603050405020304" pitchFamily="18" charset="0"/>
                <a:cs typeface="Times New Roman" panose="02020603050405020304" pitchFamily="18" charset="0"/>
              </a:rPr>
              <a:t>Lead (Pb)</a:t>
            </a:r>
            <a:r>
              <a:rPr lang="en-IN"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IN" b="1" dirty="0">
                <a:effectLst/>
                <a:latin typeface="Times New Roman" panose="02020603050405020304" pitchFamily="18" charset="0"/>
                <a:ea typeface="Times New Roman" panose="02020603050405020304" pitchFamily="18" charset="0"/>
                <a:cs typeface="Times New Roman" panose="02020603050405020304" pitchFamily="18" charset="0"/>
              </a:rPr>
              <a:t>Arsenic (As)</a:t>
            </a:r>
            <a:r>
              <a:rPr lang="en-IN"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IN" b="1" dirty="0">
                <a:effectLst/>
                <a:latin typeface="Times New Roman" panose="02020603050405020304" pitchFamily="18" charset="0"/>
                <a:ea typeface="Times New Roman" panose="02020603050405020304" pitchFamily="18" charset="0"/>
                <a:cs typeface="Times New Roman" panose="02020603050405020304" pitchFamily="18" charset="0"/>
              </a:rPr>
              <a:t>Cadmium (Cd)</a:t>
            </a:r>
            <a:r>
              <a:rPr lang="en-IN"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IN" b="1" dirty="0">
                <a:effectLst/>
                <a:latin typeface="Times New Roman" panose="02020603050405020304" pitchFamily="18" charset="0"/>
                <a:ea typeface="Times New Roman" panose="02020603050405020304" pitchFamily="18" charset="0"/>
                <a:cs typeface="Times New Roman" panose="02020603050405020304" pitchFamily="18" charset="0"/>
              </a:rPr>
              <a:t>Mercury (Hg)</a:t>
            </a:r>
            <a:r>
              <a:rPr lang="en-IN" dirty="0">
                <a:effectLst/>
                <a:latin typeface="Times New Roman" panose="02020603050405020304" pitchFamily="18" charset="0"/>
                <a:ea typeface="Times New Roman" panose="02020603050405020304" pitchFamily="18" charset="0"/>
                <a:cs typeface="Times New Roman" panose="02020603050405020304" pitchFamily="18" charset="0"/>
              </a:rPr>
              <a:t>, etc.</a:t>
            </a:r>
            <a:endParaRPr lang="en-IN" dirty="0">
              <a:effectLst/>
              <a:latin typeface="Calibri" panose="020F0502020204030204" pitchFamily="34" charset="0"/>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n-IN" dirty="0">
                <a:effectLst/>
                <a:latin typeface="Times New Roman" panose="02020603050405020304" pitchFamily="18" charset="0"/>
                <a:ea typeface="Times New Roman" panose="02020603050405020304" pitchFamily="18" charset="0"/>
                <a:cs typeface="Times New Roman" panose="02020603050405020304" pitchFamily="18" charset="0"/>
              </a:rPr>
              <a:t>Essential for complying with </a:t>
            </a:r>
            <a:r>
              <a:rPr lang="en-IN" b="1" dirty="0">
                <a:effectLst/>
                <a:latin typeface="Times New Roman" panose="02020603050405020304" pitchFamily="18" charset="0"/>
                <a:ea typeface="Times New Roman" panose="02020603050405020304" pitchFamily="18" charset="0"/>
                <a:cs typeface="Times New Roman" panose="02020603050405020304" pitchFamily="18" charset="0"/>
              </a:rPr>
              <a:t>USP 232 </a:t>
            </a:r>
            <a:r>
              <a:rPr lang="en-IN" dirty="0">
                <a:effectLst/>
                <a:latin typeface="Times New Roman" panose="02020603050405020304" pitchFamily="18" charset="0"/>
                <a:ea typeface="Times New Roman" panose="02020603050405020304" pitchFamily="18" charset="0"/>
                <a:cs typeface="Times New Roman" panose="02020603050405020304" pitchFamily="18" charset="0"/>
              </a:rPr>
              <a:t>and </a:t>
            </a:r>
            <a:r>
              <a:rPr lang="en-IN" b="1" dirty="0">
                <a:effectLst/>
                <a:latin typeface="Times New Roman" panose="02020603050405020304" pitchFamily="18" charset="0"/>
                <a:ea typeface="Times New Roman" panose="02020603050405020304" pitchFamily="18" charset="0"/>
                <a:cs typeface="Times New Roman" panose="02020603050405020304" pitchFamily="18" charset="0"/>
              </a:rPr>
              <a:t>USP 233</a:t>
            </a:r>
            <a:r>
              <a:rPr lang="en-IN" dirty="0">
                <a:effectLst/>
                <a:latin typeface="Times New Roman" panose="02020603050405020304" pitchFamily="18" charset="0"/>
                <a:ea typeface="Times New Roman" panose="02020603050405020304" pitchFamily="18" charset="0"/>
                <a:cs typeface="Times New Roman" panose="02020603050405020304" pitchFamily="18" charset="0"/>
              </a:rPr>
              <a:t> guidelines.</a:t>
            </a:r>
            <a:endParaRPr lang="en-IN" dirty="0">
              <a:effectLst/>
              <a:latin typeface="Calibri" panose="020F0502020204030204" pitchFamily="34" charset="0"/>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n-IN" dirty="0">
                <a:effectLst/>
                <a:latin typeface="Times New Roman" panose="02020603050405020304" pitchFamily="18" charset="0"/>
                <a:ea typeface="Times New Roman" panose="02020603050405020304" pitchFamily="18" charset="0"/>
                <a:cs typeface="Times New Roman" panose="02020603050405020304" pitchFamily="18" charset="0"/>
              </a:rPr>
              <a:t>Regulatory limits on metals to ensure safety for patients.</a:t>
            </a:r>
            <a:endParaRPr lang="en-IN"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n-IN" b="1" dirty="0">
                <a:effectLst/>
                <a:latin typeface="Times New Roman" panose="02020603050405020304" pitchFamily="18" charset="0"/>
                <a:ea typeface="Times New Roman" panose="02020603050405020304" pitchFamily="18" charset="0"/>
                <a:cs typeface="Times New Roman" panose="02020603050405020304" pitchFamily="18" charset="0"/>
              </a:rPr>
              <a:t>Elemental Impurity Testing</a:t>
            </a:r>
            <a:r>
              <a:rPr lang="en-IN"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IN" dirty="0">
              <a:effectLst/>
              <a:latin typeface="Calibri" panose="020F0502020204030204" pitchFamily="34" charset="0"/>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n-IN" dirty="0">
                <a:effectLst/>
                <a:latin typeface="Times New Roman" panose="02020603050405020304" pitchFamily="18" charset="0"/>
                <a:ea typeface="Times New Roman" panose="02020603050405020304" pitchFamily="18" charset="0"/>
                <a:cs typeface="Times New Roman" panose="02020603050405020304" pitchFamily="18" charset="0"/>
              </a:rPr>
              <a:t>Quantifies </a:t>
            </a:r>
            <a:r>
              <a:rPr lang="en-IN" b="1" dirty="0">
                <a:effectLst/>
                <a:latin typeface="Times New Roman" panose="02020603050405020304" pitchFamily="18" charset="0"/>
                <a:ea typeface="Times New Roman" panose="02020603050405020304" pitchFamily="18" charset="0"/>
                <a:cs typeface="Times New Roman" panose="02020603050405020304" pitchFamily="18" charset="0"/>
              </a:rPr>
              <a:t>heavy metals</a:t>
            </a:r>
            <a:r>
              <a:rPr lang="en-IN" dirty="0">
                <a:effectLst/>
                <a:latin typeface="Times New Roman" panose="02020603050405020304" pitchFamily="18" charset="0"/>
                <a:ea typeface="Times New Roman" panose="02020603050405020304" pitchFamily="18" charset="0"/>
                <a:cs typeface="Times New Roman" panose="02020603050405020304" pitchFamily="18" charset="0"/>
              </a:rPr>
              <a:t> and </a:t>
            </a:r>
            <a:r>
              <a:rPr lang="en-IN" b="1" dirty="0">
                <a:effectLst/>
                <a:latin typeface="Times New Roman" panose="02020603050405020304" pitchFamily="18" charset="0"/>
                <a:ea typeface="Times New Roman" panose="02020603050405020304" pitchFamily="18" charset="0"/>
                <a:cs typeface="Times New Roman" panose="02020603050405020304" pitchFamily="18" charset="0"/>
              </a:rPr>
              <a:t>toxic elements</a:t>
            </a:r>
            <a:r>
              <a:rPr lang="en-IN" dirty="0">
                <a:effectLst/>
                <a:latin typeface="Times New Roman" panose="02020603050405020304" pitchFamily="18" charset="0"/>
                <a:ea typeface="Times New Roman" panose="02020603050405020304" pitchFamily="18" charset="0"/>
                <a:cs typeface="Times New Roman" panose="02020603050405020304" pitchFamily="18" charset="0"/>
              </a:rPr>
              <a:t> to prevent contamination.</a:t>
            </a:r>
            <a:endParaRPr lang="en-IN" dirty="0">
              <a:effectLst/>
              <a:latin typeface="Calibri" panose="020F0502020204030204" pitchFamily="34" charset="0"/>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n-IN" dirty="0">
                <a:effectLst/>
                <a:latin typeface="Times New Roman" panose="02020603050405020304" pitchFamily="18" charset="0"/>
                <a:ea typeface="Times New Roman" panose="02020603050405020304" pitchFamily="18" charset="0"/>
                <a:cs typeface="Times New Roman" panose="02020603050405020304" pitchFamily="18" charset="0"/>
              </a:rPr>
              <a:t>Ensures </a:t>
            </a:r>
            <a:r>
              <a:rPr lang="en-IN" b="1" dirty="0">
                <a:effectLst/>
                <a:latin typeface="Times New Roman" panose="02020603050405020304" pitchFamily="18" charset="0"/>
                <a:ea typeface="Times New Roman" panose="02020603050405020304" pitchFamily="18" charset="0"/>
                <a:cs typeface="Times New Roman" panose="02020603050405020304" pitchFamily="18" charset="0"/>
              </a:rPr>
              <a:t>finished drug products</a:t>
            </a:r>
            <a:r>
              <a:rPr lang="en-IN" dirty="0">
                <a:effectLst/>
                <a:latin typeface="Times New Roman" panose="02020603050405020304" pitchFamily="18" charset="0"/>
                <a:ea typeface="Times New Roman" panose="02020603050405020304" pitchFamily="18" charset="0"/>
                <a:cs typeface="Times New Roman" panose="02020603050405020304" pitchFamily="18" charset="0"/>
              </a:rPr>
              <a:t> meet international standards for impurity levels.</a:t>
            </a:r>
            <a:endParaRPr lang="en-IN"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603847042"/>
      </p:ext>
    </p:extLst>
  </p:cSld>
  <p:clrMapOvr>
    <a:masterClrMapping/>
  </p:clrMapOvr>
  <p:transition>
    <p:wipe dir="d"/>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143FC5D-068A-4B8A-820A-138B7BC05B9C}"/>
              </a:ext>
            </a:extLst>
          </p:cNvPr>
          <p:cNvSpPr txBox="1"/>
          <p:nvPr/>
        </p:nvSpPr>
        <p:spPr>
          <a:xfrm>
            <a:off x="1219200" y="304800"/>
            <a:ext cx="6477000" cy="400110"/>
          </a:xfrm>
          <a:prstGeom prst="rect">
            <a:avLst/>
          </a:prstGeom>
          <a:noFill/>
        </p:spPr>
        <p:txBody>
          <a:bodyPr wrap="square">
            <a:spAutoFit/>
          </a:bodyPr>
          <a:lstStyle/>
          <a:p>
            <a:r>
              <a:rPr lang="en-IN" sz="2000" b="1" dirty="0">
                <a:latin typeface="Times New Roman" panose="02020603050405020304" pitchFamily="18" charset="0"/>
                <a:ea typeface="Times New Roman" panose="02020603050405020304" pitchFamily="18" charset="0"/>
              </a:rPr>
              <a:t>I</a:t>
            </a:r>
            <a:r>
              <a:rPr lang="en-IN" sz="2000" b="1" dirty="0">
                <a:effectLst/>
                <a:latin typeface="Times New Roman" panose="02020603050405020304" pitchFamily="18" charset="0"/>
                <a:ea typeface="Times New Roman" panose="02020603050405020304" pitchFamily="18" charset="0"/>
              </a:rPr>
              <a:t>n Pharmaceutical</a:t>
            </a:r>
            <a:r>
              <a:rPr lang="en-IN" sz="1800" b="1" dirty="0">
                <a:effectLst/>
                <a:latin typeface="Times New Roman" panose="02020603050405020304" pitchFamily="18" charset="0"/>
                <a:ea typeface="Times New Roman" panose="02020603050405020304" pitchFamily="18" charset="0"/>
              </a:rPr>
              <a:t> Analysis or </a:t>
            </a:r>
            <a:r>
              <a:rPr lang="en-IN" sz="2000" b="1" dirty="0">
                <a:effectLst/>
                <a:latin typeface="Times New Roman" panose="02020603050405020304" pitchFamily="18" charset="0"/>
                <a:ea typeface="Times New Roman" panose="02020603050405020304" pitchFamily="18" charset="0"/>
              </a:rPr>
              <a:t>Quality Control</a:t>
            </a:r>
            <a:endParaRPr lang="en-IN" sz="2000" b="1" dirty="0"/>
          </a:p>
        </p:txBody>
      </p:sp>
      <p:sp>
        <p:nvSpPr>
          <p:cNvPr id="5" name="TextBox 4">
            <a:extLst>
              <a:ext uri="{FF2B5EF4-FFF2-40B4-BE49-F238E27FC236}">
                <a16:creationId xmlns:a16="http://schemas.microsoft.com/office/drawing/2014/main" id="{82320BE2-82DD-41F6-AAF2-2975E819E894}"/>
              </a:ext>
            </a:extLst>
          </p:cNvPr>
          <p:cNvSpPr txBox="1"/>
          <p:nvPr/>
        </p:nvSpPr>
        <p:spPr>
          <a:xfrm>
            <a:off x="1295400" y="891318"/>
            <a:ext cx="6934200" cy="5075364"/>
          </a:xfrm>
          <a:prstGeom prst="rect">
            <a:avLst/>
          </a:prstGeom>
          <a:noFill/>
        </p:spPr>
        <p:txBody>
          <a:bodyPr wrap="square">
            <a:spAutoFit/>
          </a:bodyPr>
          <a:lstStyle/>
          <a:p>
            <a:pPr marL="342900" lvl="0" indent="-342900">
              <a:lnSpc>
                <a:spcPct val="107000"/>
              </a:lnSpc>
              <a:spcAft>
                <a:spcPts val="800"/>
              </a:spcAft>
              <a:buSzPts val="1000"/>
              <a:buFont typeface="Symbol" panose="05050102010706020507" pitchFamily="18" charset="2"/>
              <a:buChar char=""/>
              <a:tabLst>
                <a:tab pos="457200" algn="l"/>
              </a:tabLst>
            </a:pPr>
            <a:r>
              <a:rPr lang="en-IN" sz="2000" b="1" dirty="0">
                <a:effectLst/>
                <a:latin typeface="Times New Roman" panose="02020603050405020304" pitchFamily="18" charset="0"/>
                <a:ea typeface="Times New Roman" panose="02020603050405020304" pitchFamily="18" charset="0"/>
                <a:cs typeface="Times New Roman" panose="02020603050405020304" pitchFamily="18" charset="0"/>
              </a:rPr>
              <a:t>Characterization of Raw Materials</a:t>
            </a:r>
            <a:r>
              <a:rPr lang="en-IN" sz="20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IN" sz="2000" dirty="0">
              <a:effectLst/>
              <a:latin typeface="Calibri" panose="020F0502020204030204" pitchFamily="34" charset="0"/>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n-IN" sz="2000" dirty="0">
                <a:effectLst/>
                <a:latin typeface="Times New Roman" panose="02020603050405020304" pitchFamily="18" charset="0"/>
                <a:ea typeface="Times New Roman" panose="02020603050405020304" pitchFamily="18" charset="0"/>
                <a:cs typeface="Times New Roman" panose="02020603050405020304" pitchFamily="18" charset="0"/>
              </a:rPr>
              <a:t>Tests </a:t>
            </a:r>
            <a:r>
              <a:rPr lang="en-IN" sz="2000" b="1" dirty="0">
                <a:effectLst/>
                <a:latin typeface="Times New Roman" panose="02020603050405020304" pitchFamily="18" charset="0"/>
                <a:ea typeface="Times New Roman" panose="02020603050405020304" pitchFamily="18" charset="0"/>
                <a:cs typeface="Times New Roman" panose="02020603050405020304" pitchFamily="18" charset="0"/>
              </a:rPr>
              <a:t>active pharmaceutical ingredients (APIs)</a:t>
            </a:r>
            <a:r>
              <a:rPr lang="en-IN" sz="2000" dirty="0">
                <a:effectLst/>
                <a:latin typeface="Times New Roman" panose="02020603050405020304" pitchFamily="18" charset="0"/>
                <a:ea typeface="Times New Roman" panose="02020603050405020304" pitchFamily="18" charset="0"/>
                <a:cs typeface="Times New Roman" panose="02020603050405020304" pitchFamily="18" charset="0"/>
              </a:rPr>
              <a:t> and </a:t>
            </a:r>
            <a:r>
              <a:rPr lang="en-IN" sz="2000" b="1" dirty="0">
                <a:effectLst/>
                <a:latin typeface="Times New Roman" panose="02020603050405020304" pitchFamily="18" charset="0"/>
                <a:ea typeface="Times New Roman" panose="02020603050405020304" pitchFamily="18" charset="0"/>
                <a:cs typeface="Times New Roman" panose="02020603050405020304" pitchFamily="18" charset="0"/>
              </a:rPr>
              <a:t>excipients</a:t>
            </a:r>
            <a:r>
              <a:rPr lang="en-IN" sz="2000" dirty="0">
                <a:effectLst/>
                <a:latin typeface="Times New Roman" panose="02020603050405020304" pitchFamily="18" charset="0"/>
                <a:ea typeface="Times New Roman" panose="02020603050405020304" pitchFamily="18" charset="0"/>
                <a:cs typeface="Times New Roman" panose="02020603050405020304" pitchFamily="18" charset="0"/>
              </a:rPr>
              <a:t> for elemental contamination.</a:t>
            </a:r>
            <a:endParaRPr lang="en-IN" sz="2000" dirty="0">
              <a:effectLst/>
              <a:latin typeface="Calibri" panose="020F0502020204030204" pitchFamily="34" charset="0"/>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n-IN" sz="2000" dirty="0">
                <a:effectLst/>
                <a:latin typeface="Times New Roman" panose="02020603050405020304" pitchFamily="18" charset="0"/>
                <a:ea typeface="Times New Roman" panose="02020603050405020304" pitchFamily="18" charset="0"/>
                <a:cs typeface="Times New Roman" panose="02020603050405020304" pitchFamily="18" charset="0"/>
              </a:rPr>
              <a:t>Ensures </a:t>
            </a:r>
            <a:r>
              <a:rPr lang="en-IN" sz="2000" b="1" dirty="0">
                <a:effectLst/>
                <a:latin typeface="Times New Roman" panose="02020603050405020304" pitchFamily="18" charset="0"/>
                <a:ea typeface="Times New Roman" panose="02020603050405020304" pitchFamily="18" charset="0"/>
                <a:cs typeface="Times New Roman" panose="02020603050405020304" pitchFamily="18" charset="0"/>
              </a:rPr>
              <a:t>consistency</a:t>
            </a:r>
            <a:r>
              <a:rPr lang="en-IN" sz="2000" dirty="0">
                <a:effectLst/>
                <a:latin typeface="Times New Roman" panose="02020603050405020304" pitchFamily="18" charset="0"/>
                <a:ea typeface="Times New Roman" panose="02020603050405020304" pitchFamily="18" charset="0"/>
                <a:cs typeface="Times New Roman" panose="02020603050405020304" pitchFamily="18" charset="0"/>
              </a:rPr>
              <a:t> and </a:t>
            </a:r>
            <a:r>
              <a:rPr lang="en-IN" sz="2000" b="1" dirty="0">
                <a:effectLst/>
                <a:latin typeface="Times New Roman" panose="02020603050405020304" pitchFamily="18" charset="0"/>
                <a:ea typeface="Times New Roman" panose="02020603050405020304" pitchFamily="18" charset="0"/>
                <a:cs typeface="Times New Roman" panose="02020603050405020304" pitchFamily="18" charset="0"/>
              </a:rPr>
              <a:t>purity</a:t>
            </a:r>
            <a:r>
              <a:rPr lang="en-IN" sz="2000" dirty="0">
                <a:effectLst/>
                <a:latin typeface="Times New Roman" panose="02020603050405020304" pitchFamily="18" charset="0"/>
                <a:ea typeface="Times New Roman" panose="02020603050405020304" pitchFamily="18" charset="0"/>
                <a:cs typeface="Times New Roman" panose="02020603050405020304" pitchFamily="18" charset="0"/>
              </a:rPr>
              <a:t> of materials used in drug formulation.</a:t>
            </a:r>
            <a:endParaRPr lang="en-IN" sz="20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n-IN" sz="2000" b="1" dirty="0">
                <a:effectLst/>
                <a:latin typeface="Times New Roman" panose="02020603050405020304" pitchFamily="18" charset="0"/>
                <a:ea typeface="Times New Roman" panose="02020603050405020304" pitchFamily="18" charset="0"/>
                <a:cs typeface="Times New Roman" panose="02020603050405020304" pitchFamily="18" charset="0"/>
              </a:rPr>
              <a:t>Finished Drug Product Testing</a:t>
            </a:r>
            <a:r>
              <a:rPr lang="en-IN" sz="20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IN" sz="2000" dirty="0">
              <a:effectLst/>
              <a:latin typeface="Calibri" panose="020F0502020204030204" pitchFamily="34" charset="0"/>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n-IN" sz="2000" dirty="0">
                <a:effectLst/>
                <a:latin typeface="Times New Roman" panose="02020603050405020304" pitchFamily="18" charset="0"/>
                <a:ea typeface="Times New Roman" panose="02020603050405020304" pitchFamily="18" charset="0"/>
                <a:cs typeface="Times New Roman" panose="02020603050405020304" pitchFamily="18" charset="0"/>
              </a:rPr>
              <a:t>Monitors </a:t>
            </a:r>
            <a:r>
              <a:rPr lang="en-IN" sz="2000" b="1" dirty="0">
                <a:effectLst/>
                <a:latin typeface="Times New Roman" panose="02020603050405020304" pitchFamily="18" charset="0"/>
                <a:ea typeface="Times New Roman" panose="02020603050405020304" pitchFamily="18" charset="0"/>
                <a:cs typeface="Times New Roman" panose="02020603050405020304" pitchFamily="18" charset="0"/>
              </a:rPr>
              <a:t>elemental composition</a:t>
            </a:r>
            <a:r>
              <a:rPr lang="en-IN" sz="2000" dirty="0">
                <a:effectLst/>
                <a:latin typeface="Times New Roman" panose="02020603050405020304" pitchFamily="18" charset="0"/>
                <a:ea typeface="Times New Roman" panose="02020603050405020304" pitchFamily="18" charset="0"/>
                <a:cs typeface="Times New Roman" panose="02020603050405020304" pitchFamily="18" charset="0"/>
              </a:rPr>
              <a:t> of tablets, capsules, injectables, and syrups.</a:t>
            </a:r>
            <a:endParaRPr lang="en-IN" sz="2000" dirty="0">
              <a:effectLst/>
              <a:latin typeface="Calibri" panose="020F0502020204030204" pitchFamily="34" charset="0"/>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n-IN" sz="2000" dirty="0">
                <a:effectLst/>
                <a:latin typeface="Times New Roman" panose="02020603050405020304" pitchFamily="18" charset="0"/>
                <a:ea typeface="Times New Roman" panose="02020603050405020304" pitchFamily="18" charset="0"/>
                <a:cs typeface="Times New Roman" panose="02020603050405020304" pitchFamily="18" charset="0"/>
              </a:rPr>
              <a:t>Ensures </a:t>
            </a:r>
            <a:r>
              <a:rPr lang="en-IN" sz="2000" b="1" dirty="0">
                <a:effectLst/>
                <a:latin typeface="Times New Roman" panose="02020603050405020304" pitchFamily="18" charset="0"/>
                <a:ea typeface="Times New Roman" panose="02020603050405020304" pitchFamily="18" charset="0"/>
                <a:cs typeface="Times New Roman" panose="02020603050405020304" pitchFamily="18" charset="0"/>
              </a:rPr>
              <a:t>drug safety</a:t>
            </a:r>
            <a:r>
              <a:rPr lang="en-IN" sz="20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IN" sz="2000" b="1" dirty="0">
                <a:effectLst/>
                <a:latin typeface="Times New Roman" panose="02020603050405020304" pitchFamily="18" charset="0"/>
                <a:ea typeface="Times New Roman" panose="02020603050405020304" pitchFamily="18" charset="0"/>
                <a:cs typeface="Times New Roman" panose="02020603050405020304" pitchFamily="18" charset="0"/>
              </a:rPr>
              <a:t>quality</a:t>
            </a:r>
            <a:r>
              <a:rPr lang="en-IN" sz="2000" dirty="0">
                <a:effectLst/>
                <a:latin typeface="Times New Roman" panose="02020603050405020304" pitchFamily="18" charset="0"/>
                <a:ea typeface="Times New Roman" panose="02020603050405020304" pitchFamily="18" charset="0"/>
                <a:cs typeface="Times New Roman" panose="02020603050405020304" pitchFamily="18" charset="0"/>
              </a:rPr>
              <a:t>, and </a:t>
            </a:r>
            <a:r>
              <a:rPr lang="en-IN" sz="2000" b="1" dirty="0">
                <a:effectLst/>
                <a:latin typeface="Times New Roman" panose="02020603050405020304" pitchFamily="18" charset="0"/>
                <a:ea typeface="Times New Roman" panose="02020603050405020304" pitchFamily="18" charset="0"/>
                <a:cs typeface="Times New Roman" panose="02020603050405020304" pitchFamily="18" charset="0"/>
              </a:rPr>
              <a:t>stability</a:t>
            </a:r>
            <a:r>
              <a:rPr lang="en-IN" sz="2000" dirty="0">
                <a:effectLst/>
                <a:latin typeface="Times New Roman" panose="02020603050405020304" pitchFamily="18" charset="0"/>
                <a:ea typeface="Times New Roman" panose="02020603050405020304" pitchFamily="18" charset="0"/>
                <a:cs typeface="Times New Roman" panose="02020603050405020304" pitchFamily="18" charset="0"/>
              </a:rPr>
              <a:t> throughout the product lifecycle.</a:t>
            </a:r>
            <a:endParaRPr lang="en-IN" sz="20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07000"/>
              </a:lnSpc>
              <a:spcAft>
                <a:spcPts val="800"/>
              </a:spcAft>
              <a:buSzPts val="1000"/>
              <a:buFont typeface="Symbol" panose="05050102010706020507" pitchFamily="18" charset="2"/>
              <a:buChar char=""/>
              <a:tabLst>
                <a:tab pos="457200" algn="l"/>
              </a:tabLst>
            </a:pPr>
            <a:r>
              <a:rPr lang="en-IN" sz="2000" b="1" dirty="0">
                <a:effectLst/>
                <a:latin typeface="Times New Roman" panose="02020603050405020304" pitchFamily="18" charset="0"/>
                <a:ea typeface="Times New Roman" panose="02020603050405020304" pitchFamily="18" charset="0"/>
                <a:cs typeface="Times New Roman" panose="02020603050405020304" pitchFamily="18" charset="0"/>
              </a:rPr>
              <a:t>Stability and Shelf-Life Testing</a:t>
            </a:r>
            <a:r>
              <a:rPr lang="en-IN" sz="20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IN" sz="2000" dirty="0">
              <a:effectLst/>
              <a:latin typeface="Calibri" panose="020F0502020204030204" pitchFamily="34" charset="0"/>
              <a:ea typeface="Calibri" panose="020F0502020204030204" pitchFamily="34" charset="0"/>
              <a:cs typeface="Times New Roman" panose="02020603050405020304" pitchFamily="18" charset="0"/>
            </a:endParaRPr>
          </a:p>
          <a:p>
            <a:pPr marL="742950" lvl="1" indent="-285750">
              <a:lnSpc>
                <a:spcPct val="107000"/>
              </a:lnSpc>
              <a:spcAft>
                <a:spcPts val="800"/>
              </a:spcAft>
              <a:buSzPts val="1000"/>
              <a:buFont typeface="Courier New" panose="02070309020205020404" pitchFamily="49" charset="0"/>
              <a:buChar char="o"/>
              <a:tabLst>
                <a:tab pos="914400" algn="l"/>
              </a:tabLst>
            </a:pPr>
            <a:r>
              <a:rPr lang="en-IN" sz="2000" dirty="0">
                <a:effectLst/>
                <a:latin typeface="Times New Roman" panose="02020603050405020304" pitchFamily="18" charset="0"/>
                <a:ea typeface="Times New Roman" panose="02020603050405020304" pitchFamily="18" charset="0"/>
                <a:cs typeface="Times New Roman" panose="02020603050405020304" pitchFamily="18" charset="0"/>
              </a:rPr>
              <a:t>Measures elemental changes over time to ensure </a:t>
            </a:r>
            <a:r>
              <a:rPr lang="en-IN" sz="2000" b="1" dirty="0">
                <a:effectLst/>
                <a:latin typeface="Times New Roman" panose="02020603050405020304" pitchFamily="18" charset="0"/>
                <a:ea typeface="Times New Roman" panose="02020603050405020304" pitchFamily="18" charset="0"/>
                <a:cs typeface="Times New Roman" panose="02020603050405020304" pitchFamily="18" charset="0"/>
              </a:rPr>
              <a:t>product stability</a:t>
            </a:r>
            <a:r>
              <a:rPr lang="en-IN" sz="20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IN" sz="20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206413999"/>
      </p:ext>
    </p:extLst>
  </p:cSld>
  <p:clrMapOvr>
    <a:masterClrMapping/>
  </p:clrMapOvr>
  <p:transition>
    <p:wipe dir="d"/>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object 6">
            <a:extLst>
              <a:ext uri="{FF2B5EF4-FFF2-40B4-BE49-F238E27FC236}">
                <a16:creationId xmlns:a16="http://schemas.microsoft.com/office/drawing/2014/main" id="{505DDC69-A999-496F-9852-99F6972A6A9B}"/>
              </a:ext>
            </a:extLst>
          </p:cNvPr>
          <p:cNvGrpSpPr/>
          <p:nvPr/>
        </p:nvGrpSpPr>
        <p:grpSpPr>
          <a:xfrm>
            <a:off x="1676400" y="1676400"/>
            <a:ext cx="5547360" cy="4145279"/>
            <a:chOff x="646176" y="1755647"/>
            <a:chExt cx="5547360" cy="4145279"/>
          </a:xfrm>
        </p:grpSpPr>
        <p:pic>
          <p:nvPicPr>
            <p:cNvPr id="6" name="object 7">
              <a:extLst>
                <a:ext uri="{FF2B5EF4-FFF2-40B4-BE49-F238E27FC236}">
                  <a16:creationId xmlns:a16="http://schemas.microsoft.com/office/drawing/2014/main" id="{0D1D5E83-7E5B-4428-B4F0-852869AC5E23}"/>
                </a:ext>
              </a:extLst>
            </p:cNvPr>
            <p:cNvPicPr/>
            <p:nvPr/>
          </p:nvPicPr>
          <p:blipFill>
            <a:blip r:embed="rId2" cstate="print"/>
            <a:stretch>
              <a:fillRect/>
            </a:stretch>
          </p:blipFill>
          <p:spPr>
            <a:xfrm>
              <a:off x="646176" y="1755647"/>
              <a:ext cx="5449823" cy="438912"/>
            </a:xfrm>
            <a:prstGeom prst="rect">
              <a:avLst/>
            </a:prstGeom>
          </p:spPr>
        </p:pic>
        <p:sp>
          <p:nvSpPr>
            <p:cNvPr id="7" name="object 8">
              <a:extLst>
                <a:ext uri="{FF2B5EF4-FFF2-40B4-BE49-F238E27FC236}">
                  <a16:creationId xmlns:a16="http://schemas.microsoft.com/office/drawing/2014/main" id="{A3B19800-AEB3-4EB3-B601-C58F280BCB6A}"/>
                </a:ext>
              </a:extLst>
            </p:cNvPr>
            <p:cNvSpPr/>
            <p:nvPr/>
          </p:nvSpPr>
          <p:spPr>
            <a:xfrm>
              <a:off x="1621536" y="2188463"/>
              <a:ext cx="1475740" cy="0"/>
            </a:xfrm>
            <a:custGeom>
              <a:avLst/>
              <a:gdLst/>
              <a:ahLst/>
              <a:cxnLst/>
              <a:rect l="l" t="t" r="r" b="b"/>
              <a:pathLst>
                <a:path w="1475739">
                  <a:moveTo>
                    <a:pt x="0" y="0"/>
                  </a:moveTo>
                  <a:lnTo>
                    <a:pt x="1475231" y="0"/>
                  </a:lnTo>
                </a:path>
              </a:pathLst>
            </a:custGeom>
            <a:ln w="12191">
              <a:solidFill>
                <a:srgbClr val="434445"/>
              </a:solidFill>
            </a:ln>
          </p:spPr>
          <p:txBody>
            <a:bodyPr wrap="square" lIns="0" tIns="0" rIns="0" bIns="0" rtlCol="0"/>
            <a:lstStyle/>
            <a:p>
              <a:endParaRPr/>
            </a:p>
          </p:txBody>
        </p:sp>
        <p:sp>
          <p:nvSpPr>
            <p:cNvPr id="8" name="object 9">
              <a:extLst>
                <a:ext uri="{FF2B5EF4-FFF2-40B4-BE49-F238E27FC236}">
                  <a16:creationId xmlns:a16="http://schemas.microsoft.com/office/drawing/2014/main" id="{9C529E0F-2935-4F55-9E7D-4613A361B0A6}"/>
                </a:ext>
              </a:extLst>
            </p:cNvPr>
            <p:cNvSpPr/>
            <p:nvPr/>
          </p:nvSpPr>
          <p:spPr>
            <a:xfrm>
              <a:off x="646176" y="2194559"/>
              <a:ext cx="24765" cy="24765"/>
            </a:xfrm>
            <a:custGeom>
              <a:avLst/>
              <a:gdLst/>
              <a:ahLst/>
              <a:cxnLst/>
              <a:rect l="l" t="t" r="r" b="b"/>
              <a:pathLst>
                <a:path w="24765" h="24764">
                  <a:moveTo>
                    <a:pt x="24384" y="0"/>
                  </a:moveTo>
                  <a:lnTo>
                    <a:pt x="0" y="0"/>
                  </a:lnTo>
                  <a:lnTo>
                    <a:pt x="0" y="12192"/>
                  </a:lnTo>
                  <a:lnTo>
                    <a:pt x="0" y="24384"/>
                  </a:lnTo>
                  <a:lnTo>
                    <a:pt x="24384" y="24384"/>
                  </a:lnTo>
                  <a:lnTo>
                    <a:pt x="24384" y="12192"/>
                  </a:lnTo>
                  <a:lnTo>
                    <a:pt x="24384" y="0"/>
                  </a:lnTo>
                  <a:close/>
                </a:path>
              </a:pathLst>
            </a:custGeom>
            <a:solidFill>
              <a:srgbClr val="7F7F7F"/>
            </a:solidFill>
          </p:spPr>
          <p:txBody>
            <a:bodyPr wrap="square" lIns="0" tIns="0" rIns="0" bIns="0" rtlCol="0"/>
            <a:lstStyle/>
            <a:p>
              <a:endParaRPr/>
            </a:p>
          </p:txBody>
        </p:sp>
        <p:pic>
          <p:nvPicPr>
            <p:cNvPr id="9" name="object 10">
              <a:extLst>
                <a:ext uri="{FF2B5EF4-FFF2-40B4-BE49-F238E27FC236}">
                  <a16:creationId xmlns:a16="http://schemas.microsoft.com/office/drawing/2014/main" id="{57C39FCD-BE1F-4EB8-89FC-53027035A80E}"/>
                </a:ext>
              </a:extLst>
            </p:cNvPr>
            <p:cNvPicPr/>
            <p:nvPr/>
          </p:nvPicPr>
          <p:blipFill>
            <a:blip r:embed="rId3" cstate="print"/>
            <a:stretch>
              <a:fillRect/>
            </a:stretch>
          </p:blipFill>
          <p:spPr>
            <a:xfrm>
              <a:off x="3108959" y="2182367"/>
              <a:ext cx="2987040" cy="121919"/>
            </a:xfrm>
            <a:prstGeom prst="rect">
              <a:avLst/>
            </a:prstGeom>
          </p:spPr>
        </p:pic>
        <p:sp>
          <p:nvSpPr>
            <p:cNvPr id="10" name="object 11">
              <a:extLst>
                <a:ext uri="{FF2B5EF4-FFF2-40B4-BE49-F238E27FC236}">
                  <a16:creationId xmlns:a16="http://schemas.microsoft.com/office/drawing/2014/main" id="{A5371BCC-978B-4A95-BAE8-F6FD1680BA6C}"/>
                </a:ext>
              </a:extLst>
            </p:cNvPr>
            <p:cNvSpPr/>
            <p:nvPr/>
          </p:nvSpPr>
          <p:spPr>
            <a:xfrm>
              <a:off x="646176" y="2218943"/>
              <a:ext cx="24765" cy="85725"/>
            </a:xfrm>
            <a:custGeom>
              <a:avLst/>
              <a:gdLst/>
              <a:ahLst/>
              <a:cxnLst/>
              <a:rect l="l" t="t" r="r" b="b"/>
              <a:pathLst>
                <a:path w="24765" h="85725">
                  <a:moveTo>
                    <a:pt x="24384" y="0"/>
                  </a:moveTo>
                  <a:lnTo>
                    <a:pt x="0" y="0"/>
                  </a:lnTo>
                  <a:lnTo>
                    <a:pt x="0" y="12192"/>
                  </a:lnTo>
                  <a:lnTo>
                    <a:pt x="0" y="24384"/>
                  </a:lnTo>
                  <a:lnTo>
                    <a:pt x="0" y="85344"/>
                  </a:lnTo>
                  <a:lnTo>
                    <a:pt x="24384" y="85344"/>
                  </a:lnTo>
                  <a:lnTo>
                    <a:pt x="24384" y="12192"/>
                  </a:lnTo>
                  <a:lnTo>
                    <a:pt x="24384" y="0"/>
                  </a:lnTo>
                  <a:close/>
                </a:path>
              </a:pathLst>
            </a:custGeom>
            <a:solidFill>
              <a:srgbClr val="7F7F7F"/>
            </a:solidFill>
          </p:spPr>
          <p:txBody>
            <a:bodyPr wrap="square" lIns="0" tIns="0" rIns="0" bIns="0" rtlCol="0"/>
            <a:lstStyle/>
            <a:p>
              <a:endParaRPr/>
            </a:p>
          </p:txBody>
        </p:sp>
        <p:pic>
          <p:nvPicPr>
            <p:cNvPr id="11" name="object 12">
              <a:extLst>
                <a:ext uri="{FF2B5EF4-FFF2-40B4-BE49-F238E27FC236}">
                  <a16:creationId xmlns:a16="http://schemas.microsoft.com/office/drawing/2014/main" id="{1B0DB32C-2D2A-49AE-9AB6-FE3BFF29633D}"/>
                </a:ext>
              </a:extLst>
            </p:cNvPr>
            <p:cNvPicPr/>
            <p:nvPr/>
          </p:nvPicPr>
          <p:blipFill>
            <a:blip r:embed="rId4" cstate="print"/>
            <a:stretch>
              <a:fillRect/>
            </a:stretch>
          </p:blipFill>
          <p:spPr>
            <a:xfrm>
              <a:off x="2157984" y="2292095"/>
              <a:ext cx="280416" cy="24384"/>
            </a:xfrm>
            <a:prstGeom prst="rect">
              <a:avLst/>
            </a:prstGeom>
          </p:spPr>
        </p:pic>
        <p:pic>
          <p:nvPicPr>
            <p:cNvPr id="12" name="object 13">
              <a:extLst>
                <a:ext uri="{FF2B5EF4-FFF2-40B4-BE49-F238E27FC236}">
                  <a16:creationId xmlns:a16="http://schemas.microsoft.com/office/drawing/2014/main" id="{2D1174ED-DDD0-44BF-A95A-E2B5B0FDAB08}"/>
                </a:ext>
              </a:extLst>
            </p:cNvPr>
            <p:cNvPicPr/>
            <p:nvPr/>
          </p:nvPicPr>
          <p:blipFill>
            <a:blip r:embed="rId5" cstate="print"/>
            <a:stretch>
              <a:fillRect/>
            </a:stretch>
          </p:blipFill>
          <p:spPr>
            <a:xfrm>
              <a:off x="1804416" y="2292095"/>
              <a:ext cx="182879" cy="24384"/>
            </a:xfrm>
            <a:prstGeom prst="rect">
              <a:avLst/>
            </a:prstGeom>
          </p:spPr>
        </p:pic>
        <p:pic>
          <p:nvPicPr>
            <p:cNvPr id="13" name="object 14">
              <a:extLst>
                <a:ext uri="{FF2B5EF4-FFF2-40B4-BE49-F238E27FC236}">
                  <a16:creationId xmlns:a16="http://schemas.microsoft.com/office/drawing/2014/main" id="{89BF2AF0-B9F6-4529-8901-29AD56C8F87F}"/>
                </a:ext>
              </a:extLst>
            </p:cNvPr>
            <p:cNvPicPr/>
            <p:nvPr/>
          </p:nvPicPr>
          <p:blipFill>
            <a:blip r:embed="rId6" cstate="print"/>
            <a:stretch>
              <a:fillRect/>
            </a:stretch>
          </p:blipFill>
          <p:spPr>
            <a:xfrm>
              <a:off x="1694688" y="2292095"/>
              <a:ext cx="60960" cy="36575"/>
            </a:xfrm>
            <a:prstGeom prst="rect">
              <a:avLst/>
            </a:prstGeom>
          </p:spPr>
        </p:pic>
        <p:sp>
          <p:nvSpPr>
            <p:cNvPr id="14" name="object 15">
              <a:extLst>
                <a:ext uri="{FF2B5EF4-FFF2-40B4-BE49-F238E27FC236}">
                  <a16:creationId xmlns:a16="http://schemas.microsoft.com/office/drawing/2014/main" id="{F020281E-A05C-4D88-9663-93A056A89634}"/>
                </a:ext>
              </a:extLst>
            </p:cNvPr>
            <p:cNvSpPr/>
            <p:nvPr/>
          </p:nvSpPr>
          <p:spPr>
            <a:xfrm>
              <a:off x="646176" y="2304287"/>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pic>
          <p:nvPicPr>
            <p:cNvPr id="15" name="object 16">
              <a:extLst>
                <a:ext uri="{FF2B5EF4-FFF2-40B4-BE49-F238E27FC236}">
                  <a16:creationId xmlns:a16="http://schemas.microsoft.com/office/drawing/2014/main" id="{7DC63DB0-CC02-4805-821F-03D4C5F2ACAD}"/>
                </a:ext>
              </a:extLst>
            </p:cNvPr>
            <p:cNvPicPr/>
            <p:nvPr/>
          </p:nvPicPr>
          <p:blipFill>
            <a:blip r:embed="rId7" cstate="print"/>
            <a:stretch>
              <a:fillRect/>
            </a:stretch>
          </p:blipFill>
          <p:spPr>
            <a:xfrm>
              <a:off x="4632959" y="2292095"/>
              <a:ext cx="48767" cy="24384"/>
            </a:xfrm>
            <a:prstGeom prst="rect">
              <a:avLst/>
            </a:prstGeom>
          </p:spPr>
        </p:pic>
        <p:pic>
          <p:nvPicPr>
            <p:cNvPr id="16" name="object 17">
              <a:extLst>
                <a:ext uri="{FF2B5EF4-FFF2-40B4-BE49-F238E27FC236}">
                  <a16:creationId xmlns:a16="http://schemas.microsoft.com/office/drawing/2014/main" id="{A4B4D5CF-8F07-458C-B4A3-D86674D8F025}"/>
                </a:ext>
              </a:extLst>
            </p:cNvPr>
            <p:cNvPicPr/>
            <p:nvPr/>
          </p:nvPicPr>
          <p:blipFill>
            <a:blip r:embed="rId8" cstate="print"/>
            <a:stretch>
              <a:fillRect/>
            </a:stretch>
          </p:blipFill>
          <p:spPr>
            <a:xfrm>
              <a:off x="5096256" y="2292095"/>
              <a:ext cx="316992" cy="24384"/>
            </a:xfrm>
            <a:prstGeom prst="rect">
              <a:avLst/>
            </a:prstGeom>
          </p:spPr>
        </p:pic>
        <p:pic>
          <p:nvPicPr>
            <p:cNvPr id="17" name="object 18">
              <a:extLst>
                <a:ext uri="{FF2B5EF4-FFF2-40B4-BE49-F238E27FC236}">
                  <a16:creationId xmlns:a16="http://schemas.microsoft.com/office/drawing/2014/main" id="{CA56ABE6-665C-4AAA-96EC-E57C472B019B}"/>
                </a:ext>
              </a:extLst>
            </p:cNvPr>
            <p:cNvPicPr/>
            <p:nvPr/>
          </p:nvPicPr>
          <p:blipFill>
            <a:blip r:embed="rId9" cstate="print"/>
            <a:stretch>
              <a:fillRect/>
            </a:stretch>
          </p:blipFill>
          <p:spPr>
            <a:xfrm>
              <a:off x="4669536" y="2292095"/>
              <a:ext cx="243840" cy="36575"/>
            </a:xfrm>
            <a:prstGeom prst="rect">
              <a:avLst/>
            </a:prstGeom>
          </p:spPr>
        </p:pic>
        <p:pic>
          <p:nvPicPr>
            <p:cNvPr id="18" name="object 19">
              <a:extLst>
                <a:ext uri="{FF2B5EF4-FFF2-40B4-BE49-F238E27FC236}">
                  <a16:creationId xmlns:a16="http://schemas.microsoft.com/office/drawing/2014/main" id="{557A2AFE-A102-4C29-AE8F-0DE542298F0C}"/>
                </a:ext>
              </a:extLst>
            </p:cNvPr>
            <p:cNvPicPr/>
            <p:nvPr/>
          </p:nvPicPr>
          <p:blipFill>
            <a:blip r:embed="rId10" cstate="print"/>
            <a:stretch>
              <a:fillRect/>
            </a:stretch>
          </p:blipFill>
          <p:spPr>
            <a:xfrm>
              <a:off x="4962144" y="2292095"/>
              <a:ext cx="73151" cy="24384"/>
            </a:xfrm>
            <a:prstGeom prst="rect">
              <a:avLst/>
            </a:prstGeom>
          </p:spPr>
        </p:pic>
        <p:sp>
          <p:nvSpPr>
            <p:cNvPr id="19" name="object 20">
              <a:extLst>
                <a:ext uri="{FF2B5EF4-FFF2-40B4-BE49-F238E27FC236}">
                  <a16:creationId xmlns:a16="http://schemas.microsoft.com/office/drawing/2014/main" id="{0A3807BB-7A30-4A92-B18A-E73AD31976E3}"/>
                </a:ext>
              </a:extLst>
            </p:cNvPr>
            <p:cNvSpPr/>
            <p:nvPr/>
          </p:nvSpPr>
          <p:spPr>
            <a:xfrm>
              <a:off x="3523487" y="2310383"/>
              <a:ext cx="12700" cy="0"/>
            </a:xfrm>
            <a:custGeom>
              <a:avLst/>
              <a:gdLst/>
              <a:ahLst/>
              <a:cxnLst/>
              <a:rect l="l" t="t" r="r" b="b"/>
              <a:pathLst>
                <a:path w="12700">
                  <a:moveTo>
                    <a:pt x="0" y="0"/>
                  </a:moveTo>
                  <a:lnTo>
                    <a:pt x="12191" y="0"/>
                  </a:lnTo>
                </a:path>
              </a:pathLst>
            </a:custGeom>
            <a:ln w="12191">
              <a:solidFill>
                <a:srgbClr val="626364"/>
              </a:solidFill>
            </a:ln>
          </p:spPr>
          <p:txBody>
            <a:bodyPr wrap="square" lIns="0" tIns="0" rIns="0" bIns="0" rtlCol="0"/>
            <a:lstStyle/>
            <a:p>
              <a:endParaRPr/>
            </a:p>
          </p:txBody>
        </p:sp>
        <p:sp>
          <p:nvSpPr>
            <p:cNvPr id="20" name="object 21">
              <a:extLst>
                <a:ext uri="{FF2B5EF4-FFF2-40B4-BE49-F238E27FC236}">
                  <a16:creationId xmlns:a16="http://schemas.microsoft.com/office/drawing/2014/main" id="{86241EEC-0051-422F-AAC4-520498096CEF}"/>
                </a:ext>
              </a:extLst>
            </p:cNvPr>
            <p:cNvSpPr/>
            <p:nvPr/>
          </p:nvSpPr>
          <p:spPr>
            <a:xfrm>
              <a:off x="3572255" y="2310383"/>
              <a:ext cx="12700" cy="0"/>
            </a:xfrm>
            <a:custGeom>
              <a:avLst/>
              <a:gdLst/>
              <a:ahLst/>
              <a:cxnLst/>
              <a:rect l="l" t="t" r="r" b="b"/>
              <a:pathLst>
                <a:path w="12700">
                  <a:moveTo>
                    <a:pt x="0" y="0"/>
                  </a:moveTo>
                  <a:lnTo>
                    <a:pt x="12191" y="0"/>
                  </a:lnTo>
                </a:path>
              </a:pathLst>
            </a:custGeom>
            <a:ln w="12191">
              <a:solidFill>
                <a:srgbClr val="727373"/>
              </a:solidFill>
            </a:ln>
          </p:spPr>
          <p:txBody>
            <a:bodyPr wrap="square" lIns="0" tIns="0" rIns="0" bIns="0" rtlCol="0"/>
            <a:lstStyle/>
            <a:p>
              <a:endParaRPr/>
            </a:p>
          </p:txBody>
        </p:sp>
        <p:pic>
          <p:nvPicPr>
            <p:cNvPr id="21" name="object 22">
              <a:extLst>
                <a:ext uri="{FF2B5EF4-FFF2-40B4-BE49-F238E27FC236}">
                  <a16:creationId xmlns:a16="http://schemas.microsoft.com/office/drawing/2014/main" id="{D4C5781D-213D-4151-8CBE-9594831F8488}"/>
                </a:ext>
              </a:extLst>
            </p:cNvPr>
            <p:cNvPicPr/>
            <p:nvPr/>
          </p:nvPicPr>
          <p:blipFill>
            <a:blip r:embed="rId11" cstate="print"/>
            <a:stretch>
              <a:fillRect/>
            </a:stretch>
          </p:blipFill>
          <p:spPr>
            <a:xfrm>
              <a:off x="3279647" y="2304287"/>
              <a:ext cx="121920" cy="24383"/>
            </a:xfrm>
            <a:prstGeom prst="rect">
              <a:avLst/>
            </a:prstGeom>
          </p:spPr>
        </p:pic>
        <p:pic>
          <p:nvPicPr>
            <p:cNvPr id="22" name="object 23">
              <a:extLst>
                <a:ext uri="{FF2B5EF4-FFF2-40B4-BE49-F238E27FC236}">
                  <a16:creationId xmlns:a16="http://schemas.microsoft.com/office/drawing/2014/main" id="{B391E5D9-811F-4A5D-B1FF-4C37A8BFDEC5}"/>
                </a:ext>
              </a:extLst>
            </p:cNvPr>
            <p:cNvPicPr/>
            <p:nvPr/>
          </p:nvPicPr>
          <p:blipFill>
            <a:blip r:embed="rId12" cstate="print"/>
            <a:stretch>
              <a:fillRect/>
            </a:stretch>
          </p:blipFill>
          <p:spPr>
            <a:xfrm>
              <a:off x="3182111" y="2304287"/>
              <a:ext cx="60959" cy="24383"/>
            </a:xfrm>
            <a:prstGeom prst="rect">
              <a:avLst/>
            </a:prstGeom>
          </p:spPr>
        </p:pic>
        <p:pic>
          <p:nvPicPr>
            <p:cNvPr id="23" name="object 24">
              <a:extLst>
                <a:ext uri="{FF2B5EF4-FFF2-40B4-BE49-F238E27FC236}">
                  <a16:creationId xmlns:a16="http://schemas.microsoft.com/office/drawing/2014/main" id="{E4896DF6-A3FB-48DF-B35E-AD242F1FBDB6}"/>
                </a:ext>
              </a:extLst>
            </p:cNvPr>
            <p:cNvPicPr/>
            <p:nvPr/>
          </p:nvPicPr>
          <p:blipFill>
            <a:blip r:embed="rId13" cstate="print"/>
            <a:stretch>
              <a:fillRect/>
            </a:stretch>
          </p:blipFill>
          <p:spPr>
            <a:xfrm>
              <a:off x="2194560" y="2292095"/>
              <a:ext cx="292608" cy="36575"/>
            </a:xfrm>
            <a:prstGeom prst="rect">
              <a:avLst/>
            </a:prstGeom>
          </p:spPr>
        </p:pic>
        <p:pic>
          <p:nvPicPr>
            <p:cNvPr id="24" name="object 25">
              <a:extLst>
                <a:ext uri="{FF2B5EF4-FFF2-40B4-BE49-F238E27FC236}">
                  <a16:creationId xmlns:a16="http://schemas.microsoft.com/office/drawing/2014/main" id="{09AE2928-5A52-4C82-8D25-5658EA92A6E0}"/>
                </a:ext>
              </a:extLst>
            </p:cNvPr>
            <p:cNvPicPr/>
            <p:nvPr/>
          </p:nvPicPr>
          <p:blipFill>
            <a:blip r:embed="rId14" cstate="print"/>
            <a:stretch>
              <a:fillRect/>
            </a:stretch>
          </p:blipFill>
          <p:spPr>
            <a:xfrm>
              <a:off x="3840479" y="2292095"/>
              <a:ext cx="134112" cy="36575"/>
            </a:xfrm>
            <a:prstGeom prst="rect">
              <a:avLst/>
            </a:prstGeom>
          </p:spPr>
        </p:pic>
        <p:sp>
          <p:nvSpPr>
            <p:cNvPr id="25" name="object 26">
              <a:extLst>
                <a:ext uri="{FF2B5EF4-FFF2-40B4-BE49-F238E27FC236}">
                  <a16:creationId xmlns:a16="http://schemas.microsoft.com/office/drawing/2014/main" id="{F51B8573-6265-4A2E-B7F2-04F95AB2B917}"/>
                </a:ext>
              </a:extLst>
            </p:cNvPr>
            <p:cNvSpPr/>
            <p:nvPr/>
          </p:nvSpPr>
          <p:spPr>
            <a:xfrm>
              <a:off x="646176" y="2316479"/>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sp>
          <p:nvSpPr>
            <p:cNvPr id="26" name="object 27">
              <a:extLst>
                <a:ext uri="{FF2B5EF4-FFF2-40B4-BE49-F238E27FC236}">
                  <a16:creationId xmlns:a16="http://schemas.microsoft.com/office/drawing/2014/main" id="{E4401A18-9507-4706-A11D-331505CCE567}"/>
                </a:ext>
              </a:extLst>
            </p:cNvPr>
            <p:cNvSpPr/>
            <p:nvPr/>
          </p:nvSpPr>
          <p:spPr>
            <a:xfrm>
              <a:off x="2157984" y="2322575"/>
              <a:ext cx="12700" cy="0"/>
            </a:xfrm>
            <a:custGeom>
              <a:avLst/>
              <a:gdLst/>
              <a:ahLst/>
              <a:cxnLst/>
              <a:rect l="l" t="t" r="r" b="b"/>
              <a:pathLst>
                <a:path w="12700">
                  <a:moveTo>
                    <a:pt x="0" y="0"/>
                  </a:moveTo>
                  <a:lnTo>
                    <a:pt x="12191" y="0"/>
                  </a:lnTo>
                </a:path>
              </a:pathLst>
            </a:custGeom>
            <a:ln w="12191">
              <a:solidFill>
                <a:srgbClr val="D0D0D0"/>
              </a:solidFill>
            </a:ln>
          </p:spPr>
          <p:txBody>
            <a:bodyPr wrap="square" lIns="0" tIns="0" rIns="0" bIns="0" rtlCol="0"/>
            <a:lstStyle/>
            <a:p>
              <a:endParaRPr/>
            </a:p>
          </p:txBody>
        </p:sp>
        <p:pic>
          <p:nvPicPr>
            <p:cNvPr id="27" name="object 28">
              <a:extLst>
                <a:ext uri="{FF2B5EF4-FFF2-40B4-BE49-F238E27FC236}">
                  <a16:creationId xmlns:a16="http://schemas.microsoft.com/office/drawing/2014/main" id="{0C313FD9-5D87-4EFB-B775-1B3967D49AC7}"/>
                </a:ext>
              </a:extLst>
            </p:cNvPr>
            <p:cNvPicPr/>
            <p:nvPr/>
          </p:nvPicPr>
          <p:blipFill>
            <a:blip r:embed="rId15" cstate="print"/>
            <a:stretch>
              <a:fillRect/>
            </a:stretch>
          </p:blipFill>
          <p:spPr>
            <a:xfrm>
              <a:off x="1743456" y="2292095"/>
              <a:ext cx="353567" cy="48768"/>
            </a:xfrm>
            <a:prstGeom prst="rect">
              <a:avLst/>
            </a:prstGeom>
          </p:spPr>
        </p:pic>
        <p:sp>
          <p:nvSpPr>
            <p:cNvPr id="28" name="object 29">
              <a:extLst>
                <a:ext uri="{FF2B5EF4-FFF2-40B4-BE49-F238E27FC236}">
                  <a16:creationId xmlns:a16="http://schemas.microsoft.com/office/drawing/2014/main" id="{2D318653-C8A6-4972-8B9C-E2E7B19CD8D7}"/>
                </a:ext>
              </a:extLst>
            </p:cNvPr>
            <p:cNvSpPr/>
            <p:nvPr/>
          </p:nvSpPr>
          <p:spPr>
            <a:xfrm>
              <a:off x="3230879" y="2322575"/>
              <a:ext cx="12700" cy="0"/>
            </a:xfrm>
            <a:custGeom>
              <a:avLst/>
              <a:gdLst/>
              <a:ahLst/>
              <a:cxnLst/>
              <a:rect l="l" t="t" r="r" b="b"/>
              <a:pathLst>
                <a:path w="12700">
                  <a:moveTo>
                    <a:pt x="0" y="0"/>
                  </a:moveTo>
                  <a:lnTo>
                    <a:pt x="12191" y="0"/>
                  </a:lnTo>
                </a:path>
              </a:pathLst>
            </a:custGeom>
            <a:ln w="12191">
              <a:solidFill>
                <a:srgbClr val="434445"/>
              </a:solidFill>
            </a:ln>
          </p:spPr>
          <p:txBody>
            <a:bodyPr wrap="square" lIns="0" tIns="0" rIns="0" bIns="0" rtlCol="0"/>
            <a:lstStyle/>
            <a:p>
              <a:endParaRPr/>
            </a:p>
          </p:txBody>
        </p:sp>
        <p:pic>
          <p:nvPicPr>
            <p:cNvPr id="29" name="object 30">
              <a:extLst>
                <a:ext uri="{FF2B5EF4-FFF2-40B4-BE49-F238E27FC236}">
                  <a16:creationId xmlns:a16="http://schemas.microsoft.com/office/drawing/2014/main" id="{8DBEEE5A-D636-4E26-81DC-6C82785C0A34}"/>
                </a:ext>
              </a:extLst>
            </p:cNvPr>
            <p:cNvPicPr/>
            <p:nvPr/>
          </p:nvPicPr>
          <p:blipFill>
            <a:blip r:embed="rId16" cstate="print"/>
            <a:stretch>
              <a:fillRect/>
            </a:stretch>
          </p:blipFill>
          <p:spPr>
            <a:xfrm>
              <a:off x="3742943" y="2304287"/>
              <a:ext cx="48767" cy="36575"/>
            </a:xfrm>
            <a:prstGeom prst="rect">
              <a:avLst/>
            </a:prstGeom>
          </p:spPr>
        </p:pic>
        <p:sp>
          <p:nvSpPr>
            <p:cNvPr id="30" name="object 31">
              <a:extLst>
                <a:ext uri="{FF2B5EF4-FFF2-40B4-BE49-F238E27FC236}">
                  <a16:creationId xmlns:a16="http://schemas.microsoft.com/office/drawing/2014/main" id="{C921F72B-CA5C-4A3D-A5E7-66D53AFB5A63}"/>
                </a:ext>
              </a:extLst>
            </p:cNvPr>
            <p:cNvSpPr/>
            <p:nvPr/>
          </p:nvSpPr>
          <p:spPr>
            <a:xfrm>
              <a:off x="4632959" y="2322575"/>
              <a:ext cx="12700" cy="0"/>
            </a:xfrm>
            <a:custGeom>
              <a:avLst/>
              <a:gdLst/>
              <a:ahLst/>
              <a:cxnLst/>
              <a:rect l="l" t="t" r="r" b="b"/>
              <a:pathLst>
                <a:path w="12700">
                  <a:moveTo>
                    <a:pt x="0" y="0"/>
                  </a:moveTo>
                  <a:lnTo>
                    <a:pt x="12191" y="0"/>
                  </a:lnTo>
                </a:path>
              </a:pathLst>
            </a:custGeom>
            <a:ln w="12191">
              <a:solidFill>
                <a:srgbClr val="434445"/>
              </a:solidFill>
            </a:ln>
          </p:spPr>
          <p:txBody>
            <a:bodyPr wrap="square" lIns="0" tIns="0" rIns="0" bIns="0" rtlCol="0"/>
            <a:lstStyle/>
            <a:p>
              <a:endParaRPr/>
            </a:p>
          </p:txBody>
        </p:sp>
        <p:sp>
          <p:nvSpPr>
            <p:cNvPr id="31" name="object 32">
              <a:extLst>
                <a:ext uri="{FF2B5EF4-FFF2-40B4-BE49-F238E27FC236}">
                  <a16:creationId xmlns:a16="http://schemas.microsoft.com/office/drawing/2014/main" id="{0AE8E7AB-2F2E-4546-8EE0-E66EFB79B312}"/>
                </a:ext>
              </a:extLst>
            </p:cNvPr>
            <p:cNvSpPr/>
            <p:nvPr/>
          </p:nvSpPr>
          <p:spPr>
            <a:xfrm>
              <a:off x="646176" y="2328671"/>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pic>
          <p:nvPicPr>
            <p:cNvPr id="32" name="object 33">
              <a:extLst>
                <a:ext uri="{FF2B5EF4-FFF2-40B4-BE49-F238E27FC236}">
                  <a16:creationId xmlns:a16="http://schemas.microsoft.com/office/drawing/2014/main" id="{9DBAC64B-C20B-4222-A579-AC0956D9D00B}"/>
                </a:ext>
              </a:extLst>
            </p:cNvPr>
            <p:cNvPicPr/>
            <p:nvPr/>
          </p:nvPicPr>
          <p:blipFill>
            <a:blip r:embed="rId17" cstate="print"/>
            <a:stretch>
              <a:fillRect/>
            </a:stretch>
          </p:blipFill>
          <p:spPr>
            <a:xfrm>
              <a:off x="3328415" y="2304287"/>
              <a:ext cx="280415" cy="48767"/>
            </a:xfrm>
            <a:prstGeom prst="rect">
              <a:avLst/>
            </a:prstGeom>
          </p:spPr>
        </p:pic>
        <p:pic>
          <p:nvPicPr>
            <p:cNvPr id="33" name="object 34">
              <a:extLst>
                <a:ext uri="{FF2B5EF4-FFF2-40B4-BE49-F238E27FC236}">
                  <a16:creationId xmlns:a16="http://schemas.microsoft.com/office/drawing/2014/main" id="{B222FCD2-7145-4EC4-A38C-C25697AD8604}"/>
                </a:ext>
              </a:extLst>
            </p:cNvPr>
            <p:cNvPicPr/>
            <p:nvPr/>
          </p:nvPicPr>
          <p:blipFill>
            <a:blip r:embed="rId18" cstate="print"/>
            <a:stretch>
              <a:fillRect/>
            </a:stretch>
          </p:blipFill>
          <p:spPr>
            <a:xfrm>
              <a:off x="2023872" y="2328671"/>
              <a:ext cx="97536" cy="24383"/>
            </a:xfrm>
            <a:prstGeom prst="rect">
              <a:avLst/>
            </a:prstGeom>
          </p:spPr>
        </p:pic>
        <p:pic>
          <p:nvPicPr>
            <p:cNvPr id="34" name="object 35">
              <a:extLst>
                <a:ext uri="{FF2B5EF4-FFF2-40B4-BE49-F238E27FC236}">
                  <a16:creationId xmlns:a16="http://schemas.microsoft.com/office/drawing/2014/main" id="{DB3B78BA-49D7-4C87-86BD-2831086CBB2D}"/>
                </a:ext>
              </a:extLst>
            </p:cNvPr>
            <p:cNvPicPr/>
            <p:nvPr/>
          </p:nvPicPr>
          <p:blipFill>
            <a:blip r:embed="rId19" cstate="print"/>
            <a:stretch>
              <a:fillRect/>
            </a:stretch>
          </p:blipFill>
          <p:spPr>
            <a:xfrm>
              <a:off x="4730496" y="2304287"/>
              <a:ext cx="694943" cy="48767"/>
            </a:xfrm>
            <a:prstGeom prst="rect">
              <a:avLst/>
            </a:prstGeom>
          </p:spPr>
        </p:pic>
        <p:pic>
          <p:nvPicPr>
            <p:cNvPr id="35" name="object 36">
              <a:extLst>
                <a:ext uri="{FF2B5EF4-FFF2-40B4-BE49-F238E27FC236}">
                  <a16:creationId xmlns:a16="http://schemas.microsoft.com/office/drawing/2014/main" id="{4021310A-FD76-4C96-913B-1F0E493C3A8F}"/>
                </a:ext>
              </a:extLst>
            </p:cNvPr>
            <p:cNvPicPr/>
            <p:nvPr/>
          </p:nvPicPr>
          <p:blipFill>
            <a:blip r:embed="rId20" cstate="print"/>
            <a:stretch>
              <a:fillRect/>
            </a:stretch>
          </p:blipFill>
          <p:spPr>
            <a:xfrm>
              <a:off x="743712" y="2292095"/>
              <a:ext cx="146304" cy="85343"/>
            </a:xfrm>
            <a:prstGeom prst="rect">
              <a:avLst/>
            </a:prstGeom>
          </p:spPr>
        </p:pic>
        <p:pic>
          <p:nvPicPr>
            <p:cNvPr id="36" name="object 37">
              <a:extLst>
                <a:ext uri="{FF2B5EF4-FFF2-40B4-BE49-F238E27FC236}">
                  <a16:creationId xmlns:a16="http://schemas.microsoft.com/office/drawing/2014/main" id="{35D9A91B-C7FC-448B-81F0-B613B9D2C8AC}"/>
                </a:ext>
              </a:extLst>
            </p:cNvPr>
            <p:cNvPicPr/>
            <p:nvPr/>
          </p:nvPicPr>
          <p:blipFill>
            <a:blip r:embed="rId21" cstate="print"/>
            <a:stretch>
              <a:fillRect/>
            </a:stretch>
          </p:blipFill>
          <p:spPr>
            <a:xfrm>
              <a:off x="2304287" y="2316479"/>
              <a:ext cx="195072" cy="36575"/>
            </a:xfrm>
            <a:prstGeom prst="rect">
              <a:avLst/>
            </a:prstGeom>
          </p:spPr>
        </p:pic>
        <p:pic>
          <p:nvPicPr>
            <p:cNvPr id="37" name="object 38">
              <a:extLst>
                <a:ext uri="{FF2B5EF4-FFF2-40B4-BE49-F238E27FC236}">
                  <a16:creationId xmlns:a16="http://schemas.microsoft.com/office/drawing/2014/main" id="{245396A6-91A8-4EA2-BCF1-DEEFF63DFBED}"/>
                </a:ext>
              </a:extLst>
            </p:cNvPr>
            <p:cNvPicPr/>
            <p:nvPr/>
          </p:nvPicPr>
          <p:blipFill>
            <a:blip r:embed="rId22" cstate="print"/>
            <a:stretch>
              <a:fillRect/>
            </a:stretch>
          </p:blipFill>
          <p:spPr>
            <a:xfrm>
              <a:off x="3657599" y="2304287"/>
              <a:ext cx="36576" cy="73151"/>
            </a:xfrm>
            <a:prstGeom prst="rect">
              <a:avLst/>
            </a:prstGeom>
          </p:spPr>
        </p:pic>
        <p:sp>
          <p:nvSpPr>
            <p:cNvPr id="38" name="object 39">
              <a:extLst>
                <a:ext uri="{FF2B5EF4-FFF2-40B4-BE49-F238E27FC236}">
                  <a16:creationId xmlns:a16="http://schemas.microsoft.com/office/drawing/2014/main" id="{05A3C2B4-0A9A-49D0-B59B-933CFA26AA20}"/>
                </a:ext>
              </a:extLst>
            </p:cNvPr>
            <p:cNvSpPr/>
            <p:nvPr/>
          </p:nvSpPr>
          <p:spPr>
            <a:xfrm>
              <a:off x="646176" y="2340863"/>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pic>
          <p:nvPicPr>
            <p:cNvPr id="39" name="object 40">
              <a:extLst>
                <a:ext uri="{FF2B5EF4-FFF2-40B4-BE49-F238E27FC236}">
                  <a16:creationId xmlns:a16="http://schemas.microsoft.com/office/drawing/2014/main" id="{92D22F53-3FCD-4909-A85A-CCAF87C8D1F6}"/>
                </a:ext>
              </a:extLst>
            </p:cNvPr>
            <p:cNvPicPr/>
            <p:nvPr/>
          </p:nvPicPr>
          <p:blipFill>
            <a:blip r:embed="rId23" cstate="print"/>
            <a:stretch>
              <a:fillRect/>
            </a:stretch>
          </p:blipFill>
          <p:spPr>
            <a:xfrm>
              <a:off x="3742943" y="2316479"/>
              <a:ext cx="243839" cy="36575"/>
            </a:xfrm>
            <a:prstGeom prst="rect">
              <a:avLst/>
            </a:prstGeom>
          </p:spPr>
        </p:pic>
        <p:pic>
          <p:nvPicPr>
            <p:cNvPr id="40" name="object 41">
              <a:extLst>
                <a:ext uri="{FF2B5EF4-FFF2-40B4-BE49-F238E27FC236}">
                  <a16:creationId xmlns:a16="http://schemas.microsoft.com/office/drawing/2014/main" id="{24A69BE9-FE5B-444E-87AA-CF153A132603}"/>
                </a:ext>
              </a:extLst>
            </p:cNvPr>
            <p:cNvPicPr/>
            <p:nvPr/>
          </p:nvPicPr>
          <p:blipFill>
            <a:blip r:embed="rId24" cstate="print"/>
            <a:stretch>
              <a:fillRect/>
            </a:stretch>
          </p:blipFill>
          <p:spPr>
            <a:xfrm>
              <a:off x="1694688" y="2328671"/>
              <a:ext cx="292607" cy="36575"/>
            </a:xfrm>
            <a:prstGeom prst="rect">
              <a:avLst/>
            </a:prstGeom>
          </p:spPr>
        </p:pic>
        <p:pic>
          <p:nvPicPr>
            <p:cNvPr id="41" name="object 42">
              <a:extLst>
                <a:ext uri="{FF2B5EF4-FFF2-40B4-BE49-F238E27FC236}">
                  <a16:creationId xmlns:a16="http://schemas.microsoft.com/office/drawing/2014/main" id="{6638621A-E58D-46AE-96CC-A0D315ED2F1C}"/>
                </a:ext>
              </a:extLst>
            </p:cNvPr>
            <p:cNvPicPr/>
            <p:nvPr/>
          </p:nvPicPr>
          <p:blipFill>
            <a:blip r:embed="rId25" cstate="print"/>
            <a:stretch>
              <a:fillRect/>
            </a:stretch>
          </p:blipFill>
          <p:spPr>
            <a:xfrm>
              <a:off x="3182111" y="2328671"/>
              <a:ext cx="158495" cy="36575"/>
            </a:xfrm>
            <a:prstGeom prst="rect">
              <a:avLst/>
            </a:prstGeom>
          </p:spPr>
        </p:pic>
        <p:sp>
          <p:nvSpPr>
            <p:cNvPr id="42" name="object 43">
              <a:extLst>
                <a:ext uri="{FF2B5EF4-FFF2-40B4-BE49-F238E27FC236}">
                  <a16:creationId xmlns:a16="http://schemas.microsoft.com/office/drawing/2014/main" id="{498D2DD6-7F07-4397-8067-7F428494FC67}"/>
                </a:ext>
              </a:extLst>
            </p:cNvPr>
            <p:cNvSpPr/>
            <p:nvPr/>
          </p:nvSpPr>
          <p:spPr>
            <a:xfrm>
              <a:off x="3230879" y="2346959"/>
              <a:ext cx="109855" cy="0"/>
            </a:xfrm>
            <a:custGeom>
              <a:avLst/>
              <a:gdLst/>
              <a:ahLst/>
              <a:cxnLst/>
              <a:rect l="l" t="t" r="r" b="b"/>
              <a:pathLst>
                <a:path w="109854">
                  <a:moveTo>
                    <a:pt x="0" y="0"/>
                  </a:moveTo>
                  <a:lnTo>
                    <a:pt x="12191" y="0"/>
                  </a:lnTo>
                </a:path>
                <a:path w="109854">
                  <a:moveTo>
                    <a:pt x="97535" y="0"/>
                  </a:moveTo>
                  <a:lnTo>
                    <a:pt x="109727" y="0"/>
                  </a:lnTo>
                </a:path>
              </a:pathLst>
            </a:custGeom>
            <a:ln w="12191">
              <a:solidFill>
                <a:srgbClr val="434445"/>
              </a:solidFill>
            </a:ln>
          </p:spPr>
          <p:txBody>
            <a:bodyPr wrap="square" lIns="0" tIns="0" rIns="0" bIns="0" rtlCol="0"/>
            <a:lstStyle/>
            <a:p>
              <a:endParaRPr/>
            </a:p>
          </p:txBody>
        </p:sp>
        <p:pic>
          <p:nvPicPr>
            <p:cNvPr id="43" name="object 44">
              <a:extLst>
                <a:ext uri="{FF2B5EF4-FFF2-40B4-BE49-F238E27FC236}">
                  <a16:creationId xmlns:a16="http://schemas.microsoft.com/office/drawing/2014/main" id="{7316A2CD-6B91-4DB6-85B3-9369900788C5}"/>
                </a:ext>
              </a:extLst>
            </p:cNvPr>
            <p:cNvPicPr/>
            <p:nvPr/>
          </p:nvPicPr>
          <p:blipFill>
            <a:blip r:embed="rId26" cstate="print"/>
            <a:stretch>
              <a:fillRect/>
            </a:stretch>
          </p:blipFill>
          <p:spPr>
            <a:xfrm>
              <a:off x="4632959" y="2328671"/>
              <a:ext cx="109728" cy="36575"/>
            </a:xfrm>
            <a:prstGeom prst="rect">
              <a:avLst/>
            </a:prstGeom>
          </p:spPr>
        </p:pic>
        <p:sp>
          <p:nvSpPr>
            <p:cNvPr id="44" name="object 45">
              <a:extLst>
                <a:ext uri="{FF2B5EF4-FFF2-40B4-BE49-F238E27FC236}">
                  <a16:creationId xmlns:a16="http://schemas.microsoft.com/office/drawing/2014/main" id="{48C7298D-96D2-495E-9235-950420BD7B2C}"/>
                </a:ext>
              </a:extLst>
            </p:cNvPr>
            <p:cNvSpPr/>
            <p:nvPr/>
          </p:nvSpPr>
          <p:spPr>
            <a:xfrm>
              <a:off x="5132832" y="2340863"/>
              <a:ext cx="12700" cy="12700"/>
            </a:xfrm>
            <a:custGeom>
              <a:avLst/>
              <a:gdLst/>
              <a:ahLst/>
              <a:cxnLst/>
              <a:rect l="l" t="t" r="r" b="b"/>
              <a:pathLst>
                <a:path w="12700" h="12700">
                  <a:moveTo>
                    <a:pt x="0" y="12191"/>
                  </a:moveTo>
                  <a:lnTo>
                    <a:pt x="12191" y="12191"/>
                  </a:lnTo>
                  <a:lnTo>
                    <a:pt x="12191" y="0"/>
                  </a:lnTo>
                  <a:lnTo>
                    <a:pt x="0" y="0"/>
                  </a:lnTo>
                  <a:lnTo>
                    <a:pt x="0" y="12191"/>
                  </a:lnTo>
                  <a:close/>
                </a:path>
              </a:pathLst>
            </a:custGeom>
            <a:solidFill>
              <a:srgbClr val="434445"/>
            </a:solidFill>
          </p:spPr>
          <p:txBody>
            <a:bodyPr wrap="square" lIns="0" tIns="0" rIns="0" bIns="0" rtlCol="0"/>
            <a:lstStyle/>
            <a:p>
              <a:endParaRPr/>
            </a:p>
          </p:txBody>
        </p:sp>
        <p:sp>
          <p:nvSpPr>
            <p:cNvPr id="45" name="object 46">
              <a:extLst>
                <a:ext uri="{FF2B5EF4-FFF2-40B4-BE49-F238E27FC236}">
                  <a16:creationId xmlns:a16="http://schemas.microsoft.com/office/drawing/2014/main" id="{BE7E58BD-66FD-46C3-9B8B-F284B9494115}"/>
                </a:ext>
              </a:extLst>
            </p:cNvPr>
            <p:cNvSpPr/>
            <p:nvPr/>
          </p:nvSpPr>
          <p:spPr>
            <a:xfrm>
              <a:off x="646176" y="2353055"/>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sp>
          <p:nvSpPr>
            <p:cNvPr id="46" name="object 47">
              <a:extLst>
                <a:ext uri="{FF2B5EF4-FFF2-40B4-BE49-F238E27FC236}">
                  <a16:creationId xmlns:a16="http://schemas.microsoft.com/office/drawing/2014/main" id="{A573D210-A242-4F0C-BBEA-298AC4F8931E}"/>
                </a:ext>
              </a:extLst>
            </p:cNvPr>
            <p:cNvSpPr/>
            <p:nvPr/>
          </p:nvSpPr>
          <p:spPr>
            <a:xfrm>
              <a:off x="3194303" y="2359151"/>
              <a:ext cx="109855" cy="0"/>
            </a:xfrm>
            <a:custGeom>
              <a:avLst/>
              <a:gdLst/>
              <a:ahLst/>
              <a:cxnLst/>
              <a:rect l="l" t="t" r="r" b="b"/>
              <a:pathLst>
                <a:path w="109854">
                  <a:moveTo>
                    <a:pt x="0" y="0"/>
                  </a:moveTo>
                  <a:lnTo>
                    <a:pt x="12191" y="0"/>
                  </a:lnTo>
                </a:path>
                <a:path w="109854">
                  <a:moveTo>
                    <a:pt x="97535" y="0"/>
                  </a:moveTo>
                  <a:lnTo>
                    <a:pt x="109727" y="0"/>
                  </a:lnTo>
                </a:path>
              </a:pathLst>
            </a:custGeom>
            <a:ln w="12191">
              <a:solidFill>
                <a:srgbClr val="434445"/>
              </a:solidFill>
            </a:ln>
          </p:spPr>
          <p:txBody>
            <a:bodyPr wrap="square" lIns="0" tIns="0" rIns="0" bIns="0" rtlCol="0"/>
            <a:lstStyle/>
            <a:p>
              <a:endParaRPr/>
            </a:p>
          </p:txBody>
        </p:sp>
        <p:pic>
          <p:nvPicPr>
            <p:cNvPr id="47" name="object 48">
              <a:extLst>
                <a:ext uri="{FF2B5EF4-FFF2-40B4-BE49-F238E27FC236}">
                  <a16:creationId xmlns:a16="http://schemas.microsoft.com/office/drawing/2014/main" id="{5C792FD1-7B6D-4342-B8E5-384C3F905A81}"/>
                </a:ext>
              </a:extLst>
            </p:cNvPr>
            <p:cNvPicPr/>
            <p:nvPr/>
          </p:nvPicPr>
          <p:blipFill>
            <a:blip r:embed="rId27" cstate="print"/>
            <a:stretch>
              <a:fillRect/>
            </a:stretch>
          </p:blipFill>
          <p:spPr>
            <a:xfrm>
              <a:off x="1804416" y="2328671"/>
              <a:ext cx="512063" cy="48767"/>
            </a:xfrm>
            <a:prstGeom prst="rect">
              <a:avLst/>
            </a:prstGeom>
          </p:spPr>
        </p:pic>
        <p:pic>
          <p:nvPicPr>
            <p:cNvPr id="48" name="object 49">
              <a:extLst>
                <a:ext uri="{FF2B5EF4-FFF2-40B4-BE49-F238E27FC236}">
                  <a16:creationId xmlns:a16="http://schemas.microsoft.com/office/drawing/2014/main" id="{8FC857C4-CA57-4231-A6DB-6E99E9290F0E}"/>
                </a:ext>
              </a:extLst>
            </p:cNvPr>
            <p:cNvPicPr/>
            <p:nvPr/>
          </p:nvPicPr>
          <p:blipFill>
            <a:blip r:embed="rId28" cstate="print"/>
            <a:stretch>
              <a:fillRect/>
            </a:stretch>
          </p:blipFill>
          <p:spPr>
            <a:xfrm>
              <a:off x="3742943" y="2353055"/>
              <a:ext cx="60960" cy="12191"/>
            </a:xfrm>
            <a:prstGeom prst="rect">
              <a:avLst/>
            </a:prstGeom>
          </p:spPr>
        </p:pic>
        <p:pic>
          <p:nvPicPr>
            <p:cNvPr id="49" name="object 50">
              <a:extLst>
                <a:ext uri="{FF2B5EF4-FFF2-40B4-BE49-F238E27FC236}">
                  <a16:creationId xmlns:a16="http://schemas.microsoft.com/office/drawing/2014/main" id="{B43B75F2-FF48-42C5-A886-1989F8F73950}"/>
                </a:ext>
              </a:extLst>
            </p:cNvPr>
            <p:cNvPicPr/>
            <p:nvPr/>
          </p:nvPicPr>
          <p:blipFill>
            <a:blip r:embed="rId29" cstate="print"/>
            <a:stretch>
              <a:fillRect/>
            </a:stretch>
          </p:blipFill>
          <p:spPr>
            <a:xfrm>
              <a:off x="2377440" y="2340863"/>
              <a:ext cx="121919" cy="36575"/>
            </a:xfrm>
            <a:prstGeom prst="rect">
              <a:avLst/>
            </a:prstGeom>
          </p:spPr>
        </p:pic>
        <p:pic>
          <p:nvPicPr>
            <p:cNvPr id="50" name="object 51">
              <a:extLst>
                <a:ext uri="{FF2B5EF4-FFF2-40B4-BE49-F238E27FC236}">
                  <a16:creationId xmlns:a16="http://schemas.microsoft.com/office/drawing/2014/main" id="{2B0EB441-D943-4089-9D39-73476E9D207D}"/>
                </a:ext>
              </a:extLst>
            </p:cNvPr>
            <p:cNvPicPr/>
            <p:nvPr/>
          </p:nvPicPr>
          <p:blipFill>
            <a:blip r:embed="rId30" cstate="print"/>
            <a:stretch>
              <a:fillRect/>
            </a:stretch>
          </p:blipFill>
          <p:spPr>
            <a:xfrm>
              <a:off x="6071616" y="2292095"/>
              <a:ext cx="24383" cy="182880"/>
            </a:xfrm>
            <a:prstGeom prst="rect">
              <a:avLst/>
            </a:prstGeom>
          </p:spPr>
        </p:pic>
        <p:pic>
          <p:nvPicPr>
            <p:cNvPr id="51" name="object 52">
              <a:extLst>
                <a:ext uri="{FF2B5EF4-FFF2-40B4-BE49-F238E27FC236}">
                  <a16:creationId xmlns:a16="http://schemas.microsoft.com/office/drawing/2014/main" id="{1B0C0AD5-AD30-4981-AB41-C6E97991AC8C}"/>
                </a:ext>
              </a:extLst>
            </p:cNvPr>
            <p:cNvPicPr/>
            <p:nvPr/>
          </p:nvPicPr>
          <p:blipFill>
            <a:blip r:embed="rId31" cstate="print"/>
            <a:stretch>
              <a:fillRect/>
            </a:stretch>
          </p:blipFill>
          <p:spPr>
            <a:xfrm>
              <a:off x="3864864" y="2340863"/>
              <a:ext cx="121919" cy="36575"/>
            </a:xfrm>
            <a:prstGeom prst="rect">
              <a:avLst/>
            </a:prstGeom>
          </p:spPr>
        </p:pic>
        <p:sp>
          <p:nvSpPr>
            <p:cNvPr id="52" name="object 53">
              <a:extLst>
                <a:ext uri="{FF2B5EF4-FFF2-40B4-BE49-F238E27FC236}">
                  <a16:creationId xmlns:a16="http://schemas.microsoft.com/office/drawing/2014/main" id="{CD2C6FD3-C981-44D4-9E41-3AE3C5140FD2}"/>
                </a:ext>
              </a:extLst>
            </p:cNvPr>
            <p:cNvSpPr/>
            <p:nvPr/>
          </p:nvSpPr>
          <p:spPr>
            <a:xfrm>
              <a:off x="5132832" y="2353055"/>
              <a:ext cx="12700" cy="12700"/>
            </a:xfrm>
            <a:custGeom>
              <a:avLst/>
              <a:gdLst/>
              <a:ahLst/>
              <a:cxnLst/>
              <a:rect l="l" t="t" r="r" b="b"/>
              <a:pathLst>
                <a:path w="12700" h="12700">
                  <a:moveTo>
                    <a:pt x="0" y="12191"/>
                  </a:moveTo>
                  <a:lnTo>
                    <a:pt x="12191" y="12191"/>
                  </a:lnTo>
                  <a:lnTo>
                    <a:pt x="12191" y="0"/>
                  </a:lnTo>
                  <a:lnTo>
                    <a:pt x="0" y="0"/>
                  </a:lnTo>
                  <a:lnTo>
                    <a:pt x="0" y="12191"/>
                  </a:lnTo>
                  <a:close/>
                </a:path>
              </a:pathLst>
            </a:custGeom>
            <a:solidFill>
              <a:srgbClr val="434445"/>
            </a:solidFill>
          </p:spPr>
          <p:txBody>
            <a:bodyPr wrap="square" lIns="0" tIns="0" rIns="0" bIns="0" rtlCol="0"/>
            <a:lstStyle/>
            <a:p>
              <a:endParaRPr/>
            </a:p>
          </p:txBody>
        </p:sp>
        <p:pic>
          <p:nvPicPr>
            <p:cNvPr id="53" name="object 54">
              <a:extLst>
                <a:ext uri="{FF2B5EF4-FFF2-40B4-BE49-F238E27FC236}">
                  <a16:creationId xmlns:a16="http://schemas.microsoft.com/office/drawing/2014/main" id="{62F1D80D-F83E-4F8D-87F6-77281341EF1C}"/>
                </a:ext>
              </a:extLst>
            </p:cNvPr>
            <p:cNvPicPr/>
            <p:nvPr/>
          </p:nvPicPr>
          <p:blipFill>
            <a:blip r:embed="rId32" cstate="print"/>
            <a:stretch>
              <a:fillRect/>
            </a:stretch>
          </p:blipFill>
          <p:spPr>
            <a:xfrm>
              <a:off x="5303520" y="2340863"/>
              <a:ext cx="121919" cy="60959"/>
            </a:xfrm>
            <a:prstGeom prst="rect">
              <a:avLst/>
            </a:prstGeom>
          </p:spPr>
        </p:pic>
        <p:sp>
          <p:nvSpPr>
            <p:cNvPr id="54" name="object 55">
              <a:extLst>
                <a:ext uri="{FF2B5EF4-FFF2-40B4-BE49-F238E27FC236}">
                  <a16:creationId xmlns:a16="http://schemas.microsoft.com/office/drawing/2014/main" id="{4E870129-6C77-41B9-9D28-373AE1062720}"/>
                </a:ext>
              </a:extLst>
            </p:cNvPr>
            <p:cNvSpPr/>
            <p:nvPr/>
          </p:nvSpPr>
          <p:spPr>
            <a:xfrm>
              <a:off x="646176" y="2365247"/>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pic>
          <p:nvPicPr>
            <p:cNvPr id="55" name="object 56">
              <a:extLst>
                <a:ext uri="{FF2B5EF4-FFF2-40B4-BE49-F238E27FC236}">
                  <a16:creationId xmlns:a16="http://schemas.microsoft.com/office/drawing/2014/main" id="{FC5A6AB2-5C02-40E8-A745-7251EB222C6C}"/>
                </a:ext>
              </a:extLst>
            </p:cNvPr>
            <p:cNvPicPr/>
            <p:nvPr/>
          </p:nvPicPr>
          <p:blipFill>
            <a:blip r:embed="rId33" cstate="print"/>
            <a:stretch>
              <a:fillRect/>
            </a:stretch>
          </p:blipFill>
          <p:spPr>
            <a:xfrm>
              <a:off x="3291839" y="2340863"/>
              <a:ext cx="158496" cy="36575"/>
            </a:xfrm>
            <a:prstGeom prst="rect">
              <a:avLst/>
            </a:prstGeom>
          </p:spPr>
        </p:pic>
        <p:pic>
          <p:nvPicPr>
            <p:cNvPr id="56" name="object 57">
              <a:extLst>
                <a:ext uri="{FF2B5EF4-FFF2-40B4-BE49-F238E27FC236}">
                  <a16:creationId xmlns:a16="http://schemas.microsoft.com/office/drawing/2014/main" id="{0483111A-0F81-47B2-AE6D-BA4BD43E07E9}"/>
                </a:ext>
              </a:extLst>
            </p:cNvPr>
            <p:cNvPicPr/>
            <p:nvPr/>
          </p:nvPicPr>
          <p:blipFill>
            <a:blip r:embed="rId34" cstate="print"/>
            <a:stretch>
              <a:fillRect/>
            </a:stretch>
          </p:blipFill>
          <p:spPr>
            <a:xfrm>
              <a:off x="1706880" y="2353055"/>
              <a:ext cx="109727" cy="24383"/>
            </a:xfrm>
            <a:prstGeom prst="rect">
              <a:avLst/>
            </a:prstGeom>
          </p:spPr>
        </p:pic>
        <p:sp>
          <p:nvSpPr>
            <p:cNvPr id="57" name="object 58">
              <a:extLst>
                <a:ext uri="{FF2B5EF4-FFF2-40B4-BE49-F238E27FC236}">
                  <a16:creationId xmlns:a16="http://schemas.microsoft.com/office/drawing/2014/main" id="{31A3056E-D415-4866-A390-7085564E4835}"/>
                </a:ext>
              </a:extLst>
            </p:cNvPr>
            <p:cNvSpPr/>
            <p:nvPr/>
          </p:nvSpPr>
          <p:spPr>
            <a:xfrm>
              <a:off x="1767840" y="2371343"/>
              <a:ext cx="12700" cy="0"/>
            </a:xfrm>
            <a:custGeom>
              <a:avLst/>
              <a:gdLst/>
              <a:ahLst/>
              <a:cxnLst/>
              <a:rect l="l" t="t" r="r" b="b"/>
              <a:pathLst>
                <a:path w="12700">
                  <a:moveTo>
                    <a:pt x="0" y="0"/>
                  </a:moveTo>
                  <a:lnTo>
                    <a:pt x="12191" y="0"/>
                  </a:lnTo>
                </a:path>
              </a:pathLst>
            </a:custGeom>
            <a:ln w="12191">
              <a:solidFill>
                <a:srgbClr val="727373"/>
              </a:solidFill>
            </a:ln>
          </p:spPr>
          <p:txBody>
            <a:bodyPr wrap="square" lIns="0" tIns="0" rIns="0" bIns="0" rtlCol="0"/>
            <a:lstStyle/>
            <a:p>
              <a:endParaRPr/>
            </a:p>
          </p:txBody>
        </p:sp>
        <p:pic>
          <p:nvPicPr>
            <p:cNvPr id="58" name="object 59">
              <a:extLst>
                <a:ext uri="{FF2B5EF4-FFF2-40B4-BE49-F238E27FC236}">
                  <a16:creationId xmlns:a16="http://schemas.microsoft.com/office/drawing/2014/main" id="{D3230DB7-9D1E-4518-BA37-1448E27DAE3B}"/>
                </a:ext>
              </a:extLst>
            </p:cNvPr>
            <p:cNvPicPr/>
            <p:nvPr/>
          </p:nvPicPr>
          <p:blipFill>
            <a:blip r:embed="rId35" cstate="print"/>
            <a:stretch>
              <a:fillRect/>
            </a:stretch>
          </p:blipFill>
          <p:spPr>
            <a:xfrm>
              <a:off x="4632959" y="2340863"/>
              <a:ext cx="402336" cy="36575"/>
            </a:xfrm>
            <a:prstGeom prst="rect">
              <a:avLst/>
            </a:prstGeom>
          </p:spPr>
        </p:pic>
        <p:pic>
          <p:nvPicPr>
            <p:cNvPr id="59" name="object 60">
              <a:extLst>
                <a:ext uri="{FF2B5EF4-FFF2-40B4-BE49-F238E27FC236}">
                  <a16:creationId xmlns:a16="http://schemas.microsoft.com/office/drawing/2014/main" id="{9DF50044-7769-4B5C-A818-500F89E4D7EF}"/>
                </a:ext>
              </a:extLst>
            </p:cNvPr>
            <p:cNvPicPr/>
            <p:nvPr/>
          </p:nvPicPr>
          <p:blipFill>
            <a:blip r:embed="rId36" cstate="print"/>
            <a:stretch>
              <a:fillRect/>
            </a:stretch>
          </p:blipFill>
          <p:spPr>
            <a:xfrm>
              <a:off x="3511295" y="2340863"/>
              <a:ext cx="97536" cy="60959"/>
            </a:xfrm>
            <a:prstGeom prst="rect">
              <a:avLst/>
            </a:prstGeom>
          </p:spPr>
        </p:pic>
        <p:pic>
          <p:nvPicPr>
            <p:cNvPr id="60" name="object 61">
              <a:extLst>
                <a:ext uri="{FF2B5EF4-FFF2-40B4-BE49-F238E27FC236}">
                  <a16:creationId xmlns:a16="http://schemas.microsoft.com/office/drawing/2014/main" id="{11D5975C-DE93-4989-8ADD-3057B979855D}"/>
                </a:ext>
              </a:extLst>
            </p:cNvPr>
            <p:cNvPicPr/>
            <p:nvPr/>
          </p:nvPicPr>
          <p:blipFill>
            <a:blip r:embed="rId37" cstate="print"/>
            <a:stretch>
              <a:fillRect/>
            </a:stretch>
          </p:blipFill>
          <p:spPr>
            <a:xfrm>
              <a:off x="2231136" y="2365247"/>
              <a:ext cx="85344" cy="12191"/>
            </a:xfrm>
            <a:prstGeom prst="rect">
              <a:avLst/>
            </a:prstGeom>
          </p:spPr>
        </p:pic>
        <p:pic>
          <p:nvPicPr>
            <p:cNvPr id="61" name="object 62">
              <a:extLst>
                <a:ext uri="{FF2B5EF4-FFF2-40B4-BE49-F238E27FC236}">
                  <a16:creationId xmlns:a16="http://schemas.microsoft.com/office/drawing/2014/main" id="{DDC47288-E7A9-40C4-8E87-229550E7E17C}"/>
                </a:ext>
              </a:extLst>
            </p:cNvPr>
            <p:cNvPicPr/>
            <p:nvPr/>
          </p:nvPicPr>
          <p:blipFill>
            <a:blip r:embed="rId38" cstate="print"/>
            <a:stretch>
              <a:fillRect/>
            </a:stretch>
          </p:blipFill>
          <p:spPr>
            <a:xfrm>
              <a:off x="3194303" y="2365247"/>
              <a:ext cx="48767" cy="12191"/>
            </a:xfrm>
            <a:prstGeom prst="rect">
              <a:avLst/>
            </a:prstGeom>
          </p:spPr>
        </p:pic>
        <p:sp>
          <p:nvSpPr>
            <p:cNvPr id="62" name="object 63">
              <a:extLst>
                <a:ext uri="{FF2B5EF4-FFF2-40B4-BE49-F238E27FC236}">
                  <a16:creationId xmlns:a16="http://schemas.microsoft.com/office/drawing/2014/main" id="{5FABAB23-C378-43AB-B813-AEF35906491A}"/>
                </a:ext>
              </a:extLst>
            </p:cNvPr>
            <p:cNvSpPr/>
            <p:nvPr/>
          </p:nvSpPr>
          <p:spPr>
            <a:xfrm>
              <a:off x="3255264" y="2371343"/>
              <a:ext cx="475615" cy="0"/>
            </a:xfrm>
            <a:custGeom>
              <a:avLst/>
              <a:gdLst/>
              <a:ahLst/>
              <a:cxnLst/>
              <a:rect l="l" t="t" r="r" b="b"/>
              <a:pathLst>
                <a:path w="475614">
                  <a:moveTo>
                    <a:pt x="0" y="0"/>
                  </a:moveTo>
                  <a:lnTo>
                    <a:pt x="12191" y="0"/>
                  </a:lnTo>
                </a:path>
                <a:path w="475614">
                  <a:moveTo>
                    <a:pt x="463295" y="0"/>
                  </a:moveTo>
                  <a:lnTo>
                    <a:pt x="475487" y="0"/>
                  </a:lnTo>
                </a:path>
              </a:pathLst>
            </a:custGeom>
            <a:ln w="12191">
              <a:solidFill>
                <a:srgbClr val="727373"/>
              </a:solidFill>
            </a:ln>
          </p:spPr>
          <p:txBody>
            <a:bodyPr wrap="square" lIns="0" tIns="0" rIns="0" bIns="0" rtlCol="0"/>
            <a:lstStyle/>
            <a:p>
              <a:endParaRPr/>
            </a:p>
          </p:txBody>
        </p:sp>
        <p:pic>
          <p:nvPicPr>
            <p:cNvPr id="63" name="object 64">
              <a:extLst>
                <a:ext uri="{FF2B5EF4-FFF2-40B4-BE49-F238E27FC236}">
                  <a16:creationId xmlns:a16="http://schemas.microsoft.com/office/drawing/2014/main" id="{0DF5CFEC-F7CA-4B4B-8B08-AEFC4C2EAACB}"/>
                </a:ext>
              </a:extLst>
            </p:cNvPr>
            <p:cNvPicPr/>
            <p:nvPr/>
          </p:nvPicPr>
          <p:blipFill>
            <a:blip r:embed="rId39" cstate="print"/>
            <a:stretch>
              <a:fillRect/>
            </a:stretch>
          </p:blipFill>
          <p:spPr>
            <a:xfrm>
              <a:off x="4962144" y="2340863"/>
              <a:ext cx="280415" cy="60959"/>
            </a:xfrm>
            <a:prstGeom prst="rect">
              <a:avLst/>
            </a:prstGeom>
          </p:spPr>
        </p:pic>
        <p:sp>
          <p:nvSpPr>
            <p:cNvPr id="64" name="object 65">
              <a:extLst>
                <a:ext uri="{FF2B5EF4-FFF2-40B4-BE49-F238E27FC236}">
                  <a16:creationId xmlns:a16="http://schemas.microsoft.com/office/drawing/2014/main" id="{ECD23D88-DC8F-4509-BBEE-0DFDB670CED7}"/>
                </a:ext>
              </a:extLst>
            </p:cNvPr>
            <p:cNvSpPr/>
            <p:nvPr/>
          </p:nvSpPr>
          <p:spPr>
            <a:xfrm>
              <a:off x="3779520" y="2371343"/>
              <a:ext cx="12700" cy="0"/>
            </a:xfrm>
            <a:custGeom>
              <a:avLst/>
              <a:gdLst/>
              <a:ahLst/>
              <a:cxnLst/>
              <a:rect l="l" t="t" r="r" b="b"/>
              <a:pathLst>
                <a:path w="12700">
                  <a:moveTo>
                    <a:pt x="0" y="0"/>
                  </a:moveTo>
                  <a:lnTo>
                    <a:pt x="12191" y="0"/>
                  </a:lnTo>
                </a:path>
              </a:pathLst>
            </a:custGeom>
            <a:ln w="12191">
              <a:solidFill>
                <a:srgbClr val="434445"/>
              </a:solidFill>
            </a:ln>
          </p:spPr>
          <p:txBody>
            <a:bodyPr wrap="square" lIns="0" tIns="0" rIns="0" bIns="0" rtlCol="0"/>
            <a:lstStyle/>
            <a:p>
              <a:endParaRPr/>
            </a:p>
          </p:txBody>
        </p:sp>
        <p:sp>
          <p:nvSpPr>
            <p:cNvPr id="65" name="object 66">
              <a:extLst>
                <a:ext uri="{FF2B5EF4-FFF2-40B4-BE49-F238E27FC236}">
                  <a16:creationId xmlns:a16="http://schemas.microsoft.com/office/drawing/2014/main" id="{185CE326-6A06-4C8F-9FAE-55CE5975C113}"/>
                </a:ext>
              </a:extLst>
            </p:cNvPr>
            <p:cNvSpPr/>
            <p:nvPr/>
          </p:nvSpPr>
          <p:spPr>
            <a:xfrm>
              <a:off x="4962144" y="2371343"/>
              <a:ext cx="12700" cy="0"/>
            </a:xfrm>
            <a:custGeom>
              <a:avLst/>
              <a:gdLst/>
              <a:ahLst/>
              <a:cxnLst/>
              <a:rect l="l" t="t" r="r" b="b"/>
              <a:pathLst>
                <a:path w="12700">
                  <a:moveTo>
                    <a:pt x="0" y="0"/>
                  </a:moveTo>
                  <a:lnTo>
                    <a:pt x="12191" y="0"/>
                  </a:lnTo>
                </a:path>
              </a:pathLst>
            </a:custGeom>
            <a:ln w="12191">
              <a:solidFill>
                <a:srgbClr val="525454"/>
              </a:solidFill>
            </a:ln>
          </p:spPr>
          <p:txBody>
            <a:bodyPr wrap="square" lIns="0" tIns="0" rIns="0" bIns="0" rtlCol="0"/>
            <a:lstStyle/>
            <a:p>
              <a:endParaRPr/>
            </a:p>
          </p:txBody>
        </p:sp>
        <p:sp>
          <p:nvSpPr>
            <p:cNvPr id="66" name="object 67">
              <a:extLst>
                <a:ext uri="{FF2B5EF4-FFF2-40B4-BE49-F238E27FC236}">
                  <a16:creationId xmlns:a16="http://schemas.microsoft.com/office/drawing/2014/main" id="{49523DD7-AAB7-4625-86BC-F98C19F36B3D}"/>
                </a:ext>
              </a:extLst>
            </p:cNvPr>
            <p:cNvSpPr/>
            <p:nvPr/>
          </p:nvSpPr>
          <p:spPr>
            <a:xfrm>
              <a:off x="646176" y="2377439"/>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sp>
          <p:nvSpPr>
            <p:cNvPr id="67" name="object 68">
              <a:extLst>
                <a:ext uri="{FF2B5EF4-FFF2-40B4-BE49-F238E27FC236}">
                  <a16:creationId xmlns:a16="http://schemas.microsoft.com/office/drawing/2014/main" id="{BD22BDE4-7A51-4D95-B1A2-7FBF4BCF5091}"/>
                </a:ext>
              </a:extLst>
            </p:cNvPr>
            <p:cNvSpPr/>
            <p:nvPr/>
          </p:nvSpPr>
          <p:spPr>
            <a:xfrm>
              <a:off x="3523487" y="2383535"/>
              <a:ext cx="12700" cy="0"/>
            </a:xfrm>
            <a:custGeom>
              <a:avLst/>
              <a:gdLst/>
              <a:ahLst/>
              <a:cxnLst/>
              <a:rect l="l" t="t" r="r" b="b"/>
              <a:pathLst>
                <a:path w="12700">
                  <a:moveTo>
                    <a:pt x="0" y="0"/>
                  </a:moveTo>
                  <a:lnTo>
                    <a:pt x="12191" y="0"/>
                  </a:lnTo>
                </a:path>
              </a:pathLst>
            </a:custGeom>
            <a:ln w="12191">
              <a:solidFill>
                <a:srgbClr val="525454"/>
              </a:solidFill>
            </a:ln>
          </p:spPr>
          <p:txBody>
            <a:bodyPr wrap="square" lIns="0" tIns="0" rIns="0" bIns="0" rtlCol="0"/>
            <a:lstStyle/>
            <a:p>
              <a:endParaRPr/>
            </a:p>
          </p:txBody>
        </p:sp>
        <p:pic>
          <p:nvPicPr>
            <p:cNvPr id="68" name="object 69">
              <a:extLst>
                <a:ext uri="{FF2B5EF4-FFF2-40B4-BE49-F238E27FC236}">
                  <a16:creationId xmlns:a16="http://schemas.microsoft.com/office/drawing/2014/main" id="{B7DF0BEB-CCC6-45BE-95A9-B82F11B89526}"/>
                </a:ext>
              </a:extLst>
            </p:cNvPr>
            <p:cNvPicPr/>
            <p:nvPr/>
          </p:nvPicPr>
          <p:blipFill>
            <a:blip r:embed="rId40" cstate="print"/>
            <a:stretch>
              <a:fillRect/>
            </a:stretch>
          </p:blipFill>
          <p:spPr>
            <a:xfrm>
              <a:off x="2462784" y="2365247"/>
              <a:ext cx="24383" cy="36575"/>
            </a:xfrm>
            <a:prstGeom prst="rect">
              <a:avLst/>
            </a:prstGeom>
          </p:spPr>
        </p:pic>
        <p:sp>
          <p:nvSpPr>
            <p:cNvPr id="69" name="object 70">
              <a:extLst>
                <a:ext uri="{FF2B5EF4-FFF2-40B4-BE49-F238E27FC236}">
                  <a16:creationId xmlns:a16="http://schemas.microsoft.com/office/drawing/2014/main" id="{5977AF02-BF34-4E38-A1BA-BFBB3EFB6A11}"/>
                </a:ext>
              </a:extLst>
            </p:cNvPr>
            <p:cNvSpPr/>
            <p:nvPr/>
          </p:nvSpPr>
          <p:spPr>
            <a:xfrm>
              <a:off x="5401056" y="2383535"/>
              <a:ext cx="12700" cy="0"/>
            </a:xfrm>
            <a:custGeom>
              <a:avLst/>
              <a:gdLst/>
              <a:ahLst/>
              <a:cxnLst/>
              <a:rect l="l" t="t" r="r" b="b"/>
              <a:pathLst>
                <a:path w="12700">
                  <a:moveTo>
                    <a:pt x="0" y="0"/>
                  </a:moveTo>
                  <a:lnTo>
                    <a:pt x="12191" y="0"/>
                  </a:lnTo>
                </a:path>
              </a:pathLst>
            </a:custGeom>
            <a:ln w="12191">
              <a:solidFill>
                <a:srgbClr val="525454"/>
              </a:solidFill>
            </a:ln>
          </p:spPr>
          <p:txBody>
            <a:bodyPr wrap="square" lIns="0" tIns="0" rIns="0" bIns="0" rtlCol="0"/>
            <a:lstStyle/>
            <a:p>
              <a:endParaRPr/>
            </a:p>
          </p:txBody>
        </p:sp>
        <p:pic>
          <p:nvPicPr>
            <p:cNvPr id="70" name="object 71">
              <a:extLst>
                <a:ext uri="{FF2B5EF4-FFF2-40B4-BE49-F238E27FC236}">
                  <a16:creationId xmlns:a16="http://schemas.microsoft.com/office/drawing/2014/main" id="{ABC41E82-5D6E-4CA9-BFAB-BF159D2FACA8}"/>
                </a:ext>
              </a:extLst>
            </p:cNvPr>
            <p:cNvPicPr/>
            <p:nvPr/>
          </p:nvPicPr>
          <p:blipFill>
            <a:blip r:embed="rId41" cstate="print"/>
            <a:stretch>
              <a:fillRect/>
            </a:stretch>
          </p:blipFill>
          <p:spPr>
            <a:xfrm>
              <a:off x="3950208" y="2365247"/>
              <a:ext cx="24383" cy="36575"/>
            </a:xfrm>
            <a:prstGeom prst="rect">
              <a:avLst/>
            </a:prstGeom>
          </p:spPr>
        </p:pic>
        <p:sp>
          <p:nvSpPr>
            <p:cNvPr id="71" name="object 72">
              <a:extLst>
                <a:ext uri="{FF2B5EF4-FFF2-40B4-BE49-F238E27FC236}">
                  <a16:creationId xmlns:a16="http://schemas.microsoft.com/office/drawing/2014/main" id="{F9D62E78-E862-4772-80A3-6BD3D8ADC47E}"/>
                </a:ext>
              </a:extLst>
            </p:cNvPr>
            <p:cNvSpPr/>
            <p:nvPr/>
          </p:nvSpPr>
          <p:spPr>
            <a:xfrm>
              <a:off x="646176" y="2389631"/>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pic>
          <p:nvPicPr>
            <p:cNvPr id="72" name="object 73">
              <a:extLst>
                <a:ext uri="{FF2B5EF4-FFF2-40B4-BE49-F238E27FC236}">
                  <a16:creationId xmlns:a16="http://schemas.microsoft.com/office/drawing/2014/main" id="{EC229E87-FAA6-407A-AFA8-DEC9B9CA27A4}"/>
                </a:ext>
              </a:extLst>
            </p:cNvPr>
            <p:cNvPicPr/>
            <p:nvPr/>
          </p:nvPicPr>
          <p:blipFill>
            <a:blip r:embed="rId42" cstate="print"/>
            <a:stretch>
              <a:fillRect/>
            </a:stretch>
          </p:blipFill>
          <p:spPr>
            <a:xfrm>
              <a:off x="2036064" y="2377439"/>
              <a:ext cx="24383" cy="24383"/>
            </a:xfrm>
            <a:prstGeom prst="rect">
              <a:avLst/>
            </a:prstGeom>
          </p:spPr>
        </p:pic>
        <p:sp>
          <p:nvSpPr>
            <p:cNvPr id="73" name="object 74">
              <a:extLst>
                <a:ext uri="{FF2B5EF4-FFF2-40B4-BE49-F238E27FC236}">
                  <a16:creationId xmlns:a16="http://schemas.microsoft.com/office/drawing/2014/main" id="{053EEC14-EC2C-4B49-A852-88EE399F1132}"/>
                </a:ext>
              </a:extLst>
            </p:cNvPr>
            <p:cNvSpPr/>
            <p:nvPr/>
          </p:nvSpPr>
          <p:spPr>
            <a:xfrm>
              <a:off x="646176" y="2401823"/>
              <a:ext cx="24765" cy="73660"/>
            </a:xfrm>
            <a:custGeom>
              <a:avLst/>
              <a:gdLst/>
              <a:ahLst/>
              <a:cxnLst/>
              <a:rect l="l" t="t" r="r" b="b"/>
              <a:pathLst>
                <a:path w="24765" h="73660">
                  <a:moveTo>
                    <a:pt x="24384" y="0"/>
                  </a:moveTo>
                  <a:lnTo>
                    <a:pt x="0" y="0"/>
                  </a:lnTo>
                  <a:lnTo>
                    <a:pt x="0" y="12192"/>
                  </a:lnTo>
                  <a:lnTo>
                    <a:pt x="0" y="24384"/>
                  </a:lnTo>
                  <a:lnTo>
                    <a:pt x="0" y="36576"/>
                  </a:lnTo>
                  <a:lnTo>
                    <a:pt x="0" y="48768"/>
                  </a:lnTo>
                  <a:lnTo>
                    <a:pt x="0" y="60960"/>
                  </a:lnTo>
                  <a:lnTo>
                    <a:pt x="0" y="73152"/>
                  </a:lnTo>
                  <a:lnTo>
                    <a:pt x="24384" y="73152"/>
                  </a:lnTo>
                  <a:lnTo>
                    <a:pt x="24384" y="12192"/>
                  </a:lnTo>
                  <a:lnTo>
                    <a:pt x="24384" y="0"/>
                  </a:lnTo>
                  <a:close/>
                </a:path>
              </a:pathLst>
            </a:custGeom>
            <a:solidFill>
              <a:srgbClr val="7F7F7F"/>
            </a:solidFill>
          </p:spPr>
          <p:txBody>
            <a:bodyPr wrap="square" lIns="0" tIns="0" rIns="0" bIns="0" rtlCol="0"/>
            <a:lstStyle/>
            <a:p>
              <a:endParaRPr/>
            </a:p>
          </p:txBody>
        </p:sp>
        <p:pic>
          <p:nvPicPr>
            <p:cNvPr id="74" name="object 75">
              <a:extLst>
                <a:ext uri="{FF2B5EF4-FFF2-40B4-BE49-F238E27FC236}">
                  <a16:creationId xmlns:a16="http://schemas.microsoft.com/office/drawing/2014/main" id="{88F5A80A-42E9-455E-8F82-4025111E9BB1}"/>
                </a:ext>
              </a:extLst>
            </p:cNvPr>
            <p:cNvPicPr/>
            <p:nvPr/>
          </p:nvPicPr>
          <p:blipFill>
            <a:blip r:embed="rId43" cstate="print"/>
            <a:stretch>
              <a:fillRect/>
            </a:stretch>
          </p:blipFill>
          <p:spPr>
            <a:xfrm>
              <a:off x="646176" y="2474975"/>
              <a:ext cx="5451347" cy="304800"/>
            </a:xfrm>
            <a:prstGeom prst="rect">
              <a:avLst/>
            </a:prstGeom>
          </p:spPr>
        </p:pic>
        <p:sp>
          <p:nvSpPr>
            <p:cNvPr id="75" name="object 76">
              <a:extLst>
                <a:ext uri="{FF2B5EF4-FFF2-40B4-BE49-F238E27FC236}">
                  <a16:creationId xmlns:a16="http://schemas.microsoft.com/office/drawing/2014/main" id="{CF2B3C29-80ED-4663-9E9D-18F02B1C68B6}"/>
                </a:ext>
              </a:extLst>
            </p:cNvPr>
            <p:cNvSpPr/>
            <p:nvPr/>
          </p:nvSpPr>
          <p:spPr>
            <a:xfrm>
              <a:off x="658368" y="2767583"/>
              <a:ext cx="0" cy="280670"/>
            </a:xfrm>
            <a:custGeom>
              <a:avLst/>
              <a:gdLst/>
              <a:ahLst/>
              <a:cxnLst/>
              <a:rect l="l" t="t" r="r" b="b"/>
              <a:pathLst>
                <a:path h="280669">
                  <a:moveTo>
                    <a:pt x="0" y="0"/>
                  </a:moveTo>
                  <a:lnTo>
                    <a:pt x="0" y="280415"/>
                  </a:lnTo>
                </a:path>
              </a:pathLst>
            </a:custGeom>
            <a:ln w="24383">
              <a:solidFill>
                <a:srgbClr val="7F7F7F"/>
              </a:solidFill>
            </a:ln>
          </p:spPr>
          <p:txBody>
            <a:bodyPr wrap="square" lIns="0" tIns="0" rIns="0" bIns="0" rtlCol="0"/>
            <a:lstStyle/>
            <a:p>
              <a:endParaRPr/>
            </a:p>
          </p:txBody>
        </p:sp>
        <p:pic>
          <p:nvPicPr>
            <p:cNvPr id="76" name="object 77">
              <a:extLst>
                <a:ext uri="{FF2B5EF4-FFF2-40B4-BE49-F238E27FC236}">
                  <a16:creationId xmlns:a16="http://schemas.microsoft.com/office/drawing/2014/main" id="{6E1F1DEE-EF6E-449E-8542-C1AB604551A8}"/>
                </a:ext>
              </a:extLst>
            </p:cNvPr>
            <p:cNvPicPr/>
            <p:nvPr/>
          </p:nvPicPr>
          <p:blipFill>
            <a:blip r:embed="rId44" cstate="print"/>
            <a:stretch>
              <a:fillRect/>
            </a:stretch>
          </p:blipFill>
          <p:spPr>
            <a:xfrm>
              <a:off x="3182111" y="2865119"/>
              <a:ext cx="121920" cy="36576"/>
            </a:xfrm>
            <a:prstGeom prst="rect">
              <a:avLst/>
            </a:prstGeom>
          </p:spPr>
        </p:pic>
        <p:pic>
          <p:nvPicPr>
            <p:cNvPr id="77" name="object 78">
              <a:extLst>
                <a:ext uri="{FF2B5EF4-FFF2-40B4-BE49-F238E27FC236}">
                  <a16:creationId xmlns:a16="http://schemas.microsoft.com/office/drawing/2014/main" id="{EAE63E1F-2FBE-4686-A6FE-4D5EDAF1CB38}"/>
                </a:ext>
              </a:extLst>
            </p:cNvPr>
            <p:cNvPicPr/>
            <p:nvPr/>
          </p:nvPicPr>
          <p:blipFill>
            <a:blip r:embed="rId45" cstate="print"/>
            <a:stretch>
              <a:fillRect/>
            </a:stretch>
          </p:blipFill>
          <p:spPr>
            <a:xfrm>
              <a:off x="3645408" y="2865119"/>
              <a:ext cx="390143" cy="36576"/>
            </a:xfrm>
            <a:prstGeom prst="rect">
              <a:avLst/>
            </a:prstGeom>
          </p:spPr>
        </p:pic>
        <p:pic>
          <p:nvPicPr>
            <p:cNvPr id="78" name="object 79">
              <a:extLst>
                <a:ext uri="{FF2B5EF4-FFF2-40B4-BE49-F238E27FC236}">
                  <a16:creationId xmlns:a16="http://schemas.microsoft.com/office/drawing/2014/main" id="{476DBC6D-AD41-43B0-BA52-5AF946AFCF1A}"/>
                </a:ext>
              </a:extLst>
            </p:cNvPr>
            <p:cNvPicPr/>
            <p:nvPr/>
          </p:nvPicPr>
          <p:blipFill>
            <a:blip r:embed="rId46" cstate="print"/>
            <a:stretch>
              <a:fillRect/>
            </a:stretch>
          </p:blipFill>
          <p:spPr>
            <a:xfrm>
              <a:off x="3352799" y="2865119"/>
              <a:ext cx="231647" cy="36576"/>
            </a:xfrm>
            <a:prstGeom prst="rect">
              <a:avLst/>
            </a:prstGeom>
          </p:spPr>
        </p:pic>
        <p:pic>
          <p:nvPicPr>
            <p:cNvPr id="79" name="object 80">
              <a:extLst>
                <a:ext uri="{FF2B5EF4-FFF2-40B4-BE49-F238E27FC236}">
                  <a16:creationId xmlns:a16="http://schemas.microsoft.com/office/drawing/2014/main" id="{8868A7CA-AE98-46B4-9EA1-08A78E41A851}"/>
                </a:ext>
              </a:extLst>
            </p:cNvPr>
            <p:cNvPicPr/>
            <p:nvPr/>
          </p:nvPicPr>
          <p:blipFill>
            <a:blip r:embed="rId47" cstate="print"/>
            <a:stretch>
              <a:fillRect/>
            </a:stretch>
          </p:blipFill>
          <p:spPr>
            <a:xfrm>
              <a:off x="1706880" y="2865119"/>
              <a:ext cx="390143" cy="48768"/>
            </a:xfrm>
            <a:prstGeom prst="rect">
              <a:avLst/>
            </a:prstGeom>
          </p:spPr>
        </p:pic>
        <p:pic>
          <p:nvPicPr>
            <p:cNvPr id="80" name="object 81">
              <a:extLst>
                <a:ext uri="{FF2B5EF4-FFF2-40B4-BE49-F238E27FC236}">
                  <a16:creationId xmlns:a16="http://schemas.microsoft.com/office/drawing/2014/main" id="{78BB99E1-9521-498C-BC20-36F63B1F42E4}"/>
                </a:ext>
              </a:extLst>
            </p:cNvPr>
            <p:cNvPicPr/>
            <p:nvPr/>
          </p:nvPicPr>
          <p:blipFill>
            <a:blip r:embed="rId48" cstate="print"/>
            <a:stretch>
              <a:fillRect/>
            </a:stretch>
          </p:blipFill>
          <p:spPr>
            <a:xfrm>
              <a:off x="2255520" y="2865119"/>
              <a:ext cx="109727" cy="48768"/>
            </a:xfrm>
            <a:prstGeom prst="rect">
              <a:avLst/>
            </a:prstGeom>
          </p:spPr>
        </p:pic>
        <p:pic>
          <p:nvPicPr>
            <p:cNvPr id="81" name="object 82">
              <a:extLst>
                <a:ext uri="{FF2B5EF4-FFF2-40B4-BE49-F238E27FC236}">
                  <a16:creationId xmlns:a16="http://schemas.microsoft.com/office/drawing/2014/main" id="{5F67E9CC-ED12-4C5F-975A-AF15C9584EAA}"/>
                </a:ext>
              </a:extLst>
            </p:cNvPr>
            <p:cNvPicPr/>
            <p:nvPr/>
          </p:nvPicPr>
          <p:blipFill>
            <a:blip r:embed="rId49" cstate="print"/>
            <a:stretch>
              <a:fillRect/>
            </a:stretch>
          </p:blipFill>
          <p:spPr>
            <a:xfrm>
              <a:off x="4632959" y="2865119"/>
              <a:ext cx="182880" cy="36576"/>
            </a:xfrm>
            <a:prstGeom prst="rect">
              <a:avLst/>
            </a:prstGeom>
          </p:spPr>
        </p:pic>
        <p:pic>
          <p:nvPicPr>
            <p:cNvPr id="82" name="object 83">
              <a:extLst>
                <a:ext uri="{FF2B5EF4-FFF2-40B4-BE49-F238E27FC236}">
                  <a16:creationId xmlns:a16="http://schemas.microsoft.com/office/drawing/2014/main" id="{92B3E6D0-B299-419A-B337-10FB77F01E36}"/>
                </a:ext>
              </a:extLst>
            </p:cNvPr>
            <p:cNvPicPr/>
            <p:nvPr/>
          </p:nvPicPr>
          <p:blipFill>
            <a:blip r:embed="rId50" cstate="print"/>
            <a:stretch>
              <a:fillRect/>
            </a:stretch>
          </p:blipFill>
          <p:spPr>
            <a:xfrm>
              <a:off x="5254752" y="2865119"/>
              <a:ext cx="280416" cy="36576"/>
            </a:xfrm>
            <a:prstGeom prst="rect">
              <a:avLst/>
            </a:prstGeom>
          </p:spPr>
        </p:pic>
        <p:pic>
          <p:nvPicPr>
            <p:cNvPr id="83" name="object 84">
              <a:extLst>
                <a:ext uri="{FF2B5EF4-FFF2-40B4-BE49-F238E27FC236}">
                  <a16:creationId xmlns:a16="http://schemas.microsoft.com/office/drawing/2014/main" id="{AE6C87D8-C719-403F-B3F0-8921DC4A4CB6}"/>
                </a:ext>
              </a:extLst>
            </p:cNvPr>
            <p:cNvPicPr/>
            <p:nvPr/>
          </p:nvPicPr>
          <p:blipFill>
            <a:blip r:embed="rId51" cstate="print"/>
            <a:stretch>
              <a:fillRect/>
            </a:stretch>
          </p:blipFill>
          <p:spPr>
            <a:xfrm>
              <a:off x="5010912" y="2865119"/>
              <a:ext cx="73151" cy="36576"/>
            </a:xfrm>
            <a:prstGeom prst="rect">
              <a:avLst/>
            </a:prstGeom>
          </p:spPr>
        </p:pic>
        <p:pic>
          <p:nvPicPr>
            <p:cNvPr id="84" name="object 85">
              <a:extLst>
                <a:ext uri="{FF2B5EF4-FFF2-40B4-BE49-F238E27FC236}">
                  <a16:creationId xmlns:a16="http://schemas.microsoft.com/office/drawing/2014/main" id="{A7154616-8DC2-4EA2-8FD3-0FBA6D6F2D69}"/>
                </a:ext>
              </a:extLst>
            </p:cNvPr>
            <p:cNvPicPr/>
            <p:nvPr/>
          </p:nvPicPr>
          <p:blipFill>
            <a:blip r:embed="rId52" cstate="print"/>
            <a:stretch>
              <a:fillRect/>
            </a:stretch>
          </p:blipFill>
          <p:spPr>
            <a:xfrm>
              <a:off x="2353055" y="2865119"/>
              <a:ext cx="207264" cy="48768"/>
            </a:xfrm>
            <a:prstGeom prst="rect">
              <a:avLst/>
            </a:prstGeom>
          </p:spPr>
        </p:pic>
        <p:sp>
          <p:nvSpPr>
            <p:cNvPr id="85" name="object 86">
              <a:extLst>
                <a:ext uri="{FF2B5EF4-FFF2-40B4-BE49-F238E27FC236}">
                  <a16:creationId xmlns:a16="http://schemas.microsoft.com/office/drawing/2014/main" id="{8916CA8F-8C18-4914-85E7-6D5170C49D15}"/>
                </a:ext>
              </a:extLst>
            </p:cNvPr>
            <p:cNvSpPr/>
            <p:nvPr/>
          </p:nvSpPr>
          <p:spPr>
            <a:xfrm>
              <a:off x="4693920" y="2895599"/>
              <a:ext cx="12700" cy="0"/>
            </a:xfrm>
            <a:custGeom>
              <a:avLst/>
              <a:gdLst/>
              <a:ahLst/>
              <a:cxnLst/>
              <a:rect l="l" t="t" r="r" b="b"/>
              <a:pathLst>
                <a:path w="12700">
                  <a:moveTo>
                    <a:pt x="0" y="0"/>
                  </a:moveTo>
                  <a:lnTo>
                    <a:pt x="12191" y="0"/>
                  </a:lnTo>
                </a:path>
              </a:pathLst>
            </a:custGeom>
            <a:ln w="12191">
              <a:solidFill>
                <a:srgbClr val="A1A2A2"/>
              </a:solidFill>
            </a:ln>
          </p:spPr>
          <p:txBody>
            <a:bodyPr wrap="square" lIns="0" tIns="0" rIns="0" bIns="0" rtlCol="0"/>
            <a:lstStyle/>
            <a:p>
              <a:endParaRPr/>
            </a:p>
          </p:txBody>
        </p:sp>
        <p:pic>
          <p:nvPicPr>
            <p:cNvPr id="86" name="object 87">
              <a:extLst>
                <a:ext uri="{FF2B5EF4-FFF2-40B4-BE49-F238E27FC236}">
                  <a16:creationId xmlns:a16="http://schemas.microsoft.com/office/drawing/2014/main" id="{AA9B270B-C53B-47A6-BCB4-6DE04F02938E}"/>
                </a:ext>
              </a:extLst>
            </p:cNvPr>
            <p:cNvPicPr/>
            <p:nvPr/>
          </p:nvPicPr>
          <p:blipFill>
            <a:blip r:embed="rId53" cstate="print"/>
            <a:stretch>
              <a:fillRect/>
            </a:stretch>
          </p:blipFill>
          <p:spPr>
            <a:xfrm>
              <a:off x="743712" y="2865119"/>
              <a:ext cx="158496" cy="73152"/>
            </a:xfrm>
            <a:prstGeom prst="rect">
              <a:avLst/>
            </a:prstGeom>
          </p:spPr>
        </p:pic>
        <p:sp>
          <p:nvSpPr>
            <p:cNvPr id="87" name="object 88">
              <a:extLst>
                <a:ext uri="{FF2B5EF4-FFF2-40B4-BE49-F238E27FC236}">
                  <a16:creationId xmlns:a16="http://schemas.microsoft.com/office/drawing/2014/main" id="{C88F79B8-8D7A-4D4D-A882-8697546EA938}"/>
                </a:ext>
              </a:extLst>
            </p:cNvPr>
            <p:cNvSpPr/>
            <p:nvPr/>
          </p:nvSpPr>
          <p:spPr>
            <a:xfrm>
              <a:off x="4742688" y="2895599"/>
              <a:ext cx="12700" cy="0"/>
            </a:xfrm>
            <a:custGeom>
              <a:avLst/>
              <a:gdLst/>
              <a:ahLst/>
              <a:cxnLst/>
              <a:rect l="l" t="t" r="r" b="b"/>
              <a:pathLst>
                <a:path w="12700">
                  <a:moveTo>
                    <a:pt x="0" y="0"/>
                  </a:moveTo>
                  <a:lnTo>
                    <a:pt x="12191" y="0"/>
                  </a:lnTo>
                </a:path>
              </a:pathLst>
            </a:custGeom>
            <a:ln w="12191">
              <a:solidFill>
                <a:srgbClr val="434445"/>
              </a:solidFill>
            </a:ln>
          </p:spPr>
          <p:txBody>
            <a:bodyPr wrap="square" lIns="0" tIns="0" rIns="0" bIns="0" rtlCol="0"/>
            <a:lstStyle/>
            <a:p>
              <a:endParaRPr/>
            </a:p>
          </p:txBody>
        </p:sp>
        <p:pic>
          <p:nvPicPr>
            <p:cNvPr id="88" name="object 89">
              <a:extLst>
                <a:ext uri="{FF2B5EF4-FFF2-40B4-BE49-F238E27FC236}">
                  <a16:creationId xmlns:a16="http://schemas.microsoft.com/office/drawing/2014/main" id="{D0697EF9-5322-4A5E-9080-3EA8C5155598}"/>
                </a:ext>
              </a:extLst>
            </p:cNvPr>
            <p:cNvPicPr/>
            <p:nvPr/>
          </p:nvPicPr>
          <p:blipFill>
            <a:blip r:embed="rId54" cstate="print"/>
            <a:stretch>
              <a:fillRect/>
            </a:stretch>
          </p:blipFill>
          <p:spPr>
            <a:xfrm>
              <a:off x="5010912" y="2865119"/>
              <a:ext cx="195072" cy="60960"/>
            </a:xfrm>
            <a:prstGeom prst="rect">
              <a:avLst/>
            </a:prstGeom>
          </p:spPr>
        </p:pic>
        <p:pic>
          <p:nvPicPr>
            <p:cNvPr id="89" name="object 90">
              <a:extLst>
                <a:ext uri="{FF2B5EF4-FFF2-40B4-BE49-F238E27FC236}">
                  <a16:creationId xmlns:a16="http://schemas.microsoft.com/office/drawing/2014/main" id="{BB28427D-7E04-465B-ADF8-4001DA21B88F}"/>
                </a:ext>
              </a:extLst>
            </p:cNvPr>
            <p:cNvPicPr/>
            <p:nvPr/>
          </p:nvPicPr>
          <p:blipFill>
            <a:blip r:embed="rId55" cstate="print"/>
            <a:stretch>
              <a:fillRect/>
            </a:stretch>
          </p:blipFill>
          <p:spPr>
            <a:xfrm>
              <a:off x="3681983" y="2889503"/>
              <a:ext cx="365760" cy="24383"/>
            </a:xfrm>
            <a:prstGeom prst="rect">
              <a:avLst/>
            </a:prstGeom>
          </p:spPr>
        </p:pic>
        <p:pic>
          <p:nvPicPr>
            <p:cNvPr id="90" name="object 91">
              <a:extLst>
                <a:ext uri="{FF2B5EF4-FFF2-40B4-BE49-F238E27FC236}">
                  <a16:creationId xmlns:a16="http://schemas.microsoft.com/office/drawing/2014/main" id="{8B782FA2-9BF3-485C-B8E0-F9740F73C814}"/>
                </a:ext>
              </a:extLst>
            </p:cNvPr>
            <p:cNvPicPr/>
            <p:nvPr/>
          </p:nvPicPr>
          <p:blipFill>
            <a:blip r:embed="rId56" cstate="print"/>
            <a:stretch>
              <a:fillRect/>
            </a:stretch>
          </p:blipFill>
          <p:spPr>
            <a:xfrm>
              <a:off x="5352288" y="2889503"/>
              <a:ext cx="195072" cy="24383"/>
            </a:xfrm>
            <a:prstGeom prst="rect">
              <a:avLst/>
            </a:prstGeom>
          </p:spPr>
        </p:pic>
        <p:pic>
          <p:nvPicPr>
            <p:cNvPr id="91" name="object 92">
              <a:extLst>
                <a:ext uri="{FF2B5EF4-FFF2-40B4-BE49-F238E27FC236}">
                  <a16:creationId xmlns:a16="http://schemas.microsoft.com/office/drawing/2014/main" id="{05B11846-ED87-475B-A13D-074B6B4315AD}"/>
                </a:ext>
              </a:extLst>
            </p:cNvPr>
            <p:cNvPicPr/>
            <p:nvPr/>
          </p:nvPicPr>
          <p:blipFill>
            <a:blip r:embed="rId57" cstate="print"/>
            <a:stretch>
              <a:fillRect/>
            </a:stretch>
          </p:blipFill>
          <p:spPr>
            <a:xfrm>
              <a:off x="2170176" y="2865119"/>
              <a:ext cx="36576" cy="97536"/>
            </a:xfrm>
            <a:prstGeom prst="rect">
              <a:avLst/>
            </a:prstGeom>
          </p:spPr>
        </p:pic>
        <p:pic>
          <p:nvPicPr>
            <p:cNvPr id="92" name="object 93">
              <a:extLst>
                <a:ext uri="{FF2B5EF4-FFF2-40B4-BE49-F238E27FC236}">
                  <a16:creationId xmlns:a16="http://schemas.microsoft.com/office/drawing/2014/main" id="{31AA5867-541A-412E-97FD-53158554AB0A}"/>
                </a:ext>
              </a:extLst>
            </p:cNvPr>
            <p:cNvPicPr/>
            <p:nvPr/>
          </p:nvPicPr>
          <p:blipFill>
            <a:blip r:embed="rId58" cstate="print"/>
            <a:stretch>
              <a:fillRect/>
            </a:stretch>
          </p:blipFill>
          <p:spPr>
            <a:xfrm>
              <a:off x="1962912" y="2889503"/>
              <a:ext cx="158496" cy="36575"/>
            </a:xfrm>
            <a:prstGeom prst="rect">
              <a:avLst/>
            </a:prstGeom>
          </p:spPr>
        </p:pic>
        <p:sp>
          <p:nvSpPr>
            <p:cNvPr id="93" name="object 94">
              <a:extLst>
                <a:ext uri="{FF2B5EF4-FFF2-40B4-BE49-F238E27FC236}">
                  <a16:creationId xmlns:a16="http://schemas.microsoft.com/office/drawing/2014/main" id="{09894AB3-BA28-4ED3-AE5A-70AF61F9488D}"/>
                </a:ext>
              </a:extLst>
            </p:cNvPr>
            <p:cNvSpPr/>
            <p:nvPr/>
          </p:nvSpPr>
          <p:spPr>
            <a:xfrm>
              <a:off x="4657344" y="2907791"/>
              <a:ext cx="12700" cy="0"/>
            </a:xfrm>
            <a:custGeom>
              <a:avLst/>
              <a:gdLst/>
              <a:ahLst/>
              <a:cxnLst/>
              <a:rect l="l" t="t" r="r" b="b"/>
              <a:pathLst>
                <a:path w="12700">
                  <a:moveTo>
                    <a:pt x="0" y="0"/>
                  </a:moveTo>
                  <a:lnTo>
                    <a:pt x="12191" y="0"/>
                  </a:lnTo>
                </a:path>
              </a:pathLst>
            </a:custGeom>
            <a:ln w="12191">
              <a:solidFill>
                <a:srgbClr val="434445"/>
              </a:solidFill>
            </a:ln>
          </p:spPr>
          <p:txBody>
            <a:bodyPr wrap="square" lIns="0" tIns="0" rIns="0" bIns="0" rtlCol="0"/>
            <a:lstStyle/>
            <a:p>
              <a:endParaRPr/>
            </a:p>
          </p:txBody>
        </p:sp>
        <p:pic>
          <p:nvPicPr>
            <p:cNvPr id="94" name="object 95">
              <a:extLst>
                <a:ext uri="{FF2B5EF4-FFF2-40B4-BE49-F238E27FC236}">
                  <a16:creationId xmlns:a16="http://schemas.microsoft.com/office/drawing/2014/main" id="{D180C6A3-17FF-4138-B91D-83F7F6A74E06}"/>
                </a:ext>
              </a:extLst>
            </p:cNvPr>
            <p:cNvPicPr/>
            <p:nvPr/>
          </p:nvPicPr>
          <p:blipFill>
            <a:blip r:embed="rId59" cstate="print"/>
            <a:stretch>
              <a:fillRect/>
            </a:stretch>
          </p:blipFill>
          <p:spPr>
            <a:xfrm>
              <a:off x="3206495" y="2889503"/>
              <a:ext cx="451104" cy="36575"/>
            </a:xfrm>
            <a:prstGeom prst="rect">
              <a:avLst/>
            </a:prstGeom>
          </p:spPr>
        </p:pic>
        <p:sp>
          <p:nvSpPr>
            <p:cNvPr id="95" name="object 96">
              <a:extLst>
                <a:ext uri="{FF2B5EF4-FFF2-40B4-BE49-F238E27FC236}">
                  <a16:creationId xmlns:a16="http://schemas.microsoft.com/office/drawing/2014/main" id="{2CCA912A-3D46-4EF6-912A-6255A67BA16D}"/>
                </a:ext>
              </a:extLst>
            </p:cNvPr>
            <p:cNvSpPr/>
            <p:nvPr/>
          </p:nvSpPr>
          <p:spPr>
            <a:xfrm>
              <a:off x="2084832" y="2913887"/>
              <a:ext cx="12700" cy="12700"/>
            </a:xfrm>
            <a:custGeom>
              <a:avLst/>
              <a:gdLst/>
              <a:ahLst/>
              <a:cxnLst/>
              <a:rect l="l" t="t" r="r" b="b"/>
              <a:pathLst>
                <a:path w="12700" h="12700">
                  <a:moveTo>
                    <a:pt x="0" y="12191"/>
                  </a:moveTo>
                  <a:lnTo>
                    <a:pt x="12191" y="12191"/>
                  </a:lnTo>
                  <a:lnTo>
                    <a:pt x="12191" y="0"/>
                  </a:lnTo>
                  <a:lnTo>
                    <a:pt x="0" y="0"/>
                  </a:lnTo>
                  <a:lnTo>
                    <a:pt x="0" y="12191"/>
                  </a:lnTo>
                  <a:close/>
                </a:path>
              </a:pathLst>
            </a:custGeom>
            <a:solidFill>
              <a:srgbClr val="434445"/>
            </a:solidFill>
          </p:spPr>
          <p:txBody>
            <a:bodyPr wrap="square" lIns="0" tIns="0" rIns="0" bIns="0" rtlCol="0"/>
            <a:lstStyle/>
            <a:p>
              <a:endParaRPr/>
            </a:p>
          </p:txBody>
        </p:sp>
        <p:pic>
          <p:nvPicPr>
            <p:cNvPr id="96" name="object 97">
              <a:extLst>
                <a:ext uri="{FF2B5EF4-FFF2-40B4-BE49-F238E27FC236}">
                  <a16:creationId xmlns:a16="http://schemas.microsoft.com/office/drawing/2014/main" id="{C8C65143-805A-44EF-A462-E2AE45DF2E83}"/>
                </a:ext>
              </a:extLst>
            </p:cNvPr>
            <p:cNvPicPr/>
            <p:nvPr/>
          </p:nvPicPr>
          <p:blipFill>
            <a:blip r:embed="rId60" cstate="print"/>
            <a:stretch>
              <a:fillRect/>
            </a:stretch>
          </p:blipFill>
          <p:spPr>
            <a:xfrm>
              <a:off x="1694688" y="2889503"/>
              <a:ext cx="109728" cy="48767"/>
            </a:xfrm>
            <a:prstGeom prst="rect">
              <a:avLst/>
            </a:prstGeom>
          </p:spPr>
        </p:pic>
        <p:pic>
          <p:nvPicPr>
            <p:cNvPr id="97" name="object 98">
              <a:extLst>
                <a:ext uri="{FF2B5EF4-FFF2-40B4-BE49-F238E27FC236}">
                  <a16:creationId xmlns:a16="http://schemas.microsoft.com/office/drawing/2014/main" id="{A8E79A57-7EE2-4A9A-A940-80ECB319D60E}"/>
                </a:ext>
              </a:extLst>
            </p:cNvPr>
            <p:cNvPicPr/>
            <p:nvPr/>
          </p:nvPicPr>
          <p:blipFill>
            <a:blip r:embed="rId61" cstate="print"/>
            <a:stretch>
              <a:fillRect/>
            </a:stretch>
          </p:blipFill>
          <p:spPr>
            <a:xfrm>
              <a:off x="6071616" y="2779775"/>
              <a:ext cx="24383" cy="268224"/>
            </a:xfrm>
            <a:prstGeom prst="rect">
              <a:avLst/>
            </a:prstGeom>
          </p:spPr>
        </p:pic>
        <p:pic>
          <p:nvPicPr>
            <p:cNvPr id="98" name="object 99">
              <a:extLst>
                <a:ext uri="{FF2B5EF4-FFF2-40B4-BE49-F238E27FC236}">
                  <a16:creationId xmlns:a16="http://schemas.microsoft.com/office/drawing/2014/main" id="{5CC340D0-48FF-417E-8581-014BB1F9BBE2}"/>
                </a:ext>
              </a:extLst>
            </p:cNvPr>
            <p:cNvPicPr/>
            <p:nvPr/>
          </p:nvPicPr>
          <p:blipFill>
            <a:blip r:embed="rId62" cstate="print"/>
            <a:stretch>
              <a:fillRect/>
            </a:stretch>
          </p:blipFill>
          <p:spPr>
            <a:xfrm>
              <a:off x="4693920" y="2865119"/>
              <a:ext cx="219456" cy="85344"/>
            </a:xfrm>
            <a:prstGeom prst="rect">
              <a:avLst/>
            </a:prstGeom>
          </p:spPr>
        </p:pic>
        <p:sp>
          <p:nvSpPr>
            <p:cNvPr id="99" name="object 100">
              <a:extLst>
                <a:ext uri="{FF2B5EF4-FFF2-40B4-BE49-F238E27FC236}">
                  <a16:creationId xmlns:a16="http://schemas.microsoft.com/office/drawing/2014/main" id="{CF1A430D-FB7A-44A4-A6F3-43EE0FF5EE01}"/>
                </a:ext>
              </a:extLst>
            </p:cNvPr>
            <p:cNvSpPr/>
            <p:nvPr/>
          </p:nvSpPr>
          <p:spPr>
            <a:xfrm>
              <a:off x="1743456" y="2932175"/>
              <a:ext cx="12700" cy="0"/>
            </a:xfrm>
            <a:custGeom>
              <a:avLst/>
              <a:gdLst/>
              <a:ahLst/>
              <a:cxnLst/>
              <a:rect l="l" t="t" r="r" b="b"/>
              <a:pathLst>
                <a:path w="12700">
                  <a:moveTo>
                    <a:pt x="0" y="0"/>
                  </a:moveTo>
                  <a:lnTo>
                    <a:pt x="12191" y="0"/>
                  </a:lnTo>
                </a:path>
              </a:pathLst>
            </a:custGeom>
            <a:ln w="12191">
              <a:solidFill>
                <a:srgbClr val="333535"/>
              </a:solidFill>
            </a:ln>
          </p:spPr>
          <p:txBody>
            <a:bodyPr wrap="square" lIns="0" tIns="0" rIns="0" bIns="0" rtlCol="0"/>
            <a:lstStyle/>
            <a:p>
              <a:endParaRPr/>
            </a:p>
          </p:txBody>
        </p:sp>
        <p:sp>
          <p:nvSpPr>
            <p:cNvPr id="100" name="object 101">
              <a:extLst>
                <a:ext uri="{FF2B5EF4-FFF2-40B4-BE49-F238E27FC236}">
                  <a16:creationId xmlns:a16="http://schemas.microsoft.com/office/drawing/2014/main" id="{435EDCBC-3F22-4140-8BBB-1CEB278BA37A}"/>
                </a:ext>
              </a:extLst>
            </p:cNvPr>
            <p:cNvSpPr/>
            <p:nvPr/>
          </p:nvSpPr>
          <p:spPr>
            <a:xfrm>
              <a:off x="1780032" y="2932175"/>
              <a:ext cx="12700" cy="0"/>
            </a:xfrm>
            <a:custGeom>
              <a:avLst/>
              <a:gdLst/>
              <a:ahLst/>
              <a:cxnLst/>
              <a:rect l="l" t="t" r="r" b="b"/>
              <a:pathLst>
                <a:path w="12700">
                  <a:moveTo>
                    <a:pt x="0" y="0"/>
                  </a:moveTo>
                  <a:lnTo>
                    <a:pt x="12191" y="0"/>
                  </a:lnTo>
                </a:path>
              </a:pathLst>
            </a:custGeom>
            <a:ln w="12191">
              <a:solidFill>
                <a:srgbClr val="525454"/>
              </a:solidFill>
            </a:ln>
          </p:spPr>
          <p:txBody>
            <a:bodyPr wrap="square" lIns="0" tIns="0" rIns="0" bIns="0" rtlCol="0"/>
            <a:lstStyle/>
            <a:p>
              <a:endParaRPr/>
            </a:p>
          </p:txBody>
        </p:sp>
        <p:sp>
          <p:nvSpPr>
            <p:cNvPr id="101" name="object 102">
              <a:extLst>
                <a:ext uri="{FF2B5EF4-FFF2-40B4-BE49-F238E27FC236}">
                  <a16:creationId xmlns:a16="http://schemas.microsoft.com/office/drawing/2014/main" id="{59642AAC-CEC9-48F8-818A-14B46BD84F63}"/>
                </a:ext>
              </a:extLst>
            </p:cNvPr>
            <p:cNvSpPr/>
            <p:nvPr/>
          </p:nvSpPr>
          <p:spPr>
            <a:xfrm>
              <a:off x="2084832" y="2926079"/>
              <a:ext cx="12700" cy="12700"/>
            </a:xfrm>
            <a:custGeom>
              <a:avLst/>
              <a:gdLst/>
              <a:ahLst/>
              <a:cxnLst/>
              <a:rect l="l" t="t" r="r" b="b"/>
              <a:pathLst>
                <a:path w="12700" h="12700">
                  <a:moveTo>
                    <a:pt x="0" y="12191"/>
                  </a:moveTo>
                  <a:lnTo>
                    <a:pt x="12191" y="12191"/>
                  </a:lnTo>
                  <a:lnTo>
                    <a:pt x="12191" y="0"/>
                  </a:lnTo>
                  <a:lnTo>
                    <a:pt x="0" y="0"/>
                  </a:lnTo>
                  <a:lnTo>
                    <a:pt x="0" y="12191"/>
                  </a:lnTo>
                  <a:close/>
                </a:path>
              </a:pathLst>
            </a:custGeom>
            <a:solidFill>
              <a:srgbClr val="727373"/>
            </a:solidFill>
          </p:spPr>
          <p:txBody>
            <a:bodyPr wrap="square" lIns="0" tIns="0" rIns="0" bIns="0" rtlCol="0"/>
            <a:lstStyle/>
            <a:p>
              <a:endParaRPr/>
            </a:p>
          </p:txBody>
        </p:sp>
        <p:pic>
          <p:nvPicPr>
            <p:cNvPr id="102" name="object 103">
              <a:extLst>
                <a:ext uri="{FF2B5EF4-FFF2-40B4-BE49-F238E27FC236}">
                  <a16:creationId xmlns:a16="http://schemas.microsoft.com/office/drawing/2014/main" id="{7DEF5059-00C1-4368-8DED-4C2E087B6293}"/>
                </a:ext>
              </a:extLst>
            </p:cNvPr>
            <p:cNvPicPr/>
            <p:nvPr/>
          </p:nvPicPr>
          <p:blipFill>
            <a:blip r:embed="rId63" cstate="print"/>
            <a:stretch>
              <a:fillRect/>
            </a:stretch>
          </p:blipFill>
          <p:spPr>
            <a:xfrm>
              <a:off x="743712" y="2926079"/>
              <a:ext cx="158496" cy="24384"/>
            </a:xfrm>
            <a:prstGeom prst="rect">
              <a:avLst/>
            </a:prstGeom>
          </p:spPr>
        </p:pic>
        <p:pic>
          <p:nvPicPr>
            <p:cNvPr id="103" name="object 104">
              <a:extLst>
                <a:ext uri="{FF2B5EF4-FFF2-40B4-BE49-F238E27FC236}">
                  <a16:creationId xmlns:a16="http://schemas.microsoft.com/office/drawing/2014/main" id="{97082120-5DAD-4041-903B-B5E94CF509AD}"/>
                </a:ext>
              </a:extLst>
            </p:cNvPr>
            <p:cNvPicPr/>
            <p:nvPr/>
          </p:nvPicPr>
          <p:blipFill>
            <a:blip r:embed="rId64" cstate="print"/>
            <a:stretch>
              <a:fillRect/>
            </a:stretch>
          </p:blipFill>
          <p:spPr>
            <a:xfrm>
              <a:off x="2426208" y="2901695"/>
              <a:ext cx="134111" cy="60959"/>
            </a:xfrm>
            <a:prstGeom prst="rect">
              <a:avLst/>
            </a:prstGeom>
          </p:spPr>
        </p:pic>
        <p:pic>
          <p:nvPicPr>
            <p:cNvPr id="104" name="object 105">
              <a:extLst>
                <a:ext uri="{FF2B5EF4-FFF2-40B4-BE49-F238E27FC236}">
                  <a16:creationId xmlns:a16="http://schemas.microsoft.com/office/drawing/2014/main" id="{D80CD2EE-486C-4EC6-B750-ADF8812C8C29}"/>
                </a:ext>
              </a:extLst>
            </p:cNvPr>
            <p:cNvPicPr/>
            <p:nvPr/>
          </p:nvPicPr>
          <p:blipFill>
            <a:blip r:embed="rId65" cstate="print"/>
            <a:stretch>
              <a:fillRect/>
            </a:stretch>
          </p:blipFill>
          <p:spPr>
            <a:xfrm>
              <a:off x="3913632" y="2901695"/>
              <a:ext cx="134111" cy="60959"/>
            </a:xfrm>
            <a:prstGeom prst="rect">
              <a:avLst/>
            </a:prstGeom>
          </p:spPr>
        </p:pic>
        <p:pic>
          <p:nvPicPr>
            <p:cNvPr id="105" name="object 106">
              <a:extLst>
                <a:ext uri="{FF2B5EF4-FFF2-40B4-BE49-F238E27FC236}">
                  <a16:creationId xmlns:a16="http://schemas.microsoft.com/office/drawing/2014/main" id="{DAC1E62B-53C2-40C3-9709-E4AB2E485F8A}"/>
                </a:ext>
              </a:extLst>
            </p:cNvPr>
            <p:cNvPicPr/>
            <p:nvPr/>
          </p:nvPicPr>
          <p:blipFill>
            <a:blip r:embed="rId66" cstate="print"/>
            <a:stretch>
              <a:fillRect/>
            </a:stretch>
          </p:blipFill>
          <p:spPr>
            <a:xfrm>
              <a:off x="3182111" y="2913887"/>
              <a:ext cx="682752" cy="36575"/>
            </a:xfrm>
            <a:prstGeom prst="rect">
              <a:avLst/>
            </a:prstGeom>
          </p:spPr>
        </p:pic>
        <p:pic>
          <p:nvPicPr>
            <p:cNvPr id="106" name="object 107">
              <a:extLst>
                <a:ext uri="{FF2B5EF4-FFF2-40B4-BE49-F238E27FC236}">
                  <a16:creationId xmlns:a16="http://schemas.microsoft.com/office/drawing/2014/main" id="{1AA6BB84-60ED-472A-8E31-0EAA7A4B28D2}"/>
                </a:ext>
              </a:extLst>
            </p:cNvPr>
            <p:cNvPicPr/>
            <p:nvPr/>
          </p:nvPicPr>
          <p:blipFill>
            <a:blip r:embed="rId67" cstate="print"/>
            <a:stretch>
              <a:fillRect/>
            </a:stretch>
          </p:blipFill>
          <p:spPr>
            <a:xfrm>
              <a:off x="5266944" y="2901695"/>
              <a:ext cx="97535" cy="60959"/>
            </a:xfrm>
            <a:prstGeom prst="rect">
              <a:avLst/>
            </a:prstGeom>
          </p:spPr>
        </p:pic>
        <p:pic>
          <p:nvPicPr>
            <p:cNvPr id="107" name="object 108">
              <a:extLst>
                <a:ext uri="{FF2B5EF4-FFF2-40B4-BE49-F238E27FC236}">
                  <a16:creationId xmlns:a16="http://schemas.microsoft.com/office/drawing/2014/main" id="{D70F6E5C-F56F-4479-B0DC-25C9BC6FD6AF}"/>
                </a:ext>
              </a:extLst>
            </p:cNvPr>
            <p:cNvPicPr/>
            <p:nvPr/>
          </p:nvPicPr>
          <p:blipFill>
            <a:blip r:embed="rId68" cstate="print"/>
            <a:stretch>
              <a:fillRect/>
            </a:stretch>
          </p:blipFill>
          <p:spPr>
            <a:xfrm>
              <a:off x="1828800" y="2913887"/>
              <a:ext cx="292607" cy="48767"/>
            </a:xfrm>
            <a:prstGeom prst="rect">
              <a:avLst/>
            </a:prstGeom>
          </p:spPr>
        </p:pic>
        <p:pic>
          <p:nvPicPr>
            <p:cNvPr id="108" name="object 109">
              <a:extLst>
                <a:ext uri="{FF2B5EF4-FFF2-40B4-BE49-F238E27FC236}">
                  <a16:creationId xmlns:a16="http://schemas.microsoft.com/office/drawing/2014/main" id="{15F01169-748D-4E13-868E-4CA02B96699F}"/>
                </a:ext>
              </a:extLst>
            </p:cNvPr>
            <p:cNvPicPr/>
            <p:nvPr/>
          </p:nvPicPr>
          <p:blipFill>
            <a:blip r:embed="rId69" cstate="print"/>
            <a:stretch>
              <a:fillRect/>
            </a:stretch>
          </p:blipFill>
          <p:spPr>
            <a:xfrm>
              <a:off x="5352288" y="2901695"/>
              <a:ext cx="195072" cy="60959"/>
            </a:xfrm>
            <a:prstGeom prst="rect">
              <a:avLst/>
            </a:prstGeom>
          </p:spPr>
        </p:pic>
        <p:pic>
          <p:nvPicPr>
            <p:cNvPr id="109" name="object 110">
              <a:extLst>
                <a:ext uri="{FF2B5EF4-FFF2-40B4-BE49-F238E27FC236}">
                  <a16:creationId xmlns:a16="http://schemas.microsoft.com/office/drawing/2014/main" id="{BF96DB7D-3ADC-4A85-A81F-B68D2704096D}"/>
                </a:ext>
              </a:extLst>
            </p:cNvPr>
            <p:cNvPicPr/>
            <p:nvPr/>
          </p:nvPicPr>
          <p:blipFill>
            <a:blip r:embed="rId70" cstate="print"/>
            <a:stretch>
              <a:fillRect/>
            </a:stretch>
          </p:blipFill>
          <p:spPr>
            <a:xfrm>
              <a:off x="2255520" y="2889503"/>
              <a:ext cx="109727" cy="73151"/>
            </a:xfrm>
            <a:prstGeom prst="rect">
              <a:avLst/>
            </a:prstGeom>
          </p:spPr>
        </p:pic>
        <p:sp>
          <p:nvSpPr>
            <p:cNvPr id="110" name="object 111">
              <a:extLst>
                <a:ext uri="{FF2B5EF4-FFF2-40B4-BE49-F238E27FC236}">
                  <a16:creationId xmlns:a16="http://schemas.microsoft.com/office/drawing/2014/main" id="{FEFEB8DA-573F-4E66-AA19-009E39594ADD}"/>
                </a:ext>
              </a:extLst>
            </p:cNvPr>
            <p:cNvSpPr/>
            <p:nvPr/>
          </p:nvSpPr>
          <p:spPr>
            <a:xfrm>
              <a:off x="2231136" y="2938271"/>
              <a:ext cx="12700" cy="12700"/>
            </a:xfrm>
            <a:custGeom>
              <a:avLst/>
              <a:gdLst/>
              <a:ahLst/>
              <a:cxnLst/>
              <a:rect l="l" t="t" r="r" b="b"/>
              <a:pathLst>
                <a:path w="12700" h="12700">
                  <a:moveTo>
                    <a:pt x="0" y="12191"/>
                  </a:moveTo>
                  <a:lnTo>
                    <a:pt x="12191" y="12191"/>
                  </a:lnTo>
                  <a:lnTo>
                    <a:pt x="12191" y="0"/>
                  </a:lnTo>
                  <a:lnTo>
                    <a:pt x="0" y="0"/>
                  </a:lnTo>
                  <a:lnTo>
                    <a:pt x="0" y="12191"/>
                  </a:lnTo>
                  <a:close/>
                </a:path>
              </a:pathLst>
            </a:custGeom>
            <a:solidFill>
              <a:srgbClr val="A1A2A2"/>
            </a:solidFill>
          </p:spPr>
          <p:txBody>
            <a:bodyPr wrap="square" lIns="0" tIns="0" rIns="0" bIns="0" rtlCol="0"/>
            <a:lstStyle/>
            <a:p>
              <a:endParaRPr/>
            </a:p>
          </p:txBody>
        </p:sp>
        <p:pic>
          <p:nvPicPr>
            <p:cNvPr id="111" name="object 112">
              <a:extLst>
                <a:ext uri="{FF2B5EF4-FFF2-40B4-BE49-F238E27FC236}">
                  <a16:creationId xmlns:a16="http://schemas.microsoft.com/office/drawing/2014/main" id="{F58078D7-7750-4841-BF4B-E8817CE01829}"/>
                </a:ext>
              </a:extLst>
            </p:cNvPr>
            <p:cNvPicPr/>
            <p:nvPr/>
          </p:nvPicPr>
          <p:blipFill>
            <a:blip r:embed="rId71" cstate="print"/>
            <a:stretch>
              <a:fillRect/>
            </a:stretch>
          </p:blipFill>
          <p:spPr>
            <a:xfrm>
              <a:off x="5010912" y="2901695"/>
              <a:ext cx="195072" cy="48768"/>
            </a:xfrm>
            <a:prstGeom prst="rect">
              <a:avLst/>
            </a:prstGeom>
          </p:spPr>
        </p:pic>
        <p:sp>
          <p:nvSpPr>
            <p:cNvPr id="112" name="object 113">
              <a:extLst>
                <a:ext uri="{FF2B5EF4-FFF2-40B4-BE49-F238E27FC236}">
                  <a16:creationId xmlns:a16="http://schemas.microsoft.com/office/drawing/2014/main" id="{0C7BBE40-9502-4B3D-8923-C79D31AF25AF}"/>
                </a:ext>
              </a:extLst>
            </p:cNvPr>
            <p:cNvSpPr/>
            <p:nvPr/>
          </p:nvSpPr>
          <p:spPr>
            <a:xfrm>
              <a:off x="2353055" y="2938271"/>
              <a:ext cx="12700" cy="12700"/>
            </a:xfrm>
            <a:custGeom>
              <a:avLst/>
              <a:gdLst/>
              <a:ahLst/>
              <a:cxnLst/>
              <a:rect l="l" t="t" r="r" b="b"/>
              <a:pathLst>
                <a:path w="12700" h="12700">
                  <a:moveTo>
                    <a:pt x="0" y="12191"/>
                  </a:moveTo>
                  <a:lnTo>
                    <a:pt x="12191" y="12191"/>
                  </a:lnTo>
                  <a:lnTo>
                    <a:pt x="12191" y="0"/>
                  </a:lnTo>
                  <a:lnTo>
                    <a:pt x="0" y="0"/>
                  </a:lnTo>
                  <a:lnTo>
                    <a:pt x="0" y="12191"/>
                  </a:lnTo>
                  <a:close/>
                </a:path>
              </a:pathLst>
            </a:custGeom>
            <a:solidFill>
              <a:srgbClr val="434445"/>
            </a:solidFill>
          </p:spPr>
          <p:txBody>
            <a:bodyPr wrap="square" lIns="0" tIns="0" rIns="0" bIns="0" rtlCol="0"/>
            <a:lstStyle/>
            <a:p>
              <a:endParaRPr/>
            </a:p>
          </p:txBody>
        </p:sp>
        <p:pic>
          <p:nvPicPr>
            <p:cNvPr id="113" name="object 114">
              <a:extLst>
                <a:ext uri="{FF2B5EF4-FFF2-40B4-BE49-F238E27FC236}">
                  <a16:creationId xmlns:a16="http://schemas.microsoft.com/office/drawing/2014/main" id="{ED758414-7CBC-4EFE-BD62-4A838E4CFCCA}"/>
                </a:ext>
              </a:extLst>
            </p:cNvPr>
            <p:cNvPicPr/>
            <p:nvPr/>
          </p:nvPicPr>
          <p:blipFill>
            <a:blip r:embed="rId72" cstate="print"/>
            <a:stretch>
              <a:fillRect/>
            </a:stretch>
          </p:blipFill>
          <p:spPr>
            <a:xfrm>
              <a:off x="1706880" y="2938271"/>
              <a:ext cx="85343" cy="24383"/>
            </a:xfrm>
            <a:prstGeom prst="rect">
              <a:avLst/>
            </a:prstGeom>
          </p:spPr>
        </p:pic>
        <p:pic>
          <p:nvPicPr>
            <p:cNvPr id="114" name="object 115">
              <a:extLst>
                <a:ext uri="{FF2B5EF4-FFF2-40B4-BE49-F238E27FC236}">
                  <a16:creationId xmlns:a16="http://schemas.microsoft.com/office/drawing/2014/main" id="{D1AF921A-6EAA-4597-950A-3E5A4B2FF3D8}"/>
                </a:ext>
              </a:extLst>
            </p:cNvPr>
            <p:cNvPicPr/>
            <p:nvPr/>
          </p:nvPicPr>
          <p:blipFill>
            <a:blip r:embed="rId73" cstate="print"/>
            <a:stretch>
              <a:fillRect/>
            </a:stretch>
          </p:blipFill>
          <p:spPr>
            <a:xfrm>
              <a:off x="743712" y="2938271"/>
              <a:ext cx="158496" cy="24383"/>
            </a:xfrm>
            <a:prstGeom prst="rect">
              <a:avLst/>
            </a:prstGeom>
          </p:spPr>
        </p:pic>
        <p:pic>
          <p:nvPicPr>
            <p:cNvPr id="115" name="object 116">
              <a:extLst>
                <a:ext uri="{FF2B5EF4-FFF2-40B4-BE49-F238E27FC236}">
                  <a16:creationId xmlns:a16="http://schemas.microsoft.com/office/drawing/2014/main" id="{A1FED2C2-6043-4FC4-914B-5EFAC3DC2634}"/>
                </a:ext>
              </a:extLst>
            </p:cNvPr>
            <p:cNvPicPr/>
            <p:nvPr/>
          </p:nvPicPr>
          <p:blipFill>
            <a:blip r:embed="rId74" cstate="print"/>
            <a:stretch>
              <a:fillRect/>
            </a:stretch>
          </p:blipFill>
          <p:spPr>
            <a:xfrm>
              <a:off x="3547871" y="2938271"/>
              <a:ext cx="316992" cy="24383"/>
            </a:xfrm>
            <a:prstGeom prst="rect">
              <a:avLst/>
            </a:prstGeom>
          </p:spPr>
        </p:pic>
        <p:pic>
          <p:nvPicPr>
            <p:cNvPr id="116" name="object 117">
              <a:extLst>
                <a:ext uri="{FF2B5EF4-FFF2-40B4-BE49-F238E27FC236}">
                  <a16:creationId xmlns:a16="http://schemas.microsoft.com/office/drawing/2014/main" id="{0004FCD7-130C-4148-B5B9-762451BCEE16}"/>
                </a:ext>
              </a:extLst>
            </p:cNvPr>
            <p:cNvPicPr/>
            <p:nvPr/>
          </p:nvPicPr>
          <p:blipFill>
            <a:blip r:embed="rId75" cstate="print"/>
            <a:stretch>
              <a:fillRect/>
            </a:stretch>
          </p:blipFill>
          <p:spPr>
            <a:xfrm>
              <a:off x="816864" y="2950463"/>
              <a:ext cx="85344" cy="12191"/>
            </a:xfrm>
            <a:prstGeom prst="rect">
              <a:avLst/>
            </a:prstGeom>
          </p:spPr>
        </p:pic>
        <p:sp>
          <p:nvSpPr>
            <p:cNvPr id="117" name="object 118">
              <a:extLst>
                <a:ext uri="{FF2B5EF4-FFF2-40B4-BE49-F238E27FC236}">
                  <a16:creationId xmlns:a16="http://schemas.microsoft.com/office/drawing/2014/main" id="{BA6D2796-3D46-48CB-AAB6-551FC744252C}"/>
                </a:ext>
              </a:extLst>
            </p:cNvPr>
            <p:cNvSpPr/>
            <p:nvPr/>
          </p:nvSpPr>
          <p:spPr>
            <a:xfrm>
              <a:off x="1780032" y="2956559"/>
              <a:ext cx="12700" cy="0"/>
            </a:xfrm>
            <a:custGeom>
              <a:avLst/>
              <a:gdLst/>
              <a:ahLst/>
              <a:cxnLst/>
              <a:rect l="l" t="t" r="r" b="b"/>
              <a:pathLst>
                <a:path w="12700">
                  <a:moveTo>
                    <a:pt x="0" y="0"/>
                  </a:moveTo>
                  <a:lnTo>
                    <a:pt x="12191" y="0"/>
                  </a:lnTo>
                </a:path>
              </a:pathLst>
            </a:custGeom>
            <a:ln w="12191">
              <a:solidFill>
                <a:srgbClr val="D0D0D0"/>
              </a:solidFill>
            </a:ln>
          </p:spPr>
          <p:txBody>
            <a:bodyPr wrap="square" lIns="0" tIns="0" rIns="0" bIns="0" rtlCol="0"/>
            <a:lstStyle/>
            <a:p>
              <a:endParaRPr/>
            </a:p>
          </p:txBody>
        </p:sp>
        <p:pic>
          <p:nvPicPr>
            <p:cNvPr id="118" name="object 119">
              <a:extLst>
                <a:ext uri="{FF2B5EF4-FFF2-40B4-BE49-F238E27FC236}">
                  <a16:creationId xmlns:a16="http://schemas.microsoft.com/office/drawing/2014/main" id="{F4EB5818-B4C6-4505-9C18-9487336523A2}"/>
                </a:ext>
              </a:extLst>
            </p:cNvPr>
            <p:cNvPicPr/>
            <p:nvPr/>
          </p:nvPicPr>
          <p:blipFill>
            <a:blip r:embed="rId76" cstate="print"/>
            <a:stretch>
              <a:fillRect/>
            </a:stretch>
          </p:blipFill>
          <p:spPr>
            <a:xfrm>
              <a:off x="4888992" y="2938271"/>
              <a:ext cx="24383" cy="24383"/>
            </a:xfrm>
            <a:prstGeom prst="rect">
              <a:avLst/>
            </a:prstGeom>
          </p:spPr>
        </p:pic>
        <p:sp>
          <p:nvSpPr>
            <p:cNvPr id="119" name="object 120">
              <a:extLst>
                <a:ext uri="{FF2B5EF4-FFF2-40B4-BE49-F238E27FC236}">
                  <a16:creationId xmlns:a16="http://schemas.microsoft.com/office/drawing/2014/main" id="{EF48DD30-1EE1-4608-901F-CF76FCD75C48}"/>
                </a:ext>
              </a:extLst>
            </p:cNvPr>
            <p:cNvSpPr/>
            <p:nvPr/>
          </p:nvSpPr>
          <p:spPr>
            <a:xfrm>
              <a:off x="2231136" y="2950463"/>
              <a:ext cx="134620" cy="12700"/>
            </a:xfrm>
            <a:custGeom>
              <a:avLst/>
              <a:gdLst/>
              <a:ahLst/>
              <a:cxnLst/>
              <a:rect l="l" t="t" r="r" b="b"/>
              <a:pathLst>
                <a:path w="134619" h="12700">
                  <a:moveTo>
                    <a:pt x="12192" y="0"/>
                  </a:moveTo>
                  <a:lnTo>
                    <a:pt x="0" y="0"/>
                  </a:lnTo>
                  <a:lnTo>
                    <a:pt x="0" y="12192"/>
                  </a:lnTo>
                  <a:lnTo>
                    <a:pt x="12192" y="12192"/>
                  </a:lnTo>
                  <a:lnTo>
                    <a:pt x="12192" y="0"/>
                  </a:lnTo>
                  <a:close/>
                </a:path>
                <a:path w="134619" h="12700">
                  <a:moveTo>
                    <a:pt x="134099" y="0"/>
                  </a:moveTo>
                  <a:lnTo>
                    <a:pt x="121907" y="0"/>
                  </a:lnTo>
                  <a:lnTo>
                    <a:pt x="121907" y="12192"/>
                  </a:lnTo>
                  <a:lnTo>
                    <a:pt x="134099" y="12192"/>
                  </a:lnTo>
                  <a:lnTo>
                    <a:pt x="134099" y="0"/>
                  </a:lnTo>
                  <a:close/>
                </a:path>
              </a:pathLst>
            </a:custGeom>
            <a:solidFill>
              <a:srgbClr val="D0D0D0"/>
            </a:solidFill>
          </p:spPr>
          <p:txBody>
            <a:bodyPr wrap="square" lIns="0" tIns="0" rIns="0" bIns="0" rtlCol="0"/>
            <a:lstStyle/>
            <a:p>
              <a:endParaRPr/>
            </a:p>
          </p:txBody>
        </p:sp>
        <p:pic>
          <p:nvPicPr>
            <p:cNvPr id="120" name="object 121">
              <a:extLst>
                <a:ext uri="{FF2B5EF4-FFF2-40B4-BE49-F238E27FC236}">
                  <a16:creationId xmlns:a16="http://schemas.microsoft.com/office/drawing/2014/main" id="{99F6FEC9-18A0-470C-B98E-07377B21C418}"/>
                </a:ext>
              </a:extLst>
            </p:cNvPr>
            <p:cNvPicPr/>
            <p:nvPr/>
          </p:nvPicPr>
          <p:blipFill>
            <a:blip r:embed="rId77" cstate="print"/>
            <a:stretch>
              <a:fillRect/>
            </a:stretch>
          </p:blipFill>
          <p:spPr>
            <a:xfrm>
              <a:off x="3182111" y="2950463"/>
              <a:ext cx="60960" cy="12191"/>
            </a:xfrm>
            <a:prstGeom prst="rect">
              <a:avLst/>
            </a:prstGeom>
          </p:spPr>
        </p:pic>
        <p:pic>
          <p:nvPicPr>
            <p:cNvPr id="121" name="object 122">
              <a:extLst>
                <a:ext uri="{FF2B5EF4-FFF2-40B4-BE49-F238E27FC236}">
                  <a16:creationId xmlns:a16="http://schemas.microsoft.com/office/drawing/2014/main" id="{D7C4C7A7-60F3-4851-98E9-CA8D1F70C395}"/>
                </a:ext>
              </a:extLst>
            </p:cNvPr>
            <p:cNvPicPr/>
            <p:nvPr/>
          </p:nvPicPr>
          <p:blipFill>
            <a:blip r:embed="rId78" cstate="print"/>
            <a:stretch>
              <a:fillRect/>
            </a:stretch>
          </p:blipFill>
          <p:spPr>
            <a:xfrm>
              <a:off x="3267455" y="2950463"/>
              <a:ext cx="73151" cy="12191"/>
            </a:xfrm>
            <a:prstGeom prst="rect">
              <a:avLst/>
            </a:prstGeom>
          </p:spPr>
        </p:pic>
        <p:pic>
          <p:nvPicPr>
            <p:cNvPr id="122" name="object 123">
              <a:extLst>
                <a:ext uri="{FF2B5EF4-FFF2-40B4-BE49-F238E27FC236}">
                  <a16:creationId xmlns:a16="http://schemas.microsoft.com/office/drawing/2014/main" id="{6F675BED-B483-4AD2-BF0A-7F9F3FDEB6B9}"/>
                </a:ext>
              </a:extLst>
            </p:cNvPr>
            <p:cNvPicPr/>
            <p:nvPr/>
          </p:nvPicPr>
          <p:blipFill>
            <a:blip r:embed="rId79" cstate="print"/>
            <a:stretch>
              <a:fillRect/>
            </a:stretch>
          </p:blipFill>
          <p:spPr>
            <a:xfrm>
              <a:off x="2036064" y="2950463"/>
              <a:ext cx="85343" cy="24384"/>
            </a:xfrm>
            <a:prstGeom prst="rect">
              <a:avLst/>
            </a:prstGeom>
          </p:spPr>
        </p:pic>
        <p:pic>
          <p:nvPicPr>
            <p:cNvPr id="123" name="object 124">
              <a:extLst>
                <a:ext uri="{FF2B5EF4-FFF2-40B4-BE49-F238E27FC236}">
                  <a16:creationId xmlns:a16="http://schemas.microsoft.com/office/drawing/2014/main" id="{EECE8EF7-49E0-4DA6-9ED6-C0CD5E4834BE}"/>
                </a:ext>
              </a:extLst>
            </p:cNvPr>
            <p:cNvPicPr/>
            <p:nvPr/>
          </p:nvPicPr>
          <p:blipFill>
            <a:blip r:embed="rId80" cstate="print"/>
            <a:stretch>
              <a:fillRect/>
            </a:stretch>
          </p:blipFill>
          <p:spPr>
            <a:xfrm>
              <a:off x="3364991" y="2950463"/>
              <a:ext cx="97536" cy="12191"/>
            </a:xfrm>
            <a:prstGeom prst="rect">
              <a:avLst/>
            </a:prstGeom>
          </p:spPr>
        </p:pic>
        <p:pic>
          <p:nvPicPr>
            <p:cNvPr id="124" name="object 125">
              <a:extLst>
                <a:ext uri="{FF2B5EF4-FFF2-40B4-BE49-F238E27FC236}">
                  <a16:creationId xmlns:a16="http://schemas.microsoft.com/office/drawing/2014/main" id="{68023D57-4F50-4850-9340-6B19E97D16F7}"/>
                </a:ext>
              </a:extLst>
            </p:cNvPr>
            <p:cNvPicPr/>
            <p:nvPr/>
          </p:nvPicPr>
          <p:blipFill>
            <a:blip r:embed="rId81" cstate="print"/>
            <a:stretch>
              <a:fillRect/>
            </a:stretch>
          </p:blipFill>
          <p:spPr>
            <a:xfrm>
              <a:off x="3718559" y="2950463"/>
              <a:ext cx="146304" cy="12191"/>
            </a:xfrm>
            <a:prstGeom prst="rect">
              <a:avLst/>
            </a:prstGeom>
          </p:spPr>
        </p:pic>
        <p:pic>
          <p:nvPicPr>
            <p:cNvPr id="125" name="object 126">
              <a:extLst>
                <a:ext uri="{FF2B5EF4-FFF2-40B4-BE49-F238E27FC236}">
                  <a16:creationId xmlns:a16="http://schemas.microsoft.com/office/drawing/2014/main" id="{58F7F2CB-1D5E-4BBD-A944-CAB1EAD42083}"/>
                </a:ext>
              </a:extLst>
            </p:cNvPr>
            <p:cNvPicPr/>
            <p:nvPr/>
          </p:nvPicPr>
          <p:blipFill>
            <a:blip r:embed="rId82" cstate="print"/>
            <a:stretch>
              <a:fillRect/>
            </a:stretch>
          </p:blipFill>
          <p:spPr>
            <a:xfrm>
              <a:off x="4657344" y="2913887"/>
              <a:ext cx="182880" cy="48767"/>
            </a:xfrm>
            <a:prstGeom prst="rect">
              <a:avLst/>
            </a:prstGeom>
          </p:spPr>
        </p:pic>
        <p:sp>
          <p:nvSpPr>
            <p:cNvPr id="126" name="object 127">
              <a:extLst>
                <a:ext uri="{FF2B5EF4-FFF2-40B4-BE49-F238E27FC236}">
                  <a16:creationId xmlns:a16="http://schemas.microsoft.com/office/drawing/2014/main" id="{EE12DCE8-EDB3-40E2-AB3D-B4751E9BBF62}"/>
                </a:ext>
              </a:extLst>
            </p:cNvPr>
            <p:cNvSpPr/>
            <p:nvPr/>
          </p:nvSpPr>
          <p:spPr>
            <a:xfrm>
              <a:off x="4828032" y="2956559"/>
              <a:ext cx="12700" cy="0"/>
            </a:xfrm>
            <a:custGeom>
              <a:avLst/>
              <a:gdLst/>
              <a:ahLst/>
              <a:cxnLst/>
              <a:rect l="l" t="t" r="r" b="b"/>
              <a:pathLst>
                <a:path w="12700">
                  <a:moveTo>
                    <a:pt x="0" y="0"/>
                  </a:moveTo>
                  <a:lnTo>
                    <a:pt x="12191" y="0"/>
                  </a:lnTo>
                </a:path>
              </a:pathLst>
            </a:custGeom>
            <a:ln w="12191">
              <a:solidFill>
                <a:srgbClr val="D0D0D0"/>
              </a:solidFill>
            </a:ln>
          </p:spPr>
          <p:txBody>
            <a:bodyPr wrap="square" lIns="0" tIns="0" rIns="0" bIns="0" rtlCol="0"/>
            <a:lstStyle/>
            <a:p>
              <a:endParaRPr/>
            </a:p>
          </p:txBody>
        </p:sp>
        <p:pic>
          <p:nvPicPr>
            <p:cNvPr id="127" name="object 128">
              <a:extLst>
                <a:ext uri="{FF2B5EF4-FFF2-40B4-BE49-F238E27FC236}">
                  <a16:creationId xmlns:a16="http://schemas.microsoft.com/office/drawing/2014/main" id="{B7A0FA50-735B-4805-A546-61E7E1E55A40}"/>
                </a:ext>
              </a:extLst>
            </p:cNvPr>
            <p:cNvPicPr/>
            <p:nvPr/>
          </p:nvPicPr>
          <p:blipFill>
            <a:blip r:embed="rId83" cstate="print"/>
            <a:stretch>
              <a:fillRect/>
            </a:stretch>
          </p:blipFill>
          <p:spPr>
            <a:xfrm>
              <a:off x="5157215" y="2938271"/>
              <a:ext cx="73152" cy="24383"/>
            </a:xfrm>
            <a:prstGeom prst="rect">
              <a:avLst/>
            </a:prstGeom>
          </p:spPr>
        </p:pic>
        <p:sp>
          <p:nvSpPr>
            <p:cNvPr id="128" name="object 129">
              <a:extLst>
                <a:ext uri="{FF2B5EF4-FFF2-40B4-BE49-F238E27FC236}">
                  <a16:creationId xmlns:a16="http://schemas.microsoft.com/office/drawing/2014/main" id="{8944F249-6A27-4A51-82B4-B2E3FF3086F6}"/>
                </a:ext>
              </a:extLst>
            </p:cNvPr>
            <p:cNvSpPr/>
            <p:nvPr/>
          </p:nvSpPr>
          <p:spPr>
            <a:xfrm>
              <a:off x="5218176" y="2956559"/>
              <a:ext cx="12700" cy="0"/>
            </a:xfrm>
            <a:custGeom>
              <a:avLst/>
              <a:gdLst/>
              <a:ahLst/>
              <a:cxnLst/>
              <a:rect l="l" t="t" r="r" b="b"/>
              <a:pathLst>
                <a:path w="12700">
                  <a:moveTo>
                    <a:pt x="0" y="0"/>
                  </a:moveTo>
                  <a:lnTo>
                    <a:pt x="12191" y="0"/>
                  </a:lnTo>
                </a:path>
              </a:pathLst>
            </a:custGeom>
            <a:ln w="12191">
              <a:solidFill>
                <a:srgbClr val="D0D0D0"/>
              </a:solidFill>
            </a:ln>
          </p:spPr>
          <p:txBody>
            <a:bodyPr wrap="square" lIns="0" tIns="0" rIns="0" bIns="0" rtlCol="0"/>
            <a:lstStyle/>
            <a:p>
              <a:endParaRPr/>
            </a:p>
          </p:txBody>
        </p:sp>
        <p:pic>
          <p:nvPicPr>
            <p:cNvPr id="129" name="object 130">
              <a:extLst>
                <a:ext uri="{FF2B5EF4-FFF2-40B4-BE49-F238E27FC236}">
                  <a16:creationId xmlns:a16="http://schemas.microsoft.com/office/drawing/2014/main" id="{12608DDB-7860-4BFD-9486-826D52F56C33}"/>
                </a:ext>
              </a:extLst>
            </p:cNvPr>
            <p:cNvPicPr/>
            <p:nvPr/>
          </p:nvPicPr>
          <p:blipFill>
            <a:blip r:embed="rId84" cstate="print"/>
            <a:stretch>
              <a:fillRect/>
            </a:stretch>
          </p:blipFill>
          <p:spPr>
            <a:xfrm>
              <a:off x="5023104" y="2950463"/>
              <a:ext cx="85344" cy="24384"/>
            </a:xfrm>
            <a:prstGeom prst="rect">
              <a:avLst/>
            </a:prstGeom>
          </p:spPr>
        </p:pic>
        <p:pic>
          <p:nvPicPr>
            <p:cNvPr id="130" name="object 131">
              <a:extLst>
                <a:ext uri="{FF2B5EF4-FFF2-40B4-BE49-F238E27FC236}">
                  <a16:creationId xmlns:a16="http://schemas.microsoft.com/office/drawing/2014/main" id="{992D8CBA-7467-4B75-876C-D193E2F6BB7C}"/>
                </a:ext>
              </a:extLst>
            </p:cNvPr>
            <p:cNvPicPr/>
            <p:nvPr/>
          </p:nvPicPr>
          <p:blipFill>
            <a:blip r:embed="rId85" cstate="print"/>
            <a:stretch>
              <a:fillRect/>
            </a:stretch>
          </p:blipFill>
          <p:spPr>
            <a:xfrm>
              <a:off x="2523743" y="2950463"/>
              <a:ext cx="24384" cy="24384"/>
            </a:xfrm>
            <a:prstGeom prst="rect">
              <a:avLst/>
            </a:prstGeom>
          </p:spPr>
        </p:pic>
        <p:pic>
          <p:nvPicPr>
            <p:cNvPr id="131" name="object 132">
              <a:extLst>
                <a:ext uri="{FF2B5EF4-FFF2-40B4-BE49-F238E27FC236}">
                  <a16:creationId xmlns:a16="http://schemas.microsoft.com/office/drawing/2014/main" id="{07D13C07-D396-4403-9AC4-0DF513800FD1}"/>
                </a:ext>
              </a:extLst>
            </p:cNvPr>
            <p:cNvPicPr/>
            <p:nvPr/>
          </p:nvPicPr>
          <p:blipFill>
            <a:blip r:embed="rId86" cstate="print"/>
            <a:stretch>
              <a:fillRect/>
            </a:stretch>
          </p:blipFill>
          <p:spPr>
            <a:xfrm>
              <a:off x="3523487" y="2950463"/>
              <a:ext cx="24383" cy="24384"/>
            </a:xfrm>
            <a:prstGeom prst="rect">
              <a:avLst/>
            </a:prstGeom>
          </p:spPr>
        </p:pic>
        <p:pic>
          <p:nvPicPr>
            <p:cNvPr id="132" name="object 133">
              <a:extLst>
                <a:ext uri="{FF2B5EF4-FFF2-40B4-BE49-F238E27FC236}">
                  <a16:creationId xmlns:a16="http://schemas.microsoft.com/office/drawing/2014/main" id="{BF6E4805-5168-49E8-8F95-F5194916433F}"/>
                </a:ext>
              </a:extLst>
            </p:cNvPr>
            <p:cNvPicPr/>
            <p:nvPr/>
          </p:nvPicPr>
          <p:blipFill>
            <a:blip r:embed="rId85" cstate="print"/>
            <a:stretch>
              <a:fillRect/>
            </a:stretch>
          </p:blipFill>
          <p:spPr>
            <a:xfrm>
              <a:off x="4011168" y="2950463"/>
              <a:ext cx="24383" cy="24384"/>
            </a:xfrm>
            <a:prstGeom prst="rect">
              <a:avLst/>
            </a:prstGeom>
          </p:spPr>
        </p:pic>
        <p:pic>
          <p:nvPicPr>
            <p:cNvPr id="133" name="object 134">
              <a:extLst>
                <a:ext uri="{FF2B5EF4-FFF2-40B4-BE49-F238E27FC236}">
                  <a16:creationId xmlns:a16="http://schemas.microsoft.com/office/drawing/2014/main" id="{84B22710-C79E-4BD5-8ACE-F238B87E6FA4}"/>
                </a:ext>
              </a:extLst>
            </p:cNvPr>
            <p:cNvPicPr/>
            <p:nvPr/>
          </p:nvPicPr>
          <p:blipFill>
            <a:blip r:embed="rId85" cstate="print"/>
            <a:stretch>
              <a:fillRect/>
            </a:stretch>
          </p:blipFill>
          <p:spPr>
            <a:xfrm>
              <a:off x="5510784" y="2950463"/>
              <a:ext cx="24383" cy="24384"/>
            </a:xfrm>
            <a:prstGeom prst="rect">
              <a:avLst/>
            </a:prstGeom>
          </p:spPr>
        </p:pic>
        <p:sp>
          <p:nvSpPr>
            <p:cNvPr id="134" name="object 135">
              <a:extLst>
                <a:ext uri="{FF2B5EF4-FFF2-40B4-BE49-F238E27FC236}">
                  <a16:creationId xmlns:a16="http://schemas.microsoft.com/office/drawing/2014/main" id="{ED011A2B-6DDC-4AE8-AEBD-46F609DAC97E}"/>
                </a:ext>
              </a:extLst>
            </p:cNvPr>
            <p:cNvSpPr/>
            <p:nvPr/>
          </p:nvSpPr>
          <p:spPr>
            <a:xfrm>
              <a:off x="2048256" y="2980943"/>
              <a:ext cx="3474720" cy="0"/>
            </a:xfrm>
            <a:custGeom>
              <a:avLst/>
              <a:gdLst/>
              <a:ahLst/>
              <a:cxnLst/>
              <a:rect l="l" t="t" r="r" b="b"/>
              <a:pathLst>
                <a:path w="3474720">
                  <a:moveTo>
                    <a:pt x="0" y="0"/>
                  </a:moveTo>
                  <a:lnTo>
                    <a:pt x="12191" y="0"/>
                  </a:lnTo>
                </a:path>
                <a:path w="3474720">
                  <a:moveTo>
                    <a:pt x="475488" y="0"/>
                  </a:moveTo>
                  <a:lnTo>
                    <a:pt x="487680" y="0"/>
                  </a:lnTo>
                </a:path>
                <a:path w="3474720">
                  <a:moveTo>
                    <a:pt x="1487423" y="0"/>
                  </a:moveTo>
                  <a:lnTo>
                    <a:pt x="1499615" y="0"/>
                  </a:lnTo>
                </a:path>
                <a:path w="3474720">
                  <a:moveTo>
                    <a:pt x="1962911" y="0"/>
                  </a:moveTo>
                  <a:lnTo>
                    <a:pt x="1975103" y="0"/>
                  </a:lnTo>
                </a:path>
                <a:path w="3474720">
                  <a:moveTo>
                    <a:pt x="2987040" y="0"/>
                  </a:moveTo>
                  <a:lnTo>
                    <a:pt x="2999232" y="0"/>
                  </a:lnTo>
                </a:path>
                <a:path w="3474720">
                  <a:moveTo>
                    <a:pt x="3462528" y="0"/>
                  </a:moveTo>
                  <a:lnTo>
                    <a:pt x="3474720" y="0"/>
                  </a:lnTo>
                </a:path>
              </a:pathLst>
            </a:custGeom>
            <a:ln w="12191">
              <a:solidFill>
                <a:srgbClr val="E0E0E0"/>
              </a:solidFill>
            </a:ln>
          </p:spPr>
          <p:txBody>
            <a:bodyPr wrap="square" lIns="0" tIns="0" rIns="0" bIns="0" rtlCol="0"/>
            <a:lstStyle/>
            <a:p>
              <a:endParaRPr/>
            </a:p>
          </p:txBody>
        </p:sp>
        <p:pic>
          <p:nvPicPr>
            <p:cNvPr id="135" name="object 136">
              <a:extLst>
                <a:ext uri="{FF2B5EF4-FFF2-40B4-BE49-F238E27FC236}">
                  <a16:creationId xmlns:a16="http://schemas.microsoft.com/office/drawing/2014/main" id="{22BCB023-FD7B-434E-B865-4EA54492BA5B}"/>
                </a:ext>
              </a:extLst>
            </p:cNvPr>
            <p:cNvPicPr/>
            <p:nvPr/>
          </p:nvPicPr>
          <p:blipFill>
            <a:blip r:embed="rId87" cstate="print"/>
            <a:stretch>
              <a:fillRect/>
            </a:stretch>
          </p:blipFill>
          <p:spPr>
            <a:xfrm>
              <a:off x="646176" y="3047999"/>
              <a:ext cx="5451347" cy="304800"/>
            </a:xfrm>
            <a:prstGeom prst="rect">
              <a:avLst/>
            </a:prstGeom>
          </p:spPr>
        </p:pic>
        <p:sp>
          <p:nvSpPr>
            <p:cNvPr id="136" name="object 137">
              <a:extLst>
                <a:ext uri="{FF2B5EF4-FFF2-40B4-BE49-F238E27FC236}">
                  <a16:creationId xmlns:a16="http://schemas.microsoft.com/office/drawing/2014/main" id="{D80CF95B-C26B-42EA-A82B-186200C262D9}"/>
                </a:ext>
              </a:extLst>
            </p:cNvPr>
            <p:cNvSpPr/>
            <p:nvPr/>
          </p:nvSpPr>
          <p:spPr>
            <a:xfrm>
              <a:off x="646176" y="3340607"/>
              <a:ext cx="24765" cy="109855"/>
            </a:xfrm>
            <a:custGeom>
              <a:avLst/>
              <a:gdLst/>
              <a:ahLst/>
              <a:cxnLst/>
              <a:rect l="l" t="t" r="r" b="b"/>
              <a:pathLst>
                <a:path w="24765" h="109854">
                  <a:moveTo>
                    <a:pt x="24384" y="0"/>
                  </a:moveTo>
                  <a:lnTo>
                    <a:pt x="0" y="0"/>
                  </a:lnTo>
                  <a:lnTo>
                    <a:pt x="0" y="12192"/>
                  </a:lnTo>
                  <a:lnTo>
                    <a:pt x="0" y="24384"/>
                  </a:lnTo>
                  <a:lnTo>
                    <a:pt x="0" y="109728"/>
                  </a:lnTo>
                  <a:lnTo>
                    <a:pt x="24384" y="109728"/>
                  </a:lnTo>
                  <a:lnTo>
                    <a:pt x="24384" y="12192"/>
                  </a:lnTo>
                  <a:lnTo>
                    <a:pt x="24384" y="0"/>
                  </a:lnTo>
                  <a:close/>
                </a:path>
              </a:pathLst>
            </a:custGeom>
            <a:solidFill>
              <a:srgbClr val="7F7F7F"/>
            </a:solidFill>
          </p:spPr>
          <p:txBody>
            <a:bodyPr wrap="square" lIns="0" tIns="0" rIns="0" bIns="0" rtlCol="0"/>
            <a:lstStyle/>
            <a:p>
              <a:endParaRPr/>
            </a:p>
          </p:txBody>
        </p:sp>
        <p:sp>
          <p:nvSpPr>
            <p:cNvPr id="137" name="object 138">
              <a:extLst>
                <a:ext uri="{FF2B5EF4-FFF2-40B4-BE49-F238E27FC236}">
                  <a16:creationId xmlns:a16="http://schemas.microsoft.com/office/drawing/2014/main" id="{DA8F5268-0C3C-490E-803D-ADAE12EA5F59}"/>
                </a:ext>
              </a:extLst>
            </p:cNvPr>
            <p:cNvSpPr/>
            <p:nvPr/>
          </p:nvSpPr>
          <p:spPr>
            <a:xfrm>
              <a:off x="2462784" y="3444239"/>
              <a:ext cx="12700" cy="0"/>
            </a:xfrm>
            <a:custGeom>
              <a:avLst/>
              <a:gdLst/>
              <a:ahLst/>
              <a:cxnLst/>
              <a:rect l="l" t="t" r="r" b="b"/>
              <a:pathLst>
                <a:path w="12700">
                  <a:moveTo>
                    <a:pt x="0" y="0"/>
                  </a:moveTo>
                  <a:lnTo>
                    <a:pt x="12191" y="0"/>
                  </a:lnTo>
                </a:path>
              </a:pathLst>
            </a:custGeom>
            <a:ln w="12191">
              <a:solidFill>
                <a:srgbClr val="C0C1C1"/>
              </a:solidFill>
            </a:ln>
          </p:spPr>
          <p:txBody>
            <a:bodyPr wrap="square" lIns="0" tIns="0" rIns="0" bIns="0" rtlCol="0"/>
            <a:lstStyle/>
            <a:p>
              <a:endParaRPr/>
            </a:p>
          </p:txBody>
        </p:sp>
        <p:pic>
          <p:nvPicPr>
            <p:cNvPr id="138" name="object 139">
              <a:extLst>
                <a:ext uri="{FF2B5EF4-FFF2-40B4-BE49-F238E27FC236}">
                  <a16:creationId xmlns:a16="http://schemas.microsoft.com/office/drawing/2014/main" id="{DA0B8E97-AA4C-4080-B01F-D13E463A6116}"/>
                </a:ext>
              </a:extLst>
            </p:cNvPr>
            <p:cNvPicPr/>
            <p:nvPr/>
          </p:nvPicPr>
          <p:blipFill>
            <a:blip r:embed="rId88" cstate="print"/>
            <a:stretch>
              <a:fillRect/>
            </a:stretch>
          </p:blipFill>
          <p:spPr>
            <a:xfrm>
              <a:off x="743712" y="3438143"/>
              <a:ext cx="73151" cy="36576"/>
            </a:xfrm>
            <a:prstGeom prst="rect">
              <a:avLst/>
            </a:prstGeom>
          </p:spPr>
        </p:pic>
        <p:sp>
          <p:nvSpPr>
            <p:cNvPr id="139" name="object 140">
              <a:extLst>
                <a:ext uri="{FF2B5EF4-FFF2-40B4-BE49-F238E27FC236}">
                  <a16:creationId xmlns:a16="http://schemas.microsoft.com/office/drawing/2014/main" id="{3C860D09-4053-41F3-AE37-57CF57A34DCD}"/>
                </a:ext>
              </a:extLst>
            </p:cNvPr>
            <p:cNvSpPr/>
            <p:nvPr/>
          </p:nvSpPr>
          <p:spPr>
            <a:xfrm>
              <a:off x="646176" y="3450335"/>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pic>
          <p:nvPicPr>
            <p:cNvPr id="140" name="object 141">
              <a:extLst>
                <a:ext uri="{FF2B5EF4-FFF2-40B4-BE49-F238E27FC236}">
                  <a16:creationId xmlns:a16="http://schemas.microsoft.com/office/drawing/2014/main" id="{7D2AFE0C-F3C3-4BDC-9B6E-EC3079F6DD3D}"/>
                </a:ext>
              </a:extLst>
            </p:cNvPr>
            <p:cNvPicPr/>
            <p:nvPr/>
          </p:nvPicPr>
          <p:blipFill>
            <a:blip r:embed="rId89" cstate="print"/>
            <a:stretch>
              <a:fillRect/>
            </a:stretch>
          </p:blipFill>
          <p:spPr>
            <a:xfrm>
              <a:off x="1706880" y="3438143"/>
              <a:ext cx="390143" cy="36576"/>
            </a:xfrm>
            <a:prstGeom prst="rect">
              <a:avLst/>
            </a:prstGeom>
          </p:spPr>
        </p:pic>
        <p:pic>
          <p:nvPicPr>
            <p:cNvPr id="141" name="object 142">
              <a:extLst>
                <a:ext uri="{FF2B5EF4-FFF2-40B4-BE49-F238E27FC236}">
                  <a16:creationId xmlns:a16="http://schemas.microsoft.com/office/drawing/2014/main" id="{20E5ACF7-EB93-4D76-884C-684618AA94D1}"/>
                </a:ext>
              </a:extLst>
            </p:cNvPr>
            <p:cNvPicPr/>
            <p:nvPr/>
          </p:nvPicPr>
          <p:blipFill>
            <a:blip r:embed="rId90" cstate="print"/>
            <a:stretch>
              <a:fillRect/>
            </a:stretch>
          </p:blipFill>
          <p:spPr>
            <a:xfrm>
              <a:off x="3584447" y="3438143"/>
              <a:ext cx="390144" cy="36576"/>
            </a:xfrm>
            <a:prstGeom prst="rect">
              <a:avLst/>
            </a:prstGeom>
          </p:spPr>
        </p:pic>
        <p:pic>
          <p:nvPicPr>
            <p:cNvPr id="142" name="object 143">
              <a:extLst>
                <a:ext uri="{FF2B5EF4-FFF2-40B4-BE49-F238E27FC236}">
                  <a16:creationId xmlns:a16="http://schemas.microsoft.com/office/drawing/2014/main" id="{188F3363-ABA2-4132-872D-6A5EFB7BE0C5}"/>
                </a:ext>
              </a:extLst>
            </p:cNvPr>
            <p:cNvPicPr/>
            <p:nvPr/>
          </p:nvPicPr>
          <p:blipFill>
            <a:blip r:embed="rId91" cstate="print"/>
            <a:stretch>
              <a:fillRect/>
            </a:stretch>
          </p:blipFill>
          <p:spPr>
            <a:xfrm>
              <a:off x="2157984" y="3438143"/>
              <a:ext cx="329184" cy="36576"/>
            </a:xfrm>
            <a:prstGeom prst="rect">
              <a:avLst/>
            </a:prstGeom>
          </p:spPr>
        </p:pic>
        <p:sp>
          <p:nvSpPr>
            <p:cNvPr id="143" name="object 144">
              <a:extLst>
                <a:ext uri="{FF2B5EF4-FFF2-40B4-BE49-F238E27FC236}">
                  <a16:creationId xmlns:a16="http://schemas.microsoft.com/office/drawing/2014/main" id="{C3CABFEA-97CA-4EF5-A144-DB3A6B3EA968}"/>
                </a:ext>
              </a:extLst>
            </p:cNvPr>
            <p:cNvSpPr/>
            <p:nvPr/>
          </p:nvSpPr>
          <p:spPr>
            <a:xfrm>
              <a:off x="646176" y="3462527"/>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pic>
          <p:nvPicPr>
            <p:cNvPr id="144" name="object 145">
              <a:extLst>
                <a:ext uri="{FF2B5EF4-FFF2-40B4-BE49-F238E27FC236}">
                  <a16:creationId xmlns:a16="http://schemas.microsoft.com/office/drawing/2014/main" id="{60FD2172-CCDB-491C-AF23-69E87A30B679}"/>
                </a:ext>
              </a:extLst>
            </p:cNvPr>
            <p:cNvPicPr/>
            <p:nvPr/>
          </p:nvPicPr>
          <p:blipFill>
            <a:blip r:embed="rId92" cstate="print"/>
            <a:stretch>
              <a:fillRect/>
            </a:stretch>
          </p:blipFill>
          <p:spPr>
            <a:xfrm>
              <a:off x="3182111" y="3438143"/>
              <a:ext cx="341375" cy="48768"/>
            </a:xfrm>
            <a:prstGeom prst="rect">
              <a:avLst/>
            </a:prstGeom>
          </p:spPr>
        </p:pic>
        <p:pic>
          <p:nvPicPr>
            <p:cNvPr id="145" name="object 146">
              <a:extLst>
                <a:ext uri="{FF2B5EF4-FFF2-40B4-BE49-F238E27FC236}">
                  <a16:creationId xmlns:a16="http://schemas.microsoft.com/office/drawing/2014/main" id="{009B857C-A389-48EC-9C44-84176ACB6A20}"/>
                </a:ext>
              </a:extLst>
            </p:cNvPr>
            <p:cNvPicPr/>
            <p:nvPr/>
          </p:nvPicPr>
          <p:blipFill>
            <a:blip r:embed="rId93" cstate="print"/>
            <a:stretch>
              <a:fillRect/>
            </a:stretch>
          </p:blipFill>
          <p:spPr>
            <a:xfrm>
              <a:off x="4730496" y="3438143"/>
              <a:ext cx="231647" cy="48768"/>
            </a:xfrm>
            <a:prstGeom prst="rect">
              <a:avLst/>
            </a:prstGeom>
          </p:spPr>
        </p:pic>
        <p:pic>
          <p:nvPicPr>
            <p:cNvPr id="146" name="object 147">
              <a:extLst>
                <a:ext uri="{FF2B5EF4-FFF2-40B4-BE49-F238E27FC236}">
                  <a16:creationId xmlns:a16="http://schemas.microsoft.com/office/drawing/2014/main" id="{7E077CD3-C75F-41A3-B2A6-1A6AEB6F3BF1}"/>
                </a:ext>
              </a:extLst>
            </p:cNvPr>
            <p:cNvPicPr/>
            <p:nvPr/>
          </p:nvPicPr>
          <p:blipFill>
            <a:blip r:embed="rId94" cstate="print"/>
            <a:stretch>
              <a:fillRect/>
            </a:stretch>
          </p:blipFill>
          <p:spPr>
            <a:xfrm>
              <a:off x="4632959" y="3438143"/>
              <a:ext cx="60960" cy="60959"/>
            </a:xfrm>
            <a:prstGeom prst="rect">
              <a:avLst/>
            </a:prstGeom>
          </p:spPr>
        </p:pic>
        <p:pic>
          <p:nvPicPr>
            <p:cNvPr id="147" name="object 148">
              <a:extLst>
                <a:ext uri="{FF2B5EF4-FFF2-40B4-BE49-F238E27FC236}">
                  <a16:creationId xmlns:a16="http://schemas.microsoft.com/office/drawing/2014/main" id="{8791ABE0-8569-4BF9-B066-934906D028EC}"/>
                </a:ext>
              </a:extLst>
            </p:cNvPr>
            <p:cNvPicPr/>
            <p:nvPr/>
          </p:nvPicPr>
          <p:blipFill>
            <a:blip r:embed="rId95" cstate="print"/>
            <a:stretch>
              <a:fillRect/>
            </a:stretch>
          </p:blipFill>
          <p:spPr>
            <a:xfrm>
              <a:off x="5120640" y="3438143"/>
              <a:ext cx="304799" cy="48768"/>
            </a:xfrm>
            <a:prstGeom prst="rect">
              <a:avLst/>
            </a:prstGeom>
          </p:spPr>
        </p:pic>
        <p:pic>
          <p:nvPicPr>
            <p:cNvPr id="148" name="object 149">
              <a:extLst>
                <a:ext uri="{FF2B5EF4-FFF2-40B4-BE49-F238E27FC236}">
                  <a16:creationId xmlns:a16="http://schemas.microsoft.com/office/drawing/2014/main" id="{CB28C969-9ECB-4B4D-A441-960DC941F1B9}"/>
                </a:ext>
              </a:extLst>
            </p:cNvPr>
            <p:cNvPicPr/>
            <p:nvPr/>
          </p:nvPicPr>
          <p:blipFill>
            <a:blip r:embed="rId96" cstate="print"/>
            <a:stretch>
              <a:fillRect/>
            </a:stretch>
          </p:blipFill>
          <p:spPr>
            <a:xfrm>
              <a:off x="4925568" y="3438143"/>
              <a:ext cx="158495" cy="48768"/>
            </a:xfrm>
            <a:prstGeom prst="rect">
              <a:avLst/>
            </a:prstGeom>
          </p:spPr>
        </p:pic>
        <p:sp>
          <p:nvSpPr>
            <p:cNvPr id="149" name="object 150">
              <a:extLst>
                <a:ext uri="{FF2B5EF4-FFF2-40B4-BE49-F238E27FC236}">
                  <a16:creationId xmlns:a16="http://schemas.microsoft.com/office/drawing/2014/main" id="{6C04AE75-9970-4EF8-AF7A-A23D41E0E35A}"/>
                </a:ext>
              </a:extLst>
            </p:cNvPr>
            <p:cNvSpPr/>
            <p:nvPr/>
          </p:nvSpPr>
          <p:spPr>
            <a:xfrm>
              <a:off x="646176" y="3474719"/>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pic>
          <p:nvPicPr>
            <p:cNvPr id="150" name="object 151">
              <a:extLst>
                <a:ext uri="{FF2B5EF4-FFF2-40B4-BE49-F238E27FC236}">
                  <a16:creationId xmlns:a16="http://schemas.microsoft.com/office/drawing/2014/main" id="{5EBFF34D-3734-466A-9175-8408BB076155}"/>
                </a:ext>
              </a:extLst>
            </p:cNvPr>
            <p:cNvPicPr/>
            <p:nvPr/>
          </p:nvPicPr>
          <p:blipFill>
            <a:blip r:embed="rId97" cstate="print"/>
            <a:stretch>
              <a:fillRect/>
            </a:stretch>
          </p:blipFill>
          <p:spPr>
            <a:xfrm>
              <a:off x="1731264" y="3474719"/>
              <a:ext cx="97535" cy="24383"/>
            </a:xfrm>
            <a:prstGeom prst="rect">
              <a:avLst/>
            </a:prstGeom>
          </p:spPr>
        </p:pic>
        <p:pic>
          <p:nvPicPr>
            <p:cNvPr id="151" name="object 152">
              <a:extLst>
                <a:ext uri="{FF2B5EF4-FFF2-40B4-BE49-F238E27FC236}">
                  <a16:creationId xmlns:a16="http://schemas.microsoft.com/office/drawing/2014/main" id="{024D5670-8426-4521-A3F1-D50EE1A62786}"/>
                </a:ext>
              </a:extLst>
            </p:cNvPr>
            <p:cNvPicPr/>
            <p:nvPr/>
          </p:nvPicPr>
          <p:blipFill>
            <a:blip r:embed="rId98" cstate="print"/>
            <a:stretch>
              <a:fillRect/>
            </a:stretch>
          </p:blipFill>
          <p:spPr>
            <a:xfrm>
              <a:off x="1877568" y="3462527"/>
              <a:ext cx="243839" cy="36575"/>
            </a:xfrm>
            <a:prstGeom prst="rect">
              <a:avLst/>
            </a:prstGeom>
          </p:spPr>
        </p:pic>
        <p:sp>
          <p:nvSpPr>
            <p:cNvPr id="152" name="object 153">
              <a:extLst>
                <a:ext uri="{FF2B5EF4-FFF2-40B4-BE49-F238E27FC236}">
                  <a16:creationId xmlns:a16="http://schemas.microsoft.com/office/drawing/2014/main" id="{21EFCB67-E0B4-4045-A2B0-D997F9C19755}"/>
                </a:ext>
              </a:extLst>
            </p:cNvPr>
            <p:cNvSpPr/>
            <p:nvPr/>
          </p:nvSpPr>
          <p:spPr>
            <a:xfrm>
              <a:off x="646176" y="3486911"/>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sp>
          <p:nvSpPr>
            <p:cNvPr id="153" name="object 154">
              <a:extLst>
                <a:ext uri="{FF2B5EF4-FFF2-40B4-BE49-F238E27FC236}">
                  <a16:creationId xmlns:a16="http://schemas.microsoft.com/office/drawing/2014/main" id="{72DE397A-D6AE-4676-B140-C1463E85ACD6}"/>
                </a:ext>
              </a:extLst>
            </p:cNvPr>
            <p:cNvSpPr/>
            <p:nvPr/>
          </p:nvSpPr>
          <p:spPr>
            <a:xfrm>
              <a:off x="1731264" y="3493007"/>
              <a:ext cx="12700" cy="0"/>
            </a:xfrm>
            <a:custGeom>
              <a:avLst/>
              <a:gdLst/>
              <a:ahLst/>
              <a:cxnLst/>
              <a:rect l="l" t="t" r="r" b="b"/>
              <a:pathLst>
                <a:path w="12700">
                  <a:moveTo>
                    <a:pt x="0" y="0"/>
                  </a:moveTo>
                  <a:lnTo>
                    <a:pt x="12191" y="0"/>
                  </a:lnTo>
                </a:path>
              </a:pathLst>
            </a:custGeom>
            <a:ln w="12191">
              <a:solidFill>
                <a:srgbClr val="434445"/>
              </a:solidFill>
            </a:ln>
          </p:spPr>
          <p:txBody>
            <a:bodyPr wrap="square" lIns="0" tIns="0" rIns="0" bIns="0" rtlCol="0"/>
            <a:lstStyle/>
            <a:p>
              <a:endParaRPr/>
            </a:p>
          </p:txBody>
        </p:sp>
        <p:pic>
          <p:nvPicPr>
            <p:cNvPr id="154" name="object 155">
              <a:extLst>
                <a:ext uri="{FF2B5EF4-FFF2-40B4-BE49-F238E27FC236}">
                  <a16:creationId xmlns:a16="http://schemas.microsoft.com/office/drawing/2014/main" id="{9A537AA8-891B-4D45-96A3-12CD7EE513CD}"/>
                </a:ext>
              </a:extLst>
            </p:cNvPr>
            <p:cNvPicPr/>
            <p:nvPr/>
          </p:nvPicPr>
          <p:blipFill>
            <a:blip r:embed="rId99" cstate="print"/>
            <a:stretch>
              <a:fillRect/>
            </a:stretch>
          </p:blipFill>
          <p:spPr>
            <a:xfrm>
              <a:off x="3450335" y="3462527"/>
              <a:ext cx="536448" cy="48767"/>
            </a:xfrm>
            <a:prstGeom prst="rect">
              <a:avLst/>
            </a:prstGeom>
          </p:spPr>
        </p:pic>
        <p:pic>
          <p:nvPicPr>
            <p:cNvPr id="155" name="object 156">
              <a:extLst>
                <a:ext uri="{FF2B5EF4-FFF2-40B4-BE49-F238E27FC236}">
                  <a16:creationId xmlns:a16="http://schemas.microsoft.com/office/drawing/2014/main" id="{9C0C0752-1C48-4130-9BEA-1F7CF0684E63}"/>
                </a:ext>
              </a:extLst>
            </p:cNvPr>
            <p:cNvPicPr/>
            <p:nvPr/>
          </p:nvPicPr>
          <p:blipFill>
            <a:blip r:embed="rId100" cstate="print"/>
            <a:stretch>
              <a:fillRect/>
            </a:stretch>
          </p:blipFill>
          <p:spPr>
            <a:xfrm>
              <a:off x="2157984" y="3462527"/>
              <a:ext cx="341376" cy="48767"/>
            </a:xfrm>
            <a:prstGeom prst="rect">
              <a:avLst/>
            </a:prstGeom>
          </p:spPr>
        </p:pic>
        <p:pic>
          <p:nvPicPr>
            <p:cNvPr id="156" name="object 157">
              <a:extLst>
                <a:ext uri="{FF2B5EF4-FFF2-40B4-BE49-F238E27FC236}">
                  <a16:creationId xmlns:a16="http://schemas.microsoft.com/office/drawing/2014/main" id="{C14C357B-19A3-405B-A601-1E8F34DC9B82}"/>
                </a:ext>
              </a:extLst>
            </p:cNvPr>
            <p:cNvPicPr/>
            <p:nvPr/>
          </p:nvPicPr>
          <p:blipFill>
            <a:blip r:embed="rId61" cstate="print"/>
            <a:stretch>
              <a:fillRect/>
            </a:stretch>
          </p:blipFill>
          <p:spPr>
            <a:xfrm>
              <a:off x="6071616" y="3352799"/>
              <a:ext cx="24383" cy="268224"/>
            </a:xfrm>
            <a:prstGeom prst="rect">
              <a:avLst/>
            </a:prstGeom>
          </p:spPr>
        </p:pic>
        <p:sp>
          <p:nvSpPr>
            <p:cNvPr id="157" name="object 158">
              <a:extLst>
                <a:ext uri="{FF2B5EF4-FFF2-40B4-BE49-F238E27FC236}">
                  <a16:creationId xmlns:a16="http://schemas.microsoft.com/office/drawing/2014/main" id="{2E79856B-7701-4CD5-90E3-E6588E24B88A}"/>
                </a:ext>
              </a:extLst>
            </p:cNvPr>
            <p:cNvSpPr/>
            <p:nvPr/>
          </p:nvSpPr>
          <p:spPr>
            <a:xfrm>
              <a:off x="3450335" y="3493007"/>
              <a:ext cx="12700" cy="0"/>
            </a:xfrm>
            <a:custGeom>
              <a:avLst/>
              <a:gdLst/>
              <a:ahLst/>
              <a:cxnLst/>
              <a:rect l="l" t="t" r="r" b="b"/>
              <a:pathLst>
                <a:path w="12700">
                  <a:moveTo>
                    <a:pt x="0" y="0"/>
                  </a:moveTo>
                  <a:lnTo>
                    <a:pt x="12191" y="0"/>
                  </a:lnTo>
                </a:path>
              </a:pathLst>
            </a:custGeom>
            <a:ln w="12191">
              <a:solidFill>
                <a:srgbClr val="434445"/>
              </a:solidFill>
            </a:ln>
          </p:spPr>
          <p:txBody>
            <a:bodyPr wrap="square" lIns="0" tIns="0" rIns="0" bIns="0" rtlCol="0"/>
            <a:lstStyle/>
            <a:p>
              <a:endParaRPr/>
            </a:p>
          </p:txBody>
        </p:sp>
        <p:pic>
          <p:nvPicPr>
            <p:cNvPr id="158" name="object 159">
              <a:extLst>
                <a:ext uri="{FF2B5EF4-FFF2-40B4-BE49-F238E27FC236}">
                  <a16:creationId xmlns:a16="http://schemas.microsoft.com/office/drawing/2014/main" id="{D2E6E906-008D-4DB9-BB83-3F4B0F430A2A}"/>
                </a:ext>
              </a:extLst>
            </p:cNvPr>
            <p:cNvPicPr/>
            <p:nvPr/>
          </p:nvPicPr>
          <p:blipFill>
            <a:blip r:embed="rId101" cstate="print"/>
            <a:stretch>
              <a:fillRect/>
            </a:stretch>
          </p:blipFill>
          <p:spPr>
            <a:xfrm>
              <a:off x="3182111" y="3486911"/>
              <a:ext cx="60959" cy="24383"/>
            </a:xfrm>
            <a:prstGeom prst="rect">
              <a:avLst/>
            </a:prstGeom>
          </p:spPr>
        </p:pic>
        <p:sp>
          <p:nvSpPr>
            <p:cNvPr id="159" name="object 160">
              <a:extLst>
                <a:ext uri="{FF2B5EF4-FFF2-40B4-BE49-F238E27FC236}">
                  <a16:creationId xmlns:a16="http://schemas.microsoft.com/office/drawing/2014/main" id="{2A026FDB-D82D-4F09-ACF1-97339E4CAA26}"/>
                </a:ext>
              </a:extLst>
            </p:cNvPr>
            <p:cNvSpPr/>
            <p:nvPr/>
          </p:nvSpPr>
          <p:spPr>
            <a:xfrm>
              <a:off x="646176" y="3499103"/>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pic>
          <p:nvPicPr>
            <p:cNvPr id="160" name="object 161">
              <a:extLst>
                <a:ext uri="{FF2B5EF4-FFF2-40B4-BE49-F238E27FC236}">
                  <a16:creationId xmlns:a16="http://schemas.microsoft.com/office/drawing/2014/main" id="{BCFD14FB-4109-44F2-B186-A249878AFA7D}"/>
                </a:ext>
              </a:extLst>
            </p:cNvPr>
            <p:cNvPicPr/>
            <p:nvPr/>
          </p:nvPicPr>
          <p:blipFill>
            <a:blip r:embed="rId102" cstate="print"/>
            <a:stretch>
              <a:fillRect/>
            </a:stretch>
          </p:blipFill>
          <p:spPr>
            <a:xfrm>
              <a:off x="743712" y="3462527"/>
              <a:ext cx="146304" cy="73151"/>
            </a:xfrm>
            <a:prstGeom prst="rect">
              <a:avLst/>
            </a:prstGeom>
          </p:spPr>
        </p:pic>
        <p:pic>
          <p:nvPicPr>
            <p:cNvPr id="161" name="object 162">
              <a:extLst>
                <a:ext uri="{FF2B5EF4-FFF2-40B4-BE49-F238E27FC236}">
                  <a16:creationId xmlns:a16="http://schemas.microsoft.com/office/drawing/2014/main" id="{ED578FDD-C125-42DA-95A4-DCA04A940359}"/>
                </a:ext>
              </a:extLst>
            </p:cNvPr>
            <p:cNvPicPr/>
            <p:nvPr/>
          </p:nvPicPr>
          <p:blipFill>
            <a:blip r:embed="rId103" cstate="print"/>
            <a:stretch>
              <a:fillRect/>
            </a:stretch>
          </p:blipFill>
          <p:spPr>
            <a:xfrm>
              <a:off x="3194303" y="3486911"/>
              <a:ext cx="219456" cy="36576"/>
            </a:xfrm>
            <a:prstGeom prst="rect">
              <a:avLst/>
            </a:prstGeom>
          </p:spPr>
        </p:pic>
        <p:pic>
          <p:nvPicPr>
            <p:cNvPr id="162" name="object 163">
              <a:extLst>
                <a:ext uri="{FF2B5EF4-FFF2-40B4-BE49-F238E27FC236}">
                  <a16:creationId xmlns:a16="http://schemas.microsoft.com/office/drawing/2014/main" id="{8ED09BD2-6323-48FA-89AA-B60A40EBE431}"/>
                </a:ext>
              </a:extLst>
            </p:cNvPr>
            <p:cNvPicPr/>
            <p:nvPr/>
          </p:nvPicPr>
          <p:blipFill>
            <a:blip r:embed="rId104" cstate="print"/>
            <a:stretch>
              <a:fillRect/>
            </a:stretch>
          </p:blipFill>
          <p:spPr>
            <a:xfrm>
              <a:off x="1731264" y="3486911"/>
              <a:ext cx="585215" cy="36576"/>
            </a:xfrm>
            <a:prstGeom prst="rect">
              <a:avLst/>
            </a:prstGeom>
          </p:spPr>
        </p:pic>
        <p:pic>
          <p:nvPicPr>
            <p:cNvPr id="163" name="object 164">
              <a:extLst>
                <a:ext uri="{FF2B5EF4-FFF2-40B4-BE49-F238E27FC236}">
                  <a16:creationId xmlns:a16="http://schemas.microsoft.com/office/drawing/2014/main" id="{3FC97C27-424D-404A-A2B2-BDE5F68DD962}"/>
                </a:ext>
              </a:extLst>
            </p:cNvPr>
            <p:cNvPicPr/>
            <p:nvPr/>
          </p:nvPicPr>
          <p:blipFill>
            <a:blip r:embed="rId105" cstate="print"/>
            <a:stretch>
              <a:fillRect/>
            </a:stretch>
          </p:blipFill>
          <p:spPr>
            <a:xfrm>
              <a:off x="4632959" y="3462527"/>
              <a:ext cx="573024" cy="60959"/>
            </a:xfrm>
            <a:prstGeom prst="rect">
              <a:avLst/>
            </a:prstGeom>
          </p:spPr>
        </p:pic>
        <p:sp>
          <p:nvSpPr>
            <p:cNvPr id="164" name="object 165">
              <a:extLst>
                <a:ext uri="{FF2B5EF4-FFF2-40B4-BE49-F238E27FC236}">
                  <a16:creationId xmlns:a16="http://schemas.microsoft.com/office/drawing/2014/main" id="{0E5C1F3E-C657-4356-A36B-D3619D448608}"/>
                </a:ext>
              </a:extLst>
            </p:cNvPr>
            <p:cNvSpPr/>
            <p:nvPr/>
          </p:nvSpPr>
          <p:spPr>
            <a:xfrm>
              <a:off x="646176" y="3511295"/>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pic>
          <p:nvPicPr>
            <p:cNvPr id="165" name="object 166">
              <a:extLst>
                <a:ext uri="{FF2B5EF4-FFF2-40B4-BE49-F238E27FC236}">
                  <a16:creationId xmlns:a16="http://schemas.microsoft.com/office/drawing/2014/main" id="{22261E08-19C2-4366-8BF3-72AC1A248A95}"/>
                </a:ext>
              </a:extLst>
            </p:cNvPr>
            <p:cNvPicPr/>
            <p:nvPr/>
          </p:nvPicPr>
          <p:blipFill>
            <a:blip r:embed="rId106" cstate="print"/>
            <a:stretch>
              <a:fillRect/>
            </a:stretch>
          </p:blipFill>
          <p:spPr>
            <a:xfrm>
              <a:off x="5230368" y="3474719"/>
              <a:ext cx="195072" cy="60959"/>
            </a:xfrm>
            <a:prstGeom prst="rect">
              <a:avLst/>
            </a:prstGeom>
          </p:spPr>
        </p:pic>
        <p:pic>
          <p:nvPicPr>
            <p:cNvPr id="166" name="object 167">
              <a:extLst>
                <a:ext uri="{FF2B5EF4-FFF2-40B4-BE49-F238E27FC236}">
                  <a16:creationId xmlns:a16="http://schemas.microsoft.com/office/drawing/2014/main" id="{CF52C6E3-3B26-4892-BCA3-3936C425E96F}"/>
                </a:ext>
              </a:extLst>
            </p:cNvPr>
            <p:cNvPicPr/>
            <p:nvPr/>
          </p:nvPicPr>
          <p:blipFill>
            <a:blip r:embed="rId107" cstate="print"/>
            <a:stretch>
              <a:fillRect/>
            </a:stretch>
          </p:blipFill>
          <p:spPr>
            <a:xfrm>
              <a:off x="2377440" y="3499103"/>
              <a:ext cx="121919" cy="24384"/>
            </a:xfrm>
            <a:prstGeom prst="rect">
              <a:avLst/>
            </a:prstGeom>
          </p:spPr>
        </p:pic>
        <p:sp>
          <p:nvSpPr>
            <p:cNvPr id="167" name="object 168">
              <a:extLst>
                <a:ext uri="{FF2B5EF4-FFF2-40B4-BE49-F238E27FC236}">
                  <a16:creationId xmlns:a16="http://schemas.microsoft.com/office/drawing/2014/main" id="{042AB906-D8E9-4353-973C-0B0A512C1C32}"/>
                </a:ext>
              </a:extLst>
            </p:cNvPr>
            <p:cNvSpPr/>
            <p:nvPr/>
          </p:nvSpPr>
          <p:spPr>
            <a:xfrm>
              <a:off x="1731264" y="3511295"/>
              <a:ext cx="12700" cy="12700"/>
            </a:xfrm>
            <a:custGeom>
              <a:avLst/>
              <a:gdLst/>
              <a:ahLst/>
              <a:cxnLst/>
              <a:rect l="l" t="t" r="r" b="b"/>
              <a:pathLst>
                <a:path w="12700" h="12700">
                  <a:moveTo>
                    <a:pt x="0" y="12191"/>
                  </a:moveTo>
                  <a:lnTo>
                    <a:pt x="12191" y="12191"/>
                  </a:lnTo>
                  <a:lnTo>
                    <a:pt x="12191" y="0"/>
                  </a:lnTo>
                  <a:lnTo>
                    <a:pt x="0" y="0"/>
                  </a:lnTo>
                  <a:lnTo>
                    <a:pt x="0" y="12191"/>
                  </a:lnTo>
                  <a:close/>
                </a:path>
              </a:pathLst>
            </a:custGeom>
            <a:solidFill>
              <a:srgbClr val="434445"/>
            </a:solidFill>
          </p:spPr>
          <p:txBody>
            <a:bodyPr wrap="square" lIns="0" tIns="0" rIns="0" bIns="0" rtlCol="0"/>
            <a:lstStyle/>
            <a:p>
              <a:endParaRPr/>
            </a:p>
          </p:txBody>
        </p:sp>
        <p:pic>
          <p:nvPicPr>
            <p:cNvPr id="168" name="object 169">
              <a:extLst>
                <a:ext uri="{FF2B5EF4-FFF2-40B4-BE49-F238E27FC236}">
                  <a16:creationId xmlns:a16="http://schemas.microsoft.com/office/drawing/2014/main" id="{F1AB7722-6049-4E5E-8FC4-E2E6D38FBB9F}"/>
                </a:ext>
              </a:extLst>
            </p:cNvPr>
            <p:cNvPicPr/>
            <p:nvPr/>
          </p:nvPicPr>
          <p:blipFill>
            <a:blip r:embed="rId108" cstate="print"/>
            <a:stretch>
              <a:fillRect/>
            </a:stretch>
          </p:blipFill>
          <p:spPr>
            <a:xfrm>
              <a:off x="3864864" y="3499103"/>
              <a:ext cx="121919" cy="24384"/>
            </a:xfrm>
            <a:prstGeom prst="rect">
              <a:avLst/>
            </a:prstGeom>
          </p:spPr>
        </p:pic>
        <p:pic>
          <p:nvPicPr>
            <p:cNvPr id="169" name="object 170">
              <a:extLst>
                <a:ext uri="{FF2B5EF4-FFF2-40B4-BE49-F238E27FC236}">
                  <a16:creationId xmlns:a16="http://schemas.microsoft.com/office/drawing/2014/main" id="{AFD07164-E293-4460-84D8-9093F23C9E32}"/>
                </a:ext>
              </a:extLst>
            </p:cNvPr>
            <p:cNvPicPr/>
            <p:nvPr/>
          </p:nvPicPr>
          <p:blipFill>
            <a:blip r:embed="rId109" cstate="print"/>
            <a:stretch>
              <a:fillRect/>
            </a:stretch>
          </p:blipFill>
          <p:spPr>
            <a:xfrm>
              <a:off x="3291839" y="3511295"/>
              <a:ext cx="109728" cy="24383"/>
            </a:xfrm>
            <a:prstGeom prst="rect">
              <a:avLst/>
            </a:prstGeom>
          </p:spPr>
        </p:pic>
        <p:sp>
          <p:nvSpPr>
            <p:cNvPr id="170" name="object 171">
              <a:extLst>
                <a:ext uri="{FF2B5EF4-FFF2-40B4-BE49-F238E27FC236}">
                  <a16:creationId xmlns:a16="http://schemas.microsoft.com/office/drawing/2014/main" id="{9703AA2D-E163-4C56-8088-7F7B30050E77}"/>
                </a:ext>
              </a:extLst>
            </p:cNvPr>
            <p:cNvSpPr/>
            <p:nvPr/>
          </p:nvSpPr>
          <p:spPr>
            <a:xfrm>
              <a:off x="646176" y="3523487"/>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pic>
          <p:nvPicPr>
            <p:cNvPr id="171" name="object 172">
              <a:extLst>
                <a:ext uri="{FF2B5EF4-FFF2-40B4-BE49-F238E27FC236}">
                  <a16:creationId xmlns:a16="http://schemas.microsoft.com/office/drawing/2014/main" id="{71B53C8D-0447-4267-BAFF-CADC041B0B34}"/>
                </a:ext>
              </a:extLst>
            </p:cNvPr>
            <p:cNvPicPr/>
            <p:nvPr/>
          </p:nvPicPr>
          <p:blipFill>
            <a:blip r:embed="rId110" cstate="print"/>
            <a:stretch>
              <a:fillRect/>
            </a:stretch>
          </p:blipFill>
          <p:spPr>
            <a:xfrm>
              <a:off x="3450335" y="3499103"/>
              <a:ext cx="353567" cy="48768"/>
            </a:xfrm>
            <a:prstGeom prst="rect">
              <a:avLst/>
            </a:prstGeom>
          </p:spPr>
        </p:pic>
        <p:sp>
          <p:nvSpPr>
            <p:cNvPr id="172" name="object 173">
              <a:extLst>
                <a:ext uri="{FF2B5EF4-FFF2-40B4-BE49-F238E27FC236}">
                  <a16:creationId xmlns:a16="http://schemas.microsoft.com/office/drawing/2014/main" id="{A769C1AB-0C95-4BE5-9936-046F33ED3D6A}"/>
                </a:ext>
              </a:extLst>
            </p:cNvPr>
            <p:cNvSpPr/>
            <p:nvPr/>
          </p:nvSpPr>
          <p:spPr>
            <a:xfrm>
              <a:off x="1731264" y="3523487"/>
              <a:ext cx="12700" cy="12700"/>
            </a:xfrm>
            <a:custGeom>
              <a:avLst/>
              <a:gdLst/>
              <a:ahLst/>
              <a:cxnLst/>
              <a:rect l="l" t="t" r="r" b="b"/>
              <a:pathLst>
                <a:path w="12700" h="12700">
                  <a:moveTo>
                    <a:pt x="0" y="12191"/>
                  </a:moveTo>
                  <a:lnTo>
                    <a:pt x="12191" y="12191"/>
                  </a:lnTo>
                  <a:lnTo>
                    <a:pt x="12191" y="0"/>
                  </a:lnTo>
                  <a:lnTo>
                    <a:pt x="0" y="0"/>
                  </a:lnTo>
                  <a:lnTo>
                    <a:pt x="0" y="12191"/>
                  </a:lnTo>
                  <a:close/>
                </a:path>
              </a:pathLst>
            </a:custGeom>
            <a:solidFill>
              <a:srgbClr val="D0D0D0"/>
            </a:solidFill>
          </p:spPr>
          <p:txBody>
            <a:bodyPr wrap="square" lIns="0" tIns="0" rIns="0" bIns="0" rtlCol="0"/>
            <a:lstStyle/>
            <a:p>
              <a:endParaRPr/>
            </a:p>
          </p:txBody>
        </p:sp>
        <p:sp>
          <p:nvSpPr>
            <p:cNvPr id="173" name="object 174">
              <a:extLst>
                <a:ext uri="{FF2B5EF4-FFF2-40B4-BE49-F238E27FC236}">
                  <a16:creationId xmlns:a16="http://schemas.microsoft.com/office/drawing/2014/main" id="{7A0F5561-0456-4CF1-9939-B5C4B5B1C2CE}"/>
                </a:ext>
              </a:extLst>
            </p:cNvPr>
            <p:cNvSpPr/>
            <p:nvPr/>
          </p:nvSpPr>
          <p:spPr>
            <a:xfrm>
              <a:off x="1780032" y="3529583"/>
              <a:ext cx="24765" cy="0"/>
            </a:xfrm>
            <a:custGeom>
              <a:avLst/>
              <a:gdLst/>
              <a:ahLst/>
              <a:cxnLst/>
              <a:rect l="l" t="t" r="r" b="b"/>
              <a:pathLst>
                <a:path w="24764">
                  <a:moveTo>
                    <a:pt x="0" y="0"/>
                  </a:moveTo>
                  <a:lnTo>
                    <a:pt x="24383" y="0"/>
                  </a:lnTo>
                </a:path>
              </a:pathLst>
            </a:custGeom>
            <a:ln w="12191">
              <a:solidFill>
                <a:srgbClr val="D0D0D0"/>
              </a:solidFill>
            </a:ln>
          </p:spPr>
          <p:txBody>
            <a:bodyPr wrap="square" lIns="0" tIns="0" rIns="0" bIns="0" rtlCol="0"/>
            <a:lstStyle/>
            <a:p>
              <a:endParaRPr/>
            </a:p>
          </p:txBody>
        </p:sp>
        <p:pic>
          <p:nvPicPr>
            <p:cNvPr id="174" name="object 175">
              <a:extLst>
                <a:ext uri="{FF2B5EF4-FFF2-40B4-BE49-F238E27FC236}">
                  <a16:creationId xmlns:a16="http://schemas.microsoft.com/office/drawing/2014/main" id="{FBBB08F6-311A-4B92-847B-ACC50CDCED87}"/>
                </a:ext>
              </a:extLst>
            </p:cNvPr>
            <p:cNvPicPr/>
            <p:nvPr/>
          </p:nvPicPr>
          <p:blipFill>
            <a:blip r:embed="rId111" cstate="print"/>
            <a:stretch>
              <a:fillRect/>
            </a:stretch>
          </p:blipFill>
          <p:spPr>
            <a:xfrm>
              <a:off x="1828800" y="3523487"/>
              <a:ext cx="146303" cy="12191"/>
            </a:xfrm>
            <a:prstGeom prst="rect">
              <a:avLst/>
            </a:prstGeom>
          </p:spPr>
        </p:pic>
        <p:pic>
          <p:nvPicPr>
            <p:cNvPr id="175" name="object 176">
              <a:extLst>
                <a:ext uri="{FF2B5EF4-FFF2-40B4-BE49-F238E27FC236}">
                  <a16:creationId xmlns:a16="http://schemas.microsoft.com/office/drawing/2014/main" id="{E2F31B14-D7E0-4EFF-B9D7-470D42CC84E7}"/>
                </a:ext>
              </a:extLst>
            </p:cNvPr>
            <p:cNvPicPr/>
            <p:nvPr/>
          </p:nvPicPr>
          <p:blipFill>
            <a:blip r:embed="rId112" cstate="print"/>
            <a:stretch>
              <a:fillRect/>
            </a:stretch>
          </p:blipFill>
          <p:spPr>
            <a:xfrm>
              <a:off x="5157215" y="3499103"/>
              <a:ext cx="85344" cy="36576"/>
            </a:xfrm>
            <a:prstGeom prst="rect">
              <a:avLst/>
            </a:prstGeom>
          </p:spPr>
        </p:pic>
        <p:pic>
          <p:nvPicPr>
            <p:cNvPr id="176" name="object 177">
              <a:extLst>
                <a:ext uri="{FF2B5EF4-FFF2-40B4-BE49-F238E27FC236}">
                  <a16:creationId xmlns:a16="http://schemas.microsoft.com/office/drawing/2014/main" id="{78E4B908-0F81-416C-BC7A-A44D53286A73}"/>
                </a:ext>
              </a:extLst>
            </p:cNvPr>
            <p:cNvPicPr/>
            <p:nvPr/>
          </p:nvPicPr>
          <p:blipFill>
            <a:blip r:embed="rId113" cstate="print"/>
            <a:stretch>
              <a:fillRect/>
            </a:stretch>
          </p:blipFill>
          <p:spPr>
            <a:xfrm>
              <a:off x="2267712" y="3523487"/>
              <a:ext cx="36576" cy="12191"/>
            </a:xfrm>
            <a:prstGeom prst="rect">
              <a:avLst/>
            </a:prstGeom>
          </p:spPr>
        </p:pic>
        <p:sp>
          <p:nvSpPr>
            <p:cNvPr id="177" name="object 178">
              <a:extLst>
                <a:ext uri="{FF2B5EF4-FFF2-40B4-BE49-F238E27FC236}">
                  <a16:creationId xmlns:a16="http://schemas.microsoft.com/office/drawing/2014/main" id="{A310E079-BEF5-4A5A-A215-1C2163D416AF}"/>
                </a:ext>
              </a:extLst>
            </p:cNvPr>
            <p:cNvSpPr/>
            <p:nvPr/>
          </p:nvSpPr>
          <p:spPr>
            <a:xfrm>
              <a:off x="2377440" y="3529583"/>
              <a:ext cx="60960" cy="0"/>
            </a:xfrm>
            <a:custGeom>
              <a:avLst/>
              <a:gdLst/>
              <a:ahLst/>
              <a:cxnLst/>
              <a:rect l="l" t="t" r="r" b="b"/>
              <a:pathLst>
                <a:path w="60960">
                  <a:moveTo>
                    <a:pt x="0" y="0"/>
                  </a:moveTo>
                  <a:lnTo>
                    <a:pt x="12191" y="0"/>
                  </a:lnTo>
                </a:path>
                <a:path w="60960">
                  <a:moveTo>
                    <a:pt x="48767" y="0"/>
                  </a:moveTo>
                  <a:lnTo>
                    <a:pt x="60959" y="0"/>
                  </a:lnTo>
                </a:path>
              </a:pathLst>
            </a:custGeom>
            <a:ln w="12191">
              <a:solidFill>
                <a:srgbClr val="C0C1C1"/>
              </a:solidFill>
            </a:ln>
          </p:spPr>
          <p:txBody>
            <a:bodyPr wrap="square" lIns="0" tIns="0" rIns="0" bIns="0" rtlCol="0"/>
            <a:lstStyle/>
            <a:p>
              <a:endParaRPr/>
            </a:p>
          </p:txBody>
        </p:sp>
        <p:sp>
          <p:nvSpPr>
            <p:cNvPr id="178" name="object 179">
              <a:extLst>
                <a:ext uri="{FF2B5EF4-FFF2-40B4-BE49-F238E27FC236}">
                  <a16:creationId xmlns:a16="http://schemas.microsoft.com/office/drawing/2014/main" id="{579B5941-ED1B-4FC4-90E5-0C24A1DA9EF2}"/>
                </a:ext>
              </a:extLst>
            </p:cNvPr>
            <p:cNvSpPr/>
            <p:nvPr/>
          </p:nvSpPr>
          <p:spPr>
            <a:xfrm>
              <a:off x="2474976" y="3529583"/>
              <a:ext cx="12700" cy="0"/>
            </a:xfrm>
            <a:custGeom>
              <a:avLst/>
              <a:gdLst/>
              <a:ahLst/>
              <a:cxnLst/>
              <a:rect l="l" t="t" r="r" b="b"/>
              <a:pathLst>
                <a:path w="12700">
                  <a:moveTo>
                    <a:pt x="0" y="0"/>
                  </a:moveTo>
                  <a:lnTo>
                    <a:pt x="12191" y="0"/>
                  </a:lnTo>
                </a:path>
              </a:pathLst>
            </a:custGeom>
            <a:ln w="12191">
              <a:solidFill>
                <a:srgbClr val="626364"/>
              </a:solidFill>
            </a:ln>
          </p:spPr>
          <p:txBody>
            <a:bodyPr wrap="square" lIns="0" tIns="0" rIns="0" bIns="0" rtlCol="0"/>
            <a:lstStyle/>
            <a:p>
              <a:endParaRPr/>
            </a:p>
          </p:txBody>
        </p:sp>
        <p:pic>
          <p:nvPicPr>
            <p:cNvPr id="179" name="object 180">
              <a:extLst>
                <a:ext uri="{FF2B5EF4-FFF2-40B4-BE49-F238E27FC236}">
                  <a16:creationId xmlns:a16="http://schemas.microsoft.com/office/drawing/2014/main" id="{BE2F4BBE-3FBE-44B0-BE1A-B5F2A3D4571D}"/>
                </a:ext>
              </a:extLst>
            </p:cNvPr>
            <p:cNvPicPr/>
            <p:nvPr/>
          </p:nvPicPr>
          <p:blipFill>
            <a:blip r:embed="rId114" cstate="print"/>
            <a:stretch>
              <a:fillRect/>
            </a:stretch>
          </p:blipFill>
          <p:spPr>
            <a:xfrm>
              <a:off x="2036064" y="3511295"/>
              <a:ext cx="207264" cy="36575"/>
            </a:xfrm>
            <a:prstGeom prst="rect">
              <a:avLst/>
            </a:prstGeom>
          </p:spPr>
        </p:pic>
        <p:pic>
          <p:nvPicPr>
            <p:cNvPr id="180" name="object 181">
              <a:extLst>
                <a:ext uri="{FF2B5EF4-FFF2-40B4-BE49-F238E27FC236}">
                  <a16:creationId xmlns:a16="http://schemas.microsoft.com/office/drawing/2014/main" id="{E5F5845A-D08D-4709-B009-69F50BD6FF7C}"/>
                </a:ext>
              </a:extLst>
            </p:cNvPr>
            <p:cNvPicPr/>
            <p:nvPr/>
          </p:nvPicPr>
          <p:blipFill>
            <a:blip r:embed="rId115" cstate="print"/>
            <a:stretch>
              <a:fillRect/>
            </a:stretch>
          </p:blipFill>
          <p:spPr>
            <a:xfrm>
              <a:off x="3206495" y="3499103"/>
              <a:ext cx="60960" cy="36576"/>
            </a:xfrm>
            <a:prstGeom prst="rect">
              <a:avLst/>
            </a:prstGeom>
          </p:spPr>
        </p:pic>
        <p:sp>
          <p:nvSpPr>
            <p:cNvPr id="181" name="object 182">
              <a:extLst>
                <a:ext uri="{FF2B5EF4-FFF2-40B4-BE49-F238E27FC236}">
                  <a16:creationId xmlns:a16="http://schemas.microsoft.com/office/drawing/2014/main" id="{6317CEB2-3A40-4C78-9194-4D82D76AE9A7}"/>
                </a:ext>
              </a:extLst>
            </p:cNvPr>
            <p:cNvSpPr/>
            <p:nvPr/>
          </p:nvSpPr>
          <p:spPr>
            <a:xfrm>
              <a:off x="3255264" y="3529583"/>
              <a:ext cx="134620" cy="0"/>
            </a:xfrm>
            <a:custGeom>
              <a:avLst/>
              <a:gdLst/>
              <a:ahLst/>
              <a:cxnLst/>
              <a:rect l="l" t="t" r="r" b="b"/>
              <a:pathLst>
                <a:path w="134620">
                  <a:moveTo>
                    <a:pt x="0" y="0"/>
                  </a:moveTo>
                  <a:lnTo>
                    <a:pt x="12191" y="0"/>
                  </a:lnTo>
                </a:path>
                <a:path w="134620">
                  <a:moveTo>
                    <a:pt x="109727" y="0"/>
                  </a:moveTo>
                  <a:lnTo>
                    <a:pt x="134111" y="0"/>
                  </a:lnTo>
                </a:path>
              </a:pathLst>
            </a:custGeom>
            <a:ln w="12191">
              <a:solidFill>
                <a:srgbClr val="D0D0D0"/>
              </a:solidFill>
            </a:ln>
          </p:spPr>
          <p:txBody>
            <a:bodyPr wrap="square" lIns="0" tIns="0" rIns="0" bIns="0" rtlCol="0"/>
            <a:lstStyle/>
            <a:p>
              <a:endParaRPr/>
            </a:p>
          </p:txBody>
        </p:sp>
        <p:sp>
          <p:nvSpPr>
            <p:cNvPr id="182" name="object 183">
              <a:extLst>
                <a:ext uri="{FF2B5EF4-FFF2-40B4-BE49-F238E27FC236}">
                  <a16:creationId xmlns:a16="http://schemas.microsoft.com/office/drawing/2014/main" id="{A03F52B2-7DA9-4677-BA4E-17629024CC7A}"/>
                </a:ext>
              </a:extLst>
            </p:cNvPr>
            <p:cNvSpPr/>
            <p:nvPr/>
          </p:nvSpPr>
          <p:spPr>
            <a:xfrm>
              <a:off x="3864864" y="3529583"/>
              <a:ext cx="60960" cy="0"/>
            </a:xfrm>
            <a:custGeom>
              <a:avLst/>
              <a:gdLst/>
              <a:ahLst/>
              <a:cxnLst/>
              <a:rect l="l" t="t" r="r" b="b"/>
              <a:pathLst>
                <a:path w="60960">
                  <a:moveTo>
                    <a:pt x="0" y="0"/>
                  </a:moveTo>
                  <a:lnTo>
                    <a:pt x="12191" y="0"/>
                  </a:lnTo>
                </a:path>
                <a:path w="60960">
                  <a:moveTo>
                    <a:pt x="48767" y="0"/>
                  </a:moveTo>
                  <a:lnTo>
                    <a:pt x="60959" y="0"/>
                  </a:lnTo>
                </a:path>
              </a:pathLst>
            </a:custGeom>
            <a:ln w="12191">
              <a:solidFill>
                <a:srgbClr val="C0C1C1"/>
              </a:solidFill>
            </a:ln>
          </p:spPr>
          <p:txBody>
            <a:bodyPr wrap="square" lIns="0" tIns="0" rIns="0" bIns="0" rtlCol="0"/>
            <a:lstStyle/>
            <a:p>
              <a:endParaRPr/>
            </a:p>
          </p:txBody>
        </p:sp>
        <p:sp>
          <p:nvSpPr>
            <p:cNvPr id="183" name="object 184">
              <a:extLst>
                <a:ext uri="{FF2B5EF4-FFF2-40B4-BE49-F238E27FC236}">
                  <a16:creationId xmlns:a16="http://schemas.microsoft.com/office/drawing/2014/main" id="{94E536AC-0650-4FA3-B9E2-16E117F76338}"/>
                </a:ext>
              </a:extLst>
            </p:cNvPr>
            <p:cNvSpPr/>
            <p:nvPr/>
          </p:nvSpPr>
          <p:spPr>
            <a:xfrm>
              <a:off x="3962400" y="3529583"/>
              <a:ext cx="12700" cy="0"/>
            </a:xfrm>
            <a:custGeom>
              <a:avLst/>
              <a:gdLst/>
              <a:ahLst/>
              <a:cxnLst/>
              <a:rect l="l" t="t" r="r" b="b"/>
              <a:pathLst>
                <a:path w="12700">
                  <a:moveTo>
                    <a:pt x="0" y="0"/>
                  </a:moveTo>
                  <a:lnTo>
                    <a:pt x="12191" y="0"/>
                  </a:lnTo>
                </a:path>
              </a:pathLst>
            </a:custGeom>
            <a:ln w="12191">
              <a:solidFill>
                <a:srgbClr val="626364"/>
              </a:solidFill>
            </a:ln>
          </p:spPr>
          <p:txBody>
            <a:bodyPr wrap="square" lIns="0" tIns="0" rIns="0" bIns="0" rtlCol="0"/>
            <a:lstStyle/>
            <a:p>
              <a:endParaRPr/>
            </a:p>
          </p:txBody>
        </p:sp>
        <p:pic>
          <p:nvPicPr>
            <p:cNvPr id="184" name="object 185">
              <a:extLst>
                <a:ext uri="{FF2B5EF4-FFF2-40B4-BE49-F238E27FC236}">
                  <a16:creationId xmlns:a16="http://schemas.microsoft.com/office/drawing/2014/main" id="{5B367D7A-D058-456A-820E-DE27D204C548}"/>
                </a:ext>
              </a:extLst>
            </p:cNvPr>
            <p:cNvPicPr/>
            <p:nvPr/>
          </p:nvPicPr>
          <p:blipFill>
            <a:blip r:embed="rId116" cstate="print"/>
            <a:stretch>
              <a:fillRect/>
            </a:stretch>
          </p:blipFill>
          <p:spPr>
            <a:xfrm>
              <a:off x="4645152" y="3523487"/>
              <a:ext cx="73151" cy="12191"/>
            </a:xfrm>
            <a:prstGeom prst="rect">
              <a:avLst/>
            </a:prstGeom>
          </p:spPr>
        </p:pic>
        <p:pic>
          <p:nvPicPr>
            <p:cNvPr id="185" name="object 186">
              <a:extLst>
                <a:ext uri="{FF2B5EF4-FFF2-40B4-BE49-F238E27FC236}">
                  <a16:creationId xmlns:a16="http://schemas.microsoft.com/office/drawing/2014/main" id="{FD0AB06E-2377-4CCA-AB8E-0808353EB401}"/>
                </a:ext>
              </a:extLst>
            </p:cNvPr>
            <p:cNvPicPr/>
            <p:nvPr/>
          </p:nvPicPr>
          <p:blipFill>
            <a:blip r:embed="rId117" cstate="print"/>
            <a:stretch>
              <a:fillRect/>
            </a:stretch>
          </p:blipFill>
          <p:spPr>
            <a:xfrm>
              <a:off x="4742688" y="3523487"/>
              <a:ext cx="97535" cy="12191"/>
            </a:xfrm>
            <a:prstGeom prst="rect">
              <a:avLst/>
            </a:prstGeom>
          </p:spPr>
        </p:pic>
        <p:pic>
          <p:nvPicPr>
            <p:cNvPr id="186" name="object 187">
              <a:extLst>
                <a:ext uri="{FF2B5EF4-FFF2-40B4-BE49-F238E27FC236}">
                  <a16:creationId xmlns:a16="http://schemas.microsoft.com/office/drawing/2014/main" id="{AA7334F6-B3C7-409D-8A7C-2C17CC44A06B}"/>
                </a:ext>
              </a:extLst>
            </p:cNvPr>
            <p:cNvPicPr/>
            <p:nvPr/>
          </p:nvPicPr>
          <p:blipFill>
            <a:blip r:embed="rId118" cstate="print"/>
            <a:stretch>
              <a:fillRect/>
            </a:stretch>
          </p:blipFill>
          <p:spPr>
            <a:xfrm>
              <a:off x="5035296" y="3511295"/>
              <a:ext cx="73151" cy="24383"/>
            </a:xfrm>
            <a:prstGeom prst="rect">
              <a:avLst/>
            </a:prstGeom>
          </p:spPr>
        </p:pic>
        <p:sp>
          <p:nvSpPr>
            <p:cNvPr id="187" name="object 188">
              <a:extLst>
                <a:ext uri="{FF2B5EF4-FFF2-40B4-BE49-F238E27FC236}">
                  <a16:creationId xmlns:a16="http://schemas.microsoft.com/office/drawing/2014/main" id="{C16E8B6F-65A3-44EA-94E2-6194ABDAB6AC}"/>
                </a:ext>
              </a:extLst>
            </p:cNvPr>
            <p:cNvSpPr/>
            <p:nvPr/>
          </p:nvSpPr>
          <p:spPr>
            <a:xfrm>
              <a:off x="5096256" y="3529583"/>
              <a:ext cx="73660" cy="0"/>
            </a:xfrm>
            <a:custGeom>
              <a:avLst/>
              <a:gdLst/>
              <a:ahLst/>
              <a:cxnLst/>
              <a:rect l="l" t="t" r="r" b="b"/>
              <a:pathLst>
                <a:path w="73660">
                  <a:moveTo>
                    <a:pt x="0" y="0"/>
                  </a:moveTo>
                  <a:lnTo>
                    <a:pt x="12191" y="0"/>
                  </a:lnTo>
                </a:path>
                <a:path w="73660">
                  <a:moveTo>
                    <a:pt x="60959" y="0"/>
                  </a:moveTo>
                  <a:lnTo>
                    <a:pt x="73151" y="0"/>
                  </a:lnTo>
                </a:path>
              </a:pathLst>
            </a:custGeom>
            <a:ln w="12191">
              <a:solidFill>
                <a:srgbClr val="D0D0D0"/>
              </a:solidFill>
            </a:ln>
          </p:spPr>
          <p:txBody>
            <a:bodyPr wrap="square" lIns="0" tIns="0" rIns="0" bIns="0" rtlCol="0"/>
            <a:lstStyle/>
            <a:p>
              <a:endParaRPr/>
            </a:p>
          </p:txBody>
        </p:sp>
        <p:pic>
          <p:nvPicPr>
            <p:cNvPr id="188" name="object 189">
              <a:extLst>
                <a:ext uri="{FF2B5EF4-FFF2-40B4-BE49-F238E27FC236}">
                  <a16:creationId xmlns:a16="http://schemas.microsoft.com/office/drawing/2014/main" id="{5D17EDAC-4E29-40BE-8510-AD0C3A7939F3}"/>
                </a:ext>
              </a:extLst>
            </p:cNvPr>
            <p:cNvPicPr/>
            <p:nvPr/>
          </p:nvPicPr>
          <p:blipFill>
            <a:blip r:embed="rId84" cstate="print"/>
            <a:stretch>
              <a:fillRect/>
            </a:stretch>
          </p:blipFill>
          <p:spPr>
            <a:xfrm>
              <a:off x="4901184" y="3523487"/>
              <a:ext cx="85343" cy="24383"/>
            </a:xfrm>
            <a:prstGeom prst="rect">
              <a:avLst/>
            </a:prstGeom>
          </p:spPr>
        </p:pic>
        <p:sp>
          <p:nvSpPr>
            <p:cNvPr id="189" name="object 190">
              <a:extLst>
                <a:ext uri="{FF2B5EF4-FFF2-40B4-BE49-F238E27FC236}">
                  <a16:creationId xmlns:a16="http://schemas.microsoft.com/office/drawing/2014/main" id="{EC45C54D-7C28-4D6D-A866-7E699A366138}"/>
                </a:ext>
              </a:extLst>
            </p:cNvPr>
            <p:cNvSpPr/>
            <p:nvPr/>
          </p:nvSpPr>
          <p:spPr>
            <a:xfrm>
              <a:off x="646176" y="3535679"/>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pic>
          <p:nvPicPr>
            <p:cNvPr id="190" name="object 191">
              <a:extLst>
                <a:ext uri="{FF2B5EF4-FFF2-40B4-BE49-F238E27FC236}">
                  <a16:creationId xmlns:a16="http://schemas.microsoft.com/office/drawing/2014/main" id="{39977968-29A1-4526-A4DA-DF1CCBC9518F}"/>
                </a:ext>
              </a:extLst>
            </p:cNvPr>
            <p:cNvPicPr/>
            <p:nvPr/>
          </p:nvPicPr>
          <p:blipFill>
            <a:blip r:embed="rId119" cstate="print"/>
            <a:stretch>
              <a:fillRect/>
            </a:stretch>
          </p:blipFill>
          <p:spPr>
            <a:xfrm>
              <a:off x="2462784" y="3535679"/>
              <a:ext cx="24383" cy="12191"/>
            </a:xfrm>
            <a:prstGeom prst="rect">
              <a:avLst/>
            </a:prstGeom>
          </p:spPr>
        </p:pic>
        <p:pic>
          <p:nvPicPr>
            <p:cNvPr id="191" name="object 192">
              <a:extLst>
                <a:ext uri="{FF2B5EF4-FFF2-40B4-BE49-F238E27FC236}">
                  <a16:creationId xmlns:a16="http://schemas.microsoft.com/office/drawing/2014/main" id="{E141444F-00E4-421A-B125-3B8F51B86603}"/>
                </a:ext>
              </a:extLst>
            </p:cNvPr>
            <p:cNvPicPr/>
            <p:nvPr/>
          </p:nvPicPr>
          <p:blipFill>
            <a:blip r:embed="rId119" cstate="print"/>
            <a:stretch>
              <a:fillRect/>
            </a:stretch>
          </p:blipFill>
          <p:spPr>
            <a:xfrm>
              <a:off x="3950208" y="3535679"/>
              <a:ext cx="24383" cy="12191"/>
            </a:xfrm>
            <a:prstGeom prst="rect">
              <a:avLst/>
            </a:prstGeom>
          </p:spPr>
        </p:pic>
        <p:pic>
          <p:nvPicPr>
            <p:cNvPr id="192" name="object 193">
              <a:extLst>
                <a:ext uri="{FF2B5EF4-FFF2-40B4-BE49-F238E27FC236}">
                  <a16:creationId xmlns:a16="http://schemas.microsoft.com/office/drawing/2014/main" id="{5B538064-3DEE-4A6B-8D2C-B2D0FCF6843F}"/>
                </a:ext>
              </a:extLst>
            </p:cNvPr>
            <p:cNvPicPr/>
            <p:nvPr/>
          </p:nvPicPr>
          <p:blipFill>
            <a:blip r:embed="rId85" cstate="print"/>
            <a:stretch>
              <a:fillRect/>
            </a:stretch>
          </p:blipFill>
          <p:spPr>
            <a:xfrm>
              <a:off x="5388864" y="3523487"/>
              <a:ext cx="24383" cy="24383"/>
            </a:xfrm>
            <a:prstGeom prst="rect">
              <a:avLst/>
            </a:prstGeom>
          </p:spPr>
        </p:pic>
        <p:sp>
          <p:nvSpPr>
            <p:cNvPr id="193" name="object 194">
              <a:extLst>
                <a:ext uri="{FF2B5EF4-FFF2-40B4-BE49-F238E27FC236}">
                  <a16:creationId xmlns:a16="http://schemas.microsoft.com/office/drawing/2014/main" id="{5681E005-A52B-4131-85BE-4EF89B5D9EE2}"/>
                </a:ext>
              </a:extLst>
            </p:cNvPr>
            <p:cNvSpPr/>
            <p:nvPr/>
          </p:nvSpPr>
          <p:spPr>
            <a:xfrm>
              <a:off x="646176" y="3547871"/>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sp>
          <p:nvSpPr>
            <p:cNvPr id="194" name="object 195">
              <a:extLst>
                <a:ext uri="{FF2B5EF4-FFF2-40B4-BE49-F238E27FC236}">
                  <a16:creationId xmlns:a16="http://schemas.microsoft.com/office/drawing/2014/main" id="{0ACBCD39-D3D5-4ECF-B567-507B719D60FF}"/>
                </a:ext>
              </a:extLst>
            </p:cNvPr>
            <p:cNvSpPr/>
            <p:nvPr/>
          </p:nvSpPr>
          <p:spPr>
            <a:xfrm>
              <a:off x="2048256" y="3553967"/>
              <a:ext cx="3352800" cy="0"/>
            </a:xfrm>
            <a:custGeom>
              <a:avLst/>
              <a:gdLst/>
              <a:ahLst/>
              <a:cxnLst/>
              <a:rect l="l" t="t" r="r" b="b"/>
              <a:pathLst>
                <a:path w="3352800">
                  <a:moveTo>
                    <a:pt x="0" y="0"/>
                  </a:moveTo>
                  <a:lnTo>
                    <a:pt x="12191" y="0"/>
                  </a:lnTo>
                </a:path>
                <a:path w="3352800">
                  <a:moveTo>
                    <a:pt x="414528" y="0"/>
                  </a:moveTo>
                  <a:lnTo>
                    <a:pt x="426720" y="0"/>
                  </a:lnTo>
                </a:path>
                <a:path w="3352800">
                  <a:moveTo>
                    <a:pt x="1414271" y="0"/>
                  </a:moveTo>
                  <a:lnTo>
                    <a:pt x="1426463" y="0"/>
                  </a:lnTo>
                </a:path>
                <a:path w="3352800">
                  <a:moveTo>
                    <a:pt x="1901952" y="0"/>
                  </a:moveTo>
                  <a:lnTo>
                    <a:pt x="1914144" y="0"/>
                  </a:lnTo>
                </a:path>
                <a:path w="3352800">
                  <a:moveTo>
                    <a:pt x="2865120" y="0"/>
                  </a:moveTo>
                  <a:lnTo>
                    <a:pt x="2877312" y="0"/>
                  </a:lnTo>
                </a:path>
                <a:path w="3352800">
                  <a:moveTo>
                    <a:pt x="3340608" y="0"/>
                  </a:moveTo>
                  <a:lnTo>
                    <a:pt x="3352800" y="0"/>
                  </a:lnTo>
                </a:path>
              </a:pathLst>
            </a:custGeom>
            <a:ln w="12191">
              <a:solidFill>
                <a:srgbClr val="E0E0E0"/>
              </a:solidFill>
            </a:ln>
          </p:spPr>
          <p:txBody>
            <a:bodyPr wrap="square" lIns="0" tIns="0" rIns="0" bIns="0" rtlCol="0"/>
            <a:lstStyle/>
            <a:p>
              <a:endParaRPr/>
            </a:p>
          </p:txBody>
        </p:sp>
        <p:sp>
          <p:nvSpPr>
            <p:cNvPr id="195" name="object 196">
              <a:extLst>
                <a:ext uri="{FF2B5EF4-FFF2-40B4-BE49-F238E27FC236}">
                  <a16:creationId xmlns:a16="http://schemas.microsoft.com/office/drawing/2014/main" id="{485C5837-D840-4351-9DCF-20D203212BC4}"/>
                </a:ext>
              </a:extLst>
            </p:cNvPr>
            <p:cNvSpPr/>
            <p:nvPr/>
          </p:nvSpPr>
          <p:spPr>
            <a:xfrm>
              <a:off x="646176" y="3560063"/>
              <a:ext cx="24765" cy="60960"/>
            </a:xfrm>
            <a:custGeom>
              <a:avLst/>
              <a:gdLst/>
              <a:ahLst/>
              <a:cxnLst/>
              <a:rect l="l" t="t" r="r" b="b"/>
              <a:pathLst>
                <a:path w="24765" h="60960">
                  <a:moveTo>
                    <a:pt x="24384" y="0"/>
                  </a:moveTo>
                  <a:lnTo>
                    <a:pt x="0" y="0"/>
                  </a:lnTo>
                  <a:lnTo>
                    <a:pt x="0" y="12192"/>
                  </a:lnTo>
                  <a:lnTo>
                    <a:pt x="0" y="24384"/>
                  </a:lnTo>
                  <a:lnTo>
                    <a:pt x="0" y="36576"/>
                  </a:lnTo>
                  <a:lnTo>
                    <a:pt x="0" y="48768"/>
                  </a:lnTo>
                  <a:lnTo>
                    <a:pt x="0" y="60960"/>
                  </a:lnTo>
                  <a:lnTo>
                    <a:pt x="24384" y="60960"/>
                  </a:lnTo>
                  <a:lnTo>
                    <a:pt x="24384" y="48768"/>
                  </a:lnTo>
                  <a:lnTo>
                    <a:pt x="24384" y="36576"/>
                  </a:lnTo>
                  <a:lnTo>
                    <a:pt x="24384" y="24384"/>
                  </a:lnTo>
                  <a:lnTo>
                    <a:pt x="24384" y="12192"/>
                  </a:lnTo>
                  <a:lnTo>
                    <a:pt x="24384" y="0"/>
                  </a:lnTo>
                  <a:close/>
                </a:path>
              </a:pathLst>
            </a:custGeom>
            <a:solidFill>
              <a:srgbClr val="7F7F7F"/>
            </a:solidFill>
          </p:spPr>
          <p:txBody>
            <a:bodyPr wrap="square" lIns="0" tIns="0" rIns="0" bIns="0" rtlCol="0"/>
            <a:lstStyle/>
            <a:p>
              <a:endParaRPr/>
            </a:p>
          </p:txBody>
        </p:sp>
        <p:pic>
          <p:nvPicPr>
            <p:cNvPr id="196" name="object 197">
              <a:extLst>
                <a:ext uri="{FF2B5EF4-FFF2-40B4-BE49-F238E27FC236}">
                  <a16:creationId xmlns:a16="http://schemas.microsoft.com/office/drawing/2014/main" id="{70816A33-7630-48A1-9006-562FD06D039C}"/>
                </a:ext>
              </a:extLst>
            </p:cNvPr>
            <p:cNvPicPr/>
            <p:nvPr/>
          </p:nvPicPr>
          <p:blipFill>
            <a:blip r:embed="rId120" cstate="print"/>
            <a:stretch>
              <a:fillRect/>
            </a:stretch>
          </p:blipFill>
          <p:spPr>
            <a:xfrm>
              <a:off x="646176" y="3621023"/>
              <a:ext cx="5451347" cy="292608"/>
            </a:xfrm>
            <a:prstGeom prst="rect">
              <a:avLst/>
            </a:prstGeom>
          </p:spPr>
        </p:pic>
        <p:sp>
          <p:nvSpPr>
            <p:cNvPr id="197" name="object 198">
              <a:extLst>
                <a:ext uri="{FF2B5EF4-FFF2-40B4-BE49-F238E27FC236}">
                  <a16:creationId xmlns:a16="http://schemas.microsoft.com/office/drawing/2014/main" id="{203F8800-1F27-4D14-AA56-34883C050E1B}"/>
                </a:ext>
              </a:extLst>
            </p:cNvPr>
            <p:cNvSpPr/>
            <p:nvPr/>
          </p:nvSpPr>
          <p:spPr>
            <a:xfrm>
              <a:off x="646176" y="3901439"/>
              <a:ext cx="24765" cy="109855"/>
            </a:xfrm>
            <a:custGeom>
              <a:avLst/>
              <a:gdLst/>
              <a:ahLst/>
              <a:cxnLst/>
              <a:rect l="l" t="t" r="r" b="b"/>
              <a:pathLst>
                <a:path w="24765" h="109854">
                  <a:moveTo>
                    <a:pt x="24384" y="0"/>
                  </a:moveTo>
                  <a:lnTo>
                    <a:pt x="0" y="0"/>
                  </a:lnTo>
                  <a:lnTo>
                    <a:pt x="0" y="12192"/>
                  </a:lnTo>
                  <a:lnTo>
                    <a:pt x="0" y="24384"/>
                  </a:lnTo>
                  <a:lnTo>
                    <a:pt x="0" y="109728"/>
                  </a:lnTo>
                  <a:lnTo>
                    <a:pt x="24384" y="109728"/>
                  </a:lnTo>
                  <a:lnTo>
                    <a:pt x="24384" y="12192"/>
                  </a:lnTo>
                  <a:lnTo>
                    <a:pt x="24384" y="0"/>
                  </a:lnTo>
                  <a:close/>
                </a:path>
              </a:pathLst>
            </a:custGeom>
            <a:solidFill>
              <a:srgbClr val="7F7F7F"/>
            </a:solidFill>
          </p:spPr>
          <p:txBody>
            <a:bodyPr wrap="square" lIns="0" tIns="0" rIns="0" bIns="0" rtlCol="0"/>
            <a:lstStyle/>
            <a:p>
              <a:endParaRPr/>
            </a:p>
          </p:txBody>
        </p:sp>
        <p:sp>
          <p:nvSpPr>
            <p:cNvPr id="198" name="object 199">
              <a:extLst>
                <a:ext uri="{FF2B5EF4-FFF2-40B4-BE49-F238E27FC236}">
                  <a16:creationId xmlns:a16="http://schemas.microsoft.com/office/drawing/2014/main" id="{BDE2A14E-9769-4819-838D-8FBE3C28AB14}"/>
                </a:ext>
              </a:extLst>
            </p:cNvPr>
            <p:cNvSpPr/>
            <p:nvPr/>
          </p:nvSpPr>
          <p:spPr>
            <a:xfrm>
              <a:off x="1877568" y="4005071"/>
              <a:ext cx="24765" cy="0"/>
            </a:xfrm>
            <a:custGeom>
              <a:avLst/>
              <a:gdLst/>
              <a:ahLst/>
              <a:cxnLst/>
              <a:rect l="l" t="t" r="r" b="b"/>
              <a:pathLst>
                <a:path w="24764">
                  <a:moveTo>
                    <a:pt x="0" y="0"/>
                  </a:moveTo>
                  <a:lnTo>
                    <a:pt x="24383" y="0"/>
                  </a:lnTo>
                </a:path>
              </a:pathLst>
            </a:custGeom>
            <a:ln w="12191">
              <a:solidFill>
                <a:srgbClr val="D0D0D0"/>
              </a:solidFill>
            </a:ln>
          </p:spPr>
          <p:txBody>
            <a:bodyPr wrap="square" lIns="0" tIns="0" rIns="0" bIns="0" rtlCol="0"/>
            <a:lstStyle/>
            <a:p>
              <a:endParaRPr/>
            </a:p>
          </p:txBody>
        </p:sp>
        <p:sp>
          <p:nvSpPr>
            <p:cNvPr id="199" name="object 200">
              <a:extLst>
                <a:ext uri="{FF2B5EF4-FFF2-40B4-BE49-F238E27FC236}">
                  <a16:creationId xmlns:a16="http://schemas.microsoft.com/office/drawing/2014/main" id="{348F54A2-0DC2-4B8D-BA42-12C225577398}"/>
                </a:ext>
              </a:extLst>
            </p:cNvPr>
            <p:cNvSpPr/>
            <p:nvPr/>
          </p:nvSpPr>
          <p:spPr>
            <a:xfrm>
              <a:off x="1975104" y="4005071"/>
              <a:ext cx="24765" cy="0"/>
            </a:xfrm>
            <a:custGeom>
              <a:avLst/>
              <a:gdLst/>
              <a:ahLst/>
              <a:cxnLst/>
              <a:rect l="l" t="t" r="r" b="b"/>
              <a:pathLst>
                <a:path w="24764">
                  <a:moveTo>
                    <a:pt x="0" y="0"/>
                  </a:moveTo>
                  <a:lnTo>
                    <a:pt x="24383" y="0"/>
                  </a:lnTo>
                </a:path>
              </a:pathLst>
            </a:custGeom>
            <a:ln w="12191">
              <a:solidFill>
                <a:srgbClr val="EFEFEF"/>
              </a:solidFill>
            </a:ln>
          </p:spPr>
          <p:txBody>
            <a:bodyPr wrap="square" lIns="0" tIns="0" rIns="0" bIns="0" rtlCol="0"/>
            <a:lstStyle/>
            <a:p>
              <a:endParaRPr/>
            </a:p>
          </p:txBody>
        </p:sp>
        <p:sp>
          <p:nvSpPr>
            <p:cNvPr id="200" name="object 201">
              <a:extLst>
                <a:ext uri="{FF2B5EF4-FFF2-40B4-BE49-F238E27FC236}">
                  <a16:creationId xmlns:a16="http://schemas.microsoft.com/office/drawing/2014/main" id="{236DF134-1B94-4710-A24E-A2F76927F9B2}"/>
                </a:ext>
              </a:extLst>
            </p:cNvPr>
            <p:cNvSpPr/>
            <p:nvPr/>
          </p:nvSpPr>
          <p:spPr>
            <a:xfrm>
              <a:off x="3462527" y="4005071"/>
              <a:ext cx="1377950" cy="0"/>
            </a:xfrm>
            <a:custGeom>
              <a:avLst/>
              <a:gdLst/>
              <a:ahLst/>
              <a:cxnLst/>
              <a:rect l="l" t="t" r="r" b="b"/>
              <a:pathLst>
                <a:path w="1377950">
                  <a:moveTo>
                    <a:pt x="0" y="0"/>
                  </a:moveTo>
                  <a:lnTo>
                    <a:pt x="12191" y="0"/>
                  </a:lnTo>
                </a:path>
                <a:path w="1377950">
                  <a:moveTo>
                    <a:pt x="1365504" y="0"/>
                  </a:moveTo>
                  <a:lnTo>
                    <a:pt x="1377696" y="0"/>
                  </a:lnTo>
                </a:path>
              </a:pathLst>
            </a:custGeom>
            <a:ln w="12191">
              <a:solidFill>
                <a:srgbClr val="E0E0E0"/>
              </a:solidFill>
            </a:ln>
          </p:spPr>
          <p:txBody>
            <a:bodyPr wrap="square" lIns="0" tIns="0" rIns="0" bIns="0" rtlCol="0"/>
            <a:lstStyle/>
            <a:p>
              <a:endParaRPr/>
            </a:p>
          </p:txBody>
        </p:sp>
        <p:pic>
          <p:nvPicPr>
            <p:cNvPr id="201" name="object 202">
              <a:extLst>
                <a:ext uri="{FF2B5EF4-FFF2-40B4-BE49-F238E27FC236}">
                  <a16:creationId xmlns:a16="http://schemas.microsoft.com/office/drawing/2014/main" id="{1CE1F592-AF37-46A2-8899-5436892628B8}"/>
                </a:ext>
              </a:extLst>
            </p:cNvPr>
            <p:cNvPicPr/>
            <p:nvPr/>
          </p:nvPicPr>
          <p:blipFill>
            <a:blip r:embed="rId121" cstate="print"/>
            <a:stretch>
              <a:fillRect/>
            </a:stretch>
          </p:blipFill>
          <p:spPr>
            <a:xfrm>
              <a:off x="2097024" y="3998975"/>
              <a:ext cx="316991" cy="24383"/>
            </a:xfrm>
            <a:prstGeom prst="rect">
              <a:avLst/>
            </a:prstGeom>
          </p:spPr>
        </p:pic>
        <p:sp>
          <p:nvSpPr>
            <p:cNvPr id="202" name="object 203">
              <a:extLst>
                <a:ext uri="{FF2B5EF4-FFF2-40B4-BE49-F238E27FC236}">
                  <a16:creationId xmlns:a16="http://schemas.microsoft.com/office/drawing/2014/main" id="{17896848-EFE7-4E15-B48E-76E5E7F2CFF9}"/>
                </a:ext>
              </a:extLst>
            </p:cNvPr>
            <p:cNvSpPr/>
            <p:nvPr/>
          </p:nvSpPr>
          <p:spPr>
            <a:xfrm>
              <a:off x="5120640" y="4005071"/>
              <a:ext cx="12700" cy="0"/>
            </a:xfrm>
            <a:custGeom>
              <a:avLst/>
              <a:gdLst/>
              <a:ahLst/>
              <a:cxnLst/>
              <a:rect l="l" t="t" r="r" b="b"/>
              <a:pathLst>
                <a:path w="12700">
                  <a:moveTo>
                    <a:pt x="0" y="0"/>
                  </a:moveTo>
                  <a:lnTo>
                    <a:pt x="12191" y="0"/>
                  </a:lnTo>
                </a:path>
              </a:pathLst>
            </a:custGeom>
            <a:ln w="12191">
              <a:solidFill>
                <a:srgbClr val="E0E0E0"/>
              </a:solidFill>
            </a:ln>
          </p:spPr>
          <p:txBody>
            <a:bodyPr wrap="square" lIns="0" tIns="0" rIns="0" bIns="0" rtlCol="0"/>
            <a:lstStyle/>
            <a:p>
              <a:endParaRPr/>
            </a:p>
          </p:txBody>
        </p:sp>
        <p:pic>
          <p:nvPicPr>
            <p:cNvPr id="203" name="object 204">
              <a:extLst>
                <a:ext uri="{FF2B5EF4-FFF2-40B4-BE49-F238E27FC236}">
                  <a16:creationId xmlns:a16="http://schemas.microsoft.com/office/drawing/2014/main" id="{16982CDB-D107-4B20-AABE-13984A6CA367}"/>
                </a:ext>
              </a:extLst>
            </p:cNvPr>
            <p:cNvPicPr/>
            <p:nvPr/>
          </p:nvPicPr>
          <p:blipFill>
            <a:blip r:embed="rId122" cstate="print"/>
            <a:stretch>
              <a:fillRect/>
            </a:stretch>
          </p:blipFill>
          <p:spPr>
            <a:xfrm>
              <a:off x="1804416" y="3998975"/>
              <a:ext cx="109728" cy="24383"/>
            </a:xfrm>
            <a:prstGeom prst="rect">
              <a:avLst/>
            </a:prstGeom>
          </p:spPr>
        </p:pic>
        <p:pic>
          <p:nvPicPr>
            <p:cNvPr id="204" name="object 205">
              <a:extLst>
                <a:ext uri="{FF2B5EF4-FFF2-40B4-BE49-F238E27FC236}">
                  <a16:creationId xmlns:a16="http://schemas.microsoft.com/office/drawing/2014/main" id="{356D5B14-2CC5-431F-A66A-909319471AA0}"/>
                </a:ext>
              </a:extLst>
            </p:cNvPr>
            <p:cNvPicPr/>
            <p:nvPr/>
          </p:nvPicPr>
          <p:blipFill>
            <a:blip r:embed="rId123" cstate="print"/>
            <a:stretch>
              <a:fillRect/>
            </a:stretch>
          </p:blipFill>
          <p:spPr>
            <a:xfrm>
              <a:off x="3291839" y="3998975"/>
              <a:ext cx="109728" cy="24383"/>
            </a:xfrm>
            <a:prstGeom prst="rect">
              <a:avLst/>
            </a:prstGeom>
          </p:spPr>
        </p:pic>
        <p:sp>
          <p:nvSpPr>
            <p:cNvPr id="205" name="object 206">
              <a:extLst>
                <a:ext uri="{FF2B5EF4-FFF2-40B4-BE49-F238E27FC236}">
                  <a16:creationId xmlns:a16="http://schemas.microsoft.com/office/drawing/2014/main" id="{1FEDCF35-D6CD-43DF-95F7-EAAF2BA13AA3}"/>
                </a:ext>
              </a:extLst>
            </p:cNvPr>
            <p:cNvSpPr/>
            <p:nvPr/>
          </p:nvSpPr>
          <p:spPr>
            <a:xfrm>
              <a:off x="646176" y="4011167"/>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pic>
          <p:nvPicPr>
            <p:cNvPr id="206" name="object 207">
              <a:extLst>
                <a:ext uri="{FF2B5EF4-FFF2-40B4-BE49-F238E27FC236}">
                  <a16:creationId xmlns:a16="http://schemas.microsoft.com/office/drawing/2014/main" id="{C2FA670F-1408-4948-B9D8-B65A3D54DC1D}"/>
                </a:ext>
              </a:extLst>
            </p:cNvPr>
            <p:cNvPicPr/>
            <p:nvPr/>
          </p:nvPicPr>
          <p:blipFill>
            <a:blip r:embed="rId124" cstate="print"/>
            <a:stretch>
              <a:fillRect/>
            </a:stretch>
          </p:blipFill>
          <p:spPr>
            <a:xfrm>
              <a:off x="1694688" y="3998975"/>
              <a:ext cx="60960" cy="36575"/>
            </a:xfrm>
            <a:prstGeom prst="rect">
              <a:avLst/>
            </a:prstGeom>
          </p:spPr>
        </p:pic>
        <p:pic>
          <p:nvPicPr>
            <p:cNvPr id="207" name="object 208">
              <a:extLst>
                <a:ext uri="{FF2B5EF4-FFF2-40B4-BE49-F238E27FC236}">
                  <a16:creationId xmlns:a16="http://schemas.microsoft.com/office/drawing/2014/main" id="{95B1700C-38CB-4A6E-9FE8-580C855AAC47}"/>
                </a:ext>
              </a:extLst>
            </p:cNvPr>
            <p:cNvPicPr/>
            <p:nvPr/>
          </p:nvPicPr>
          <p:blipFill>
            <a:blip r:embed="rId124" cstate="print"/>
            <a:stretch>
              <a:fillRect/>
            </a:stretch>
          </p:blipFill>
          <p:spPr>
            <a:xfrm>
              <a:off x="3182111" y="3998975"/>
              <a:ext cx="60959" cy="36575"/>
            </a:xfrm>
            <a:prstGeom prst="rect">
              <a:avLst/>
            </a:prstGeom>
          </p:spPr>
        </p:pic>
        <p:pic>
          <p:nvPicPr>
            <p:cNvPr id="208" name="object 209">
              <a:extLst>
                <a:ext uri="{FF2B5EF4-FFF2-40B4-BE49-F238E27FC236}">
                  <a16:creationId xmlns:a16="http://schemas.microsoft.com/office/drawing/2014/main" id="{C27FFD30-35A2-4837-AFCC-4EADE5FBBF83}"/>
                </a:ext>
              </a:extLst>
            </p:cNvPr>
            <p:cNvPicPr/>
            <p:nvPr/>
          </p:nvPicPr>
          <p:blipFill>
            <a:blip r:embed="rId125" cstate="print"/>
            <a:stretch>
              <a:fillRect/>
            </a:stretch>
          </p:blipFill>
          <p:spPr>
            <a:xfrm>
              <a:off x="5193792" y="3998975"/>
              <a:ext cx="219456" cy="24383"/>
            </a:xfrm>
            <a:prstGeom prst="rect">
              <a:avLst/>
            </a:prstGeom>
          </p:spPr>
        </p:pic>
        <p:pic>
          <p:nvPicPr>
            <p:cNvPr id="209" name="object 210">
              <a:extLst>
                <a:ext uri="{FF2B5EF4-FFF2-40B4-BE49-F238E27FC236}">
                  <a16:creationId xmlns:a16="http://schemas.microsoft.com/office/drawing/2014/main" id="{82BA4514-21AF-4F4A-8BD3-AD3FD681DC22}"/>
                </a:ext>
              </a:extLst>
            </p:cNvPr>
            <p:cNvPicPr/>
            <p:nvPr/>
          </p:nvPicPr>
          <p:blipFill>
            <a:blip r:embed="rId126" cstate="print"/>
            <a:stretch>
              <a:fillRect/>
            </a:stretch>
          </p:blipFill>
          <p:spPr>
            <a:xfrm>
              <a:off x="3584447" y="3998975"/>
              <a:ext cx="316992" cy="36575"/>
            </a:xfrm>
            <a:prstGeom prst="rect">
              <a:avLst/>
            </a:prstGeom>
          </p:spPr>
        </p:pic>
        <p:pic>
          <p:nvPicPr>
            <p:cNvPr id="210" name="object 211">
              <a:extLst>
                <a:ext uri="{FF2B5EF4-FFF2-40B4-BE49-F238E27FC236}">
                  <a16:creationId xmlns:a16="http://schemas.microsoft.com/office/drawing/2014/main" id="{36344055-2119-4056-9F64-51765DBF4189}"/>
                </a:ext>
              </a:extLst>
            </p:cNvPr>
            <p:cNvPicPr/>
            <p:nvPr/>
          </p:nvPicPr>
          <p:blipFill>
            <a:blip r:embed="rId127" cstate="print"/>
            <a:stretch>
              <a:fillRect/>
            </a:stretch>
          </p:blipFill>
          <p:spPr>
            <a:xfrm>
              <a:off x="4962144" y="3998975"/>
              <a:ext cx="73151" cy="24383"/>
            </a:xfrm>
            <a:prstGeom prst="rect">
              <a:avLst/>
            </a:prstGeom>
          </p:spPr>
        </p:pic>
        <p:sp>
          <p:nvSpPr>
            <p:cNvPr id="211" name="object 212">
              <a:extLst>
                <a:ext uri="{FF2B5EF4-FFF2-40B4-BE49-F238E27FC236}">
                  <a16:creationId xmlns:a16="http://schemas.microsoft.com/office/drawing/2014/main" id="{34D81B40-4503-4625-BE47-D8D35C043F7E}"/>
                </a:ext>
              </a:extLst>
            </p:cNvPr>
            <p:cNvSpPr/>
            <p:nvPr/>
          </p:nvSpPr>
          <p:spPr>
            <a:xfrm>
              <a:off x="646176" y="4023359"/>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pic>
          <p:nvPicPr>
            <p:cNvPr id="212" name="object 213">
              <a:extLst>
                <a:ext uri="{FF2B5EF4-FFF2-40B4-BE49-F238E27FC236}">
                  <a16:creationId xmlns:a16="http://schemas.microsoft.com/office/drawing/2014/main" id="{D353E9EB-0325-4269-A591-6DF44C142C7C}"/>
                </a:ext>
              </a:extLst>
            </p:cNvPr>
            <p:cNvPicPr/>
            <p:nvPr/>
          </p:nvPicPr>
          <p:blipFill>
            <a:blip r:embed="rId128" cstate="print"/>
            <a:stretch>
              <a:fillRect/>
            </a:stretch>
          </p:blipFill>
          <p:spPr>
            <a:xfrm>
              <a:off x="3230879" y="4011167"/>
              <a:ext cx="292607" cy="36576"/>
            </a:xfrm>
            <a:prstGeom prst="rect">
              <a:avLst/>
            </a:prstGeom>
          </p:spPr>
        </p:pic>
        <p:sp>
          <p:nvSpPr>
            <p:cNvPr id="213" name="object 214">
              <a:extLst>
                <a:ext uri="{FF2B5EF4-FFF2-40B4-BE49-F238E27FC236}">
                  <a16:creationId xmlns:a16="http://schemas.microsoft.com/office/drawing/2014/main" id="{5980D5FF-A01D-43B9-B255-F0BBBA2DD909}"/>
                </a:ext>
              </a:extLst>
            </p:cNvPr>
            <p:cNvSpPr/>
            <p:nvPr/>
          </p:nvSpPr>
          <p:spPr>
            <a:xfrm>
              <a:off x="4962144" y="4029455"/>
              <a:ext cx="12700" cy="0"/>
            </a:xfrm>
            <a:custGeom>
              <a:avLst/>
              <a:gdLst/>
              <a:ahLst/>
              <a:cxnLst/>
              <a:rect l="l" t="t" r="r" b="b"/>
              <a:pathLst>
                <a:path w="12700">
                  <a:moveTo>
                    <a:pt x="0" y="0"/>
                  </a:moveTo>
                  <a:lnTo>
                    <a:pt x="12191" y="0"/>
                  </a:lnTo>
                </a:path>
              </a:pathLst>
            </a:custGeom>
            <a:ln w="12191">
              <a:solidFill>
                <a:srgbClr val="626364"/>
              </a:solidFill>
            </a:ln>
          </p:spPr>
          <p:txBody>
            <a:bodyPr wrap="square" lIns="0" tIns="0" rIns="0" bIns="0" rtlCol="0"/>
            <a:lstStyle/>
            <a:p>
              <a:endParaRPr/>
            </a:p>
          </p:txBody>
        </p:sp>
        <p:sp>
          <p:nvSpPr>
            <p:cNvPr id="214" name="object 215">
              <a:extLst>
                <a:ext uri="{FF2B5EF4-FFF2-40B4-BE49-F238E27FC236}">
                  <a16:creationId xmlns:a16="http://schemas.microsoft.com/office/drawing/2014/main" id="{7149A1CA-1059-4D57-918D-19820EB0298B}"/>
                </a:ext>
              </a:extLst>
            </p:cNvPr>
            <p:cNvSpPr/>
            <p:nvPr/>
          </p:nvSpPr>
          <p:spPr>
            <a:xfrm>
              <a:off x="646176" y="4035551"/>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pic>
          <p:nvPicPr>
            <p:cNvPr id="215" name="object 216">
              <a:extLst>
                <a:ext uri="{FF2B5EF4-FFF2-40B4-BE49-F238E27FC236}">
                  <a16:creationId xmlns:a16="http://schemas.microsoft.com/office/drawing/2014/main" id="{6EFA6782-39DA-41A2-9F40-46C763F12776}"/>
                </a:ext>
              </a:extLst>
            </p:cNvPr>
            <p:cNvPicPr/>
            <p:nvPr/>
          </p:nvPicPr>
          <p:blipFill>
            <a:blip r:embed="rId129" cstate="print"/>
            <a:stretch>
              <a:fillRect/>
            </a:stretch>
          </p:blipFill>
          <p:spPr>
            <a:xfrm>
              <a:off x="1743456" y="4011167"/>
              <a:ext cx="414527" cy="48768"/>
            </a:xfrm>
            <a:prstGeom prst="rect">
              <a:avLst/>
            </a:prstGeom>
          </p:spPr>
        </p:pic>
        <p:pic>
          <p:nvPicPr>
            <p:cNvPr id="216" name="object 217">
              <a:extLst>
                <a:ext uri="{FF2B5EF4-FFF2-40B4-BE49-F238E27FC236}">
                  <a16:creationId xmlns:a16="http://schemas.microsoft.com/office/drawing/2014/main" id="{B432A5E8-4A43-4533-8707-7E2FBC16CB3D}"/>
                </a:ext>
              </a:extLst>
            </p:cNvPr>
            <p:cNvPicPr/>
            <p:nvPr/>
          </p:nvPicPr>
          <p:blipFill>
            <a:blip r:embed="rId130" cstate="print"/>
            <a:stretch>
              <a:fillRect/>
            </a:stretch>
          </p:blipFill>
          <p:spPr>
            <a:xfrm>
              <a:off x="2292096" y="4011167"/>
              <a:ext cx="134111" cy="48768"/>
            </a:xfrm>
            <a:prstGeom prst="rect">
              <a:avLst/>
            </a:prstGeom>
          </p:spPr>
        </p:pic>
        <p:pic>
          <p:nvPicPr>
            <p:cNvPr id="217" name="object 218">
              <a:extLst>
                <a:ext uri="{FF2B5EF4-FFF2-40B4-BE49-F238E27FC236}">
                  <a16:creationId xmlns:a16="http://schemas.microsoft.com/office/drawing/2014/main" id="{FB1F504C-6AE7-4E2C-ACF3-D83B592CBC92}"/>
                </a:ext>
              </a:extLst>
            </p:cNvPr>
            <p:cNvPicPr/>
            <p:nvPr/>
          </p:nvPicPr>
          <p:blipFill>
            <a:blip r:embed="rId131" cstate="print"/>
            <a:stretch>
              <a:fillRect/>
            </a:stretch>
          </p:blipFill>
          <p:spPr>
            <a:xfrm>
              <a:off x="743712" y="3998975"/>
              <a:ext cx="134111" cy="85344"/>
            </a:xfrm>
            <a:prstGeom prst="rect">
              <a:avLst/>
            </a:prstGeom>
          </p:spPr>
        </p:pic>
        <p:pic>
          <p:nvPicPr>
            <p:cNvPr id="218" name="object 219">
              <a:extLst>
                <a:ext uri="{FF2B5EF4-FFF2-40B4-BE49-F238E27FC236}">
                  <a16:creationId xmlns:a16="http://schemas.microsoft.com/office/drawing/2014/main" id="{865DFC2D-6970-42D1-8B04-526FA22AEB18}"/>
                </a:ext>
              </a:extLst>
            </p:cNvPr>
            <p:cNvPicPr/>
            <p:nvPr/>
          </p:nvPicPr>
          <p:blipFill>
            <a:blip r:embed="rId132" cstate="print"/>
            <a:stretch>
              <a:fillRect/>
            </a:stretch>
          </p:blipFill>
          <p:spPr>
            <a:xfrm>
              <a:off x="5181600" y="4011167"/>
              <a:ext cx="243839" cy="48768"/>
            </a:xfrm>
            <a:prstGeom prst="rect">
              <a:avLst/>
            </a:prstGeom>
          </p:spPr>
        </p:pic>
        <p:pic>
          <p:nvPicPr>
            <p:cNvPr id="219" name="object 220">
              <a:extLst>
                <a:ext uri="{FF2B5EF4-FFF2-40B4-BE49-F238E27FC236}">
                  <a16:creationId xmlns:a16="http://schemas.microsoft.com/office/drawing/2014/main" id="{1DC4687C-BBA3-46E0-A0E2-C87A2E87DF75}"/>
                </a:ext>
              </a:extLst>
            </p:cNvPr>
            <p:cNvPicPr/>
            <p:nvPr/>
          </p:nvPicPr>
          <p:blipFill>
            <a:blip r:embed="rId133" cstate="print"/>
            <a:stretch>
              <a:fillRect/>
            </a:stretch>
          </p:blipFill>
          <p:spPr>
            <a:xfrm>
              <a:off x="3694176" y="4011167"/>
              <a:ext cx="219455" cy="48768"/>
            </a:xfrm>
            <a:prstGeom prst="rect">
              <a:avLst/>
            </a:prstGeom>
          </p:spPr>
        </p:pic>
        <p:sp>
          <p:nvSpPr>
            <p:cNvPr id="220" name="object 221">
              <a:extLst>
                <a:ext uri="{FF2B5EF4-FFF2-40B4-BE49-F238E27FC236}">
                  <a16:creationId xmlns:a16="http://schemas.microsoft.com/office/drawing/2014/main" id="{9CC40589-571A-4698-86CE-20EA9D2C520E}"/>
                </a:ext>
              </a:extLst>
            </p:cNvPr>
            <p:cNvSpPr/>
            <p:nvPr/>
          </p:nvSpPr>
          <p:spPr>
            <a:xfrm>
              <a:off x="646176" y="4047743"/>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pic>
          <p:nvPicPr>
            <p:cNvPr id="221" name="object 222">
              <a:extLst>
                <a:ext uri="{FF2B5EF4-FFF2-40B4-BE49-F238E27FC236}">
                  <a16:creationId xmlns:a16="http://schemas.microsoft.com/office/drawing/2014/main" id="{95B56D0B-12E5-462A-A5A9-73D175D824FF}"/>
                </a:ext>
              </a:extLst>
            </p:cNvPr>
            <p:cNvPicPr/>
            <p:nvPr/>
          </p:nvPicPr>
          <p:blipFill>
            <a:blip r:embed="rId134" cstate="print"/>
            <a:stretch>
              <a:fillRect/>
            </a:stretch>
          </p:blipFill>
          <p:spPr>
            <a:xfrm>
              <a:off x="3596639" y="4035551"/>
              <a:ext cx="48767" cy="24383"/>
            </a:xfrm>
            <a:prstGeom prst="rect">
              <a:avLst/>
            </a:prstGeom>
          </p:spPr>
        </p:pic>
        <p:sp>
          <p:nvSpPr>
            <p:cNvPr id="222" name="object 223">
              <a:extLst>
                <a:ext uri="{FF2B5EF4-FFF2-40B4-BE49-F238E27FC236}">
                  <a16:creationId xmlns:a16="http://schemas.microsoft.com/office/drawing/2014/main" id="{9F401E7D-D313-44BC-AA11-92B06A518EB8}"/>
                </a:ext>
              </a:extLst>
            </p:cNvPr>
            <p:cNvSpPr/>
            <p:nvPr/>
          </p:nvSpPr>
          <p:spPr>
            <a:xfrm>
              <a:off x="1962912" y="4053839"/>
              <a:ext cx="12700" cy="0"/>
            </a:xfrm>
            <a:custGeom>
              <a:avLst/>
              <a:gdLst/>
              <a:ahLst/>
              <a:cxnLst/>
              <a:rect l="l" t="t" r="r" b="b"/>
              <a:pathLst>
                <a:path w="12700">
                  <a:moveTo>
                    <a:pt x="0" y="0"/>
                  </a:moveTo>
                  <a:lnTo>
                    <a:pt x="12191" y="0"/>
                  </a:lnTo>
                </a:path>
              </a:pathLst>
            </a:custGeom>
            <a:ln w="12191">
              <a:solidFill>
                <a:srgbClr val="434445"/>
              </a:solidFill>
            </a:ln>
          </p:spPr>
          <p:txBody>
            <a:bodyPr wrap="square" lIns="0" tIns="0" rIns="0" bIns="0" rtlCol="0"/>
            <a:lstStyle/>
            <a:p>
              <a:endParaRPr/>
            </a:p>
          </p:txBody>
        </p:sp>
        <p:sp>
          <p:nvSpPr>
            <p:cNvPr id="223" name="object 224">
              <a:extLst>
                <a:ext uri="{FF2B5EF4-FFF2-40B4-BE49-F238E27FC236}">
                  <a16:creationId xmlns:a16="http://schemas.microsoft.com/office/drawing/2014/main" id="{C3F0850F-92C8-4C1B-A168-6BBECDA21F9B}"/>
                </a:ext>
              </a:extLst>
            </p:cNvPr>
            <p:cNvSpPr/>
            <p:nvPr/>
          </p:nvSpPr>
          <p:spPr>
            <a:xfrm>
              <a:off x="2097024" y="4053839"/>
              <a:ext cx="12700" cy="0"/>
            </a:xfrm>
            <a:custGeom>
              <a:avLst/>
              <a:gdLst/>
              <a:ahLst/>
              <a:cxnLst/>
              <a:rect l="l" t="t" r="r" b="b"/>
              <a:pathLst>
                <a:path w="12700">
                  <a:moveTo>
                    <a:pt x="0" y="0"/>
                  </a:moveTo>
                  <a:lnTo>
                    <a:pt x="12191" y="0"/>
                  </a:lnTo>
                </a:path>
              </a:pathLst>
            </a:custGeom>
            <a:ln w="12191">
              <a:solidFill>
                <a:srgbClr val="D0D0D0"/>
              </a:solidFill>
            </a:ln>
          </p:spPr>
          <p:txBody>
            <a:bodyPr wrap="square" lIns="0" tIns="0" rIns="0" bIns="0" rtlCol="0"/>
            <a:lstStyle/>
            <a:p>
              <a:endParaRPr/>
            </a:p>
          </p:txBody>
        </p:sp>
        <p:pic>
          <p:nvPicPr>
            <p:cNvPr id="224" name="object 225">
              <a:extLst>
                <a:ext uri="{FF2B5EF4-FFF2-40B4-BE49-F238E27FC236}">
                  <a16:creationId xmlns:a16="http://schemas.microsoft.com/office/drawing/2014/main" id="{E37475CF-AA60-492F-B8E8-0D1DD40C0541}"/>
                </a:ext>
              </a:extLst>
            </p:cNvPr>
            <p:cNvPicPr/>
            <p:nvPr/>
          </p:nvPicPr>
          <p:blipFill>
            <a:blip r:embed="rId61" cstate="print"/>
            <a:stretch>
              <a:fillRect/>
            </a:stretch>
          </p:blipFill>
          <p:spPr>
            <a:xfrm>
              <a:off x="6071616" y="3913631"/>
              <a:ext cx="24383" cy="268224"/>
            </a:xfrm>
            <a:prstGeom prst="rect">
              <a:avLst/>
            </a:prstGeom>
          </p:spPr>
        </p:pic>
        <p:pic>
          <p:nvPicPr>
            <p:cNvPr id="225" name="object 226">
              <a:extLst>
                <a:ext uri="{FF2B5EF4-FFF2-40B4-BE49-F238E27FC236}">
                  <a16:creationId xmlns:a16="http://schemas.microsoft.com/office/drawing/2014/main" id="{51691EB4-EDAB-4B21-8A1C-F69FB147A77E}"/>
                </a:ext>
              </a:extLst>
            </p:cNvPr>
            <p:cNvPicPr/>
            <p:nvPr/>
          </p:nvPicPr>
          <p:blipFill>
            <a:blip r:embed="rId135" cstate="print"/>
            <a:stretch>
              <a:fillRect/>
            </a:stretch>
          </p:blipFill>
          <p:spPr>
            <a:xfrm>
              <a:off x="4620768" y="3998975"/>
              <a:ext cx="134112" cy="97536"/>
            </a:xfrm>
            <a:prstGeom prst="rect">
              <a:avLst/>
            </a:prstGeom>
          </p:spPr>
        </p:pic>
        <p:pic>
          <p:nvPicPr>
            <p:cNvPr id="226" name="object 227">
              <a:extLst>
                <a:ext uri="{FF2B5EF4-FFF2-40B4-BE49-F238E27FC236}">
                  <a16:creationId xmlns:a16="http://schemas.microsoft.com/office/drawing/2014/main" id="{8E5C2381-ECA9-452A-B6B8-218AA280C04A}"/>
                </a:ext>
              </a:extLst>
            </p:cNvPr>
            <p:cNvPicPr/>
            <p:nvPr/>
          </p:nvPicPr>
          <p:blipFill>
            <a:blip r:embed="rId136" cstate="print"/>
            <a:stretch>
              <a:fillRect/>
            </a:stretch>
          </p:blipFill>
          <p:spPr>
            <a:xfrm>
              <a:off x="4803648" y="3998975"/>
              <a:ext cx="243840" cy="97536"/>
            </a:xfrm>
            <a:prstGeom prst="rect">
              <a:avLst/>
            </a:prstGeom>
          </p:spPr>
        </p:pic>
        <p:pic>
          <p:nvPicPr>
            <p:cNvPr id="227" name="object 228">
              <a:extLst>
                <a:ext uri="{FF2B5EF4-FFF2-40B4-BE49-F238E27FC236}">
                  <a16:creationId xmlns:a16="http://schemas.microsoft.com/office/drawing/2014/main" id="{BD4EE85E-F3E4-4878-A8D1-AFA3F17C0839}"/>
                </a:ext>
              </a:extLst>
            </p:cNvPr>
            <p:cNvPicPr/>
            <p:nvPr/>
          </p:nvPicPr>
          <p:blipFill>
            <a:blip r:embed="rId137" cstate="print"/>
            <a:stretch>
              <a:fillRect/>
            </a:stretch>
          </p:blipFill>
          <p:spPr>
            <a:xfrm>
              <a:off x="1694688" y="4035551"/>
              <a:ext cx="182880" cy="48768"/>
            </a:xfrm>
            <a:prstGeom prst="rect">
              <a:avLst/>
            </a:prstGeom>
          </p:spPr>
        </p:pic>
        <p:sp>
          <p:nvSpPr>
            <p:cNvPr id="228" name="object 229">
              <a:extLst>
                <a:ext uri="{FF2B5EF4-FFF2-40B4-BE49-F238E27FC236}">
                  <a16:creationId xmlns:a16="http://schemas.microsoft.com/office/drawing/2014/main" id="{B744EB3C-E324-4BA5-9209-BB55AF72E906}"/>
                </a:ext>
              </a:extLst>
            </p:cNvPr>
            <p:cNvSpPr/>
            <p:nvPr/>
          </p:nvSpPr>
          <p:spPr>
            <a:xfrm>
              <a:off x="646176" y="4059935"/>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pic>
          <p:nvPicPr>
            <p:cNvPr id="229" name="object 230">
              <a:extLst>
                <a:ext uri="{FF2B5EF4-FFF2-40B4-BE49-F238E27FC236}">
                  <a16:creationId xmlns:a16="http://schemas.microsoft.com/office/drawing/2014/main" id="{A261346E-8FC4-43BA-AE52-002EC3CAABCD}"/>
                </a:ext>
              </a:extLst>
            </p:cNvPr>
            <p:cNvPicPr/>
            <p:nvPr/>
          </p:nvPicPr>
          <p:blipFill>
            <a:blip r:embed="rId138" cstate="print"/>
            <a:stretch>
              <a:fillRect/>
            </a:stretch>
          </p:blipFill>
          <p:spPr>
            <a:xfrm>
              <a:off x="3182111" y="4035551"/>
              <a:ext cx="280415" cy="48768"/>
            </a:xfrm>
            <a:prstGeom prst="rect">
              <a:avLst/>
            </a:prstGeom>
          </p:spPr>
        </p:pic>
        <p:pic>
          <p:nvPicPr>
            <p:cNvPr id="230" name="object 231">
              <a:extLst>
                <a:ext uri="{FF2B5EF4-FFF2-40B4-BE49-F238E27FC236}">
                  <a16:creationId xmlns:a16="http://schemas.microsoft.com/office/drawing/2014/main" id="{CDABCE34-DBBB-4C8A-A344-9C9263D6403C}"/>
                </a:ext>
              </a:extLst>
            </p:cNvPr>
            <p:cNvPicPr/>
            <p:nvPr/>
          </p:nvPicPr>
          <p:blipFill>
            <a:blip r:embed="rId139" cstate="print"/>
            <a:stretch>
              <a:fillRect/>
            </a:stretch>
          </p:blipFill>
          <p:spPr>
            <a:xfrm>
              <a:off x="5096256" y="4011167"/>
              <a:ext cx="146303" cy="73152"/>
            </a:xfrm>
            <a:prstGeom prst="rect">
              <a:avLst/>
            </a:prstGeom>
          </p:spPr>
        </p:pic>
        <p:pic>
          <p:nvPicPr>
            <p:cNvPr id="231" name="object 232">
              <a:extLst>
                <a:ext uri="{FF2B5EF4-FFF2-40B4-BE49-F238E27FC236}">
                  <a16:creationId xmlns:a16="http://schemas.microsoft.com/office/drawing/2014/main" id="{A9B4962A-4A40-4E2F-A2F3-805AC14FC2DC}"/>
                </a:ext>
              </a:extLst>
            </p:cNvPr>
            <p:cNvPicPr/>
            <p:nvPr/>
          </p:nvPicPr>
          <p:blipFill>
            <a:blip r:embed="rId140" cstate="print"/>
            <a:stretch>
              <a:fillRect/>
            </a:stretch>
          </p:blipFill>
          <p:spPr>
            <a:xfrm>
              <a:off x="1743456" y="4023359"/>
              <a:ext cx="499871" cy="73152"/>
            </a:xfrm>
            <a:prstGeom prst="rect">
              <a:avLst/>
            </a:prstGeom>
          </p:spPr>
        </p:pic>
        <p:sp>
          <p:nvSpPr>
            <p:cNvPr id="232" name="object 233">
              <a:extLst>
                <a:ext uri="{FF2B5EF4-FFF2-40B4-BE49-F238E27FC236}">
                  <a16:creationId xmlns:a16="http://schemas.microsoft.com/office/drawing/2014/main" id="{DC85F83F-19DA-46AA-AB53-795D668A03B3}"/>
                </a:ext>
              </a:extLst>
            </p:cNvPr>
            <p:cNvSpPr/>
            <p:nvPr/>
          </p:nvSpPr>
          <p:spPr>
            <a:xfrm>
              <a:off x="646176" y="4072127"/>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sp>
          <p:nvSpPr>
            <p:cNvPr id="233" name="object 234">
              <a:extLst>
                <a:ext uri="{FF2B5EF4-FFF2-40B4-BE49-F238E27FC236}">
                  <a16:creationId xmlns:a16="http://schemas.microsoft.com/office/drawing/2014/main" id="{3D9517B1-A1C9-461B-A270-3DB3F937AF92}"/>
                </a:ext>
              </a:extLst>
            </p:cNvPr>
            <p:cNvSpPr/>
            <p:nvPr/>
          </p:nvSpPr>
          <p:spPr>
            <a:xfrm>
              <a:off x="804672" y="4078223"/>
              <a:ext cx="12700" cy="0"/>
            </a:xfrm>
            <a:custGeom>
              <a:avLst/>
              <a:gdLst/>
              <a:ahLst/>
              <a:cxnLst/>
              <a:rect l="l" t="t" r="r" b="b"/>
              <a:pathLst>
                <a:path w="12700">
                  <a:moveTo>
                    <a:pt x="0" y="0"/>
                  </a:moveTo>
                  <a:lnTo>
                    <a:pt x="12191" y="0"/>
                  </a:lnTo>
                </a:path>
              </a:pathLst>
            </a:custGeom>
            <a:ln w="12191">
              <a:solidFill>
                <a:srgbClr val="434445"/>
              </a:solidFill>
            </a:ln>
          </p:spPr>
          <p:txBody>
            <a:bodyPr wrap="square" lIns="0" tIns="0" rIns="0" bIns="0" rtlCol="0"/>
            <a:lstStyle/>
            <a:p>
              <a:endParaRPr/>
            </a:p>
          </p:txBody>
        </p:sp>
        <p:pic>
          <p:nvPicPr>
            <p:cNvPr id="234" name="object 235">
              <a:extLst>
                <a:ext uri="{FF2B5EF4-FFF2-40B4-BE49-F238E27FC236}">
                  <a16:creationId xmlns:a16="http://schemas.microsoft.com/office/drawing/2014/main" id="{1768883E-005C-4380-9DE2-196A8701CEEB}"/>
                </a:ext>
              </a:extLst>
            </p:cNvPr>
            <p:cNvPicPr/>
            <p:nvPr/>
          </p:nvPicPr>
          <p:blipFill>
            <a:blip r:embed="rId141" cstate="print"/>
            <a:stretch>
              <a:fillRect/>
            </a:stretch>
          </p:blipFill>
          <p:spPr>
            <a:xfrm>
              <a:off x="3450335" y="4035551"/>
              <a:ext cx="292607" cy="73151"/>
            </a:xfrm>
            <a:prstGeom prst="rect">
              <a:avLst/>
            </a:prstGeom>
          </p:spPr>
        </p:pic>
        <p:pic>
          <p:nvPicPr>
            <p:cNvPr id="235" name="object 236">
              <a:extLst>
                <a:ext uri="{FF2B5EF4-FFF2-40B4-BE49-F238E27FC236}">
                  <a16:creationId xmlns:a16="http://schemas.microsoft.com/office/drawing/2014/main" id="{A55B350E-17CD-4E0F-B355-7EC607980956}"/>
                </a:ext>
              </a:extLst>
            </p:cNvPr>
            <p:cNvPicPr/>
            <p:nvPr/>
          </p:nvPicPr>
          <p:blipFill>
            <a:blip r:embed="rId142" cstate="print"/>
            <a:stretch>
              <a:fillRect/>
            </a:stretch>
          </p:blipFill>
          <p:spPr>
            <a:xfrm>
              <a:off x="5230368" y="4047743"/>
              <a:ext cx="195072" cy="48768"/>
            </a:xfrm>
            <a:prstGeom prst="rect">
              <a:avLst/>
            </a:prstGeom>
          </p:spPr>
        </p:pic>
        <p:pic>
          <p:nvPicPr>
            <p:cNvPr id="236" name="object 237">
              <a:extLst>
                <a:ext uri="{FF2B5EF4-FFF2-40B4-BE49-F238E27FC236}">
                  <a16:creationId xmlns:a16="http://schemas.microsoft.com/office/drawing/2014/main" id="{7330A672-78E7-41FB-92C2-7E1157060D72}"/>
                </a:ext>
              </a:extLst>
            </p:cNvPr>
            <p:cNvPicPr/>
            <p:nvPr/>
          </p:nvPicPr>
          <p:blipFill>
            <a:blip r:embed="rId143" cstate="print"/>
            <a:stretch>
              <a:fillRect/>
            </a:stretch>
          </p:blipFill>
          <p:spPr>
            <a:xfrm>
              <a:off x="2304287" y="4047743"/>
              <a:ext cx="121920" cy="48768"/>
            </a:xfrm>
            <a:prstGeom prst="rect">
              <a:avLst/>
            </a:prstGeom>
          </p:spPr>
        </p:pic>
        <p:sp>
          <p:nvSpPr>
            <p:cNvPr id="237" name="object 238">
              <a:extLst>
                <a:ext uri="{FF2B5EF4-FFF2-40B4-BE49-F238E27FC236}">
                  <a16:creationId xmlns:a16="http://schemas.microsoft.com/office/drawing/2014/main" id="{47C68973-6A02-4ACC-8D85-728E0169F3B9}"/>
                </a:ext>
              </a:extLst>
            </p:cNvPr>
            <p:cNvSpPr/>
            <p:nvPr/>
          </p:nvSpPr>
          <p:spPr>
            <a:xfrm>
              <a:off x="3450335" y="4078223"/>
              <a:ext cx="12700" cy="0"/>
            </a:xfrm>
            <a:custGeom>
              <a:avLst/>
              <a:gdLst/>
              <a:ahLst/>
              <a:cxnLst/>
              <a:rect l="l" t="t" r="r" b="b"/>
              <a:pathLst>
                <a:path w="12700">
                  <a:moveTo>
                    <a:pt x="0" y="0"/>
                  </a:moveTo>
                  <a:lnTo>
                    <a:pt x="12191" y="0"/>
                  </a:lnTo>
                </a:path>
              </a:pathLst>
            </a:custGeom>
            <a:ln w="12191">
              <a:solidFill>
                <a:srgbClr val="434445"/>
              </a:solidFill>
            </a:ln>
          </p:spPr>
          <p:txBody>
            <a:bodyPr wrap="square" lIns="0" tIns="0" rIns="0" bIns="0" rtlCol="0"/>
            <a:lstStyle/>
            <a:p>
              <a:endParaRPr/>
            </a:p>
          </p:txBody>
        </p:sp>
        <p:pic>
          <p:nvPicPr>
            <p:cNvPr id="238" name="object 239">
              <a:extLst>
                <a:ext uri="{FF2B5EF4-FFF2-40B4-BE49-F238E27FC236}">
                  <a16:creationId xmlns:a16="http://schemas.microsoft.com/office/drawing/2014/main" id="{C7F51017-E973-4AC5-ABB5-84DEDFC40CEC}"/>
                </a:ext>
              </a:extLst>
            </p:cNvPr>
            <p:cNvPicPr/>
            <p:nvPr/>
          </p:nvPicPr>
          <p:blipFill>
            <a:blip r:embed="rId144" cstate="print"/>
            <a:stretch>
              <a:fillRect/>
            </a:stretch>
          </p:blipFill>
          <p:spPr>
            <a:xfrm>
              <a:off x="804672" y="4072127"/>
              <a:ext cx="73152" cy="24383"/>
            </a:xfrm>
            <a:prstGeom prst="rect">
              <a:avLst/>
            </a:prstGeom>
          </p:spPr>
        </p:pic>
        <p:sp>
          <p:nvSpPr>
            <p:cNvPr id="239" name="object 240">
              <a:extLst>
                <a:ext uri="{FF2B5EF4-FFF2-40B4-BE49-F238E27FC236}">
                  <a16:creationId xmlns:a16="http://schemas.microsoft.com/office/drawing/2014/main" id="{CAF05869-4AE5-4D1F-9A48-8C025D469B8A}"/>
                </a:ext>
              </a:extLst>
            </p:cNvPr>
            <p:cNvSpPr/>
            <p:nvPr/>
          </p:nvSpPr>
          <p:spPr>
            <a:xfrm>
              <a:off x="4767071" y="4072127"/>
              <a:ext cx="12700" cy="12700"/>
            </a:xfrm>
            <a:custGeom>
              <a:avLst/>
              <a:gdLst/>
              <a:ahLst/>
              <a:cxnLst/>
              <a:rect l="l" t="t" r="r" b="b"/>
              <a:pathLst>
                <a:path w="12700" h="12700">
                  <a:moveTo>
                    <a:pt x="0" y="12191"/>
                  </a:moveTo>
                  <a:lnTo>
                    <a:pt x="12191" y="12191"/>
                  </a:lnTo>
                  <a:lnTo>
                    <a:pt x="12191" y="0"/>
                  </a:lnTo>
                  <a:lnTo>
                    <a:pt x="0" y="0"/>
                  </a:lnTo>
                  <a:lnTo>
                    <a:pt x="0" y="12191"/>
                  </a:lnTo>
                  <a:close/>
                </a:path>
              </a:pathLst>
            </a:custGeom>
            <a:solidFill>
              <a:srgbClr val="D0D0D0"/>
            </a:solidFill>
          </p:spPr>
          <p:txBody>
            <a:bodyPr wrap="square" lIns="0" tIns="0" rIns="0" bIns="0" rtlCol="0"/>
            <a:lstStyle/>
            <a:p>
              <a:endParaRPr/>
            </a:p>
          </p:txBody>
        </p:sp>
        <p:pic>
          <p:nvPicPr>
            <p:cNvPr id="240" name="object 241">
              <a:extLst>
                <a:ext uri="{FF2B5EF4-FFF2-40B4-BE49-F238E27FC236}">
                  <a16:creationId xmlns:a16="http://schemas.microsoft.com/office/drawing/2014/main" id="{F1EDC8F1-F052-400F-BB1B-8DDCF520A259}"/>
                </a:ext>
              </a:extLst>
            </p:cNvPr>
            <p:cNvPicPr/>
            <p:nvPr/>
          </p:nvPicPr>
          <p:blipFill>
            <a:blip r:embed="rId145" cstate="print"/>
            <a:stretch>
              <a:fillRect/>
            </a:stretch>
          </p:blipFill>
          <p:spPr>
            <a:xfrm>
              <a:off x="3791711" y="4047743"/>
              <a:ext cx="121919" cy="48768"/>
            </a:xfrm>
            <a:prstGeom prst="rect">
              <a:avLst/>
            </a:prstGeom>
          </p:spPr>
        </p:pic>
        <p:pic>
          <p:nvPicPr>
            <p:cNvPr id="241" name="object 242">
              <a:extLst>
                <a:ext uri="{FF2B5EF4-FFF2-40B4-BE49-F238E27FC236}">
                  <a16:creationId xmlns:a16="http://schemas.microsoft.com/office/drawing/2014/main" id="{4B9B55F8-43AD-4101-8C5A-744A410BF1E4}"/>
                </a:ext>
              </a:extLst>
            </p:cNvPr>
            <p:cNvPicPr/>
            <p:nvPr/>
          </p:nvPicPr>
          <p:blipFill>
            <a:blip r:embed="rId146" cstate="print"/>
            <a:stretch>
              <a:fillRect/>
            </a:stretch>
          </p:blipFill>
          <p:spPr>
            <a:xfrm>
              <a:off x="3279647" y="4059935"/>
              <a:ext cx="182880" cy="36576"/>
            </a:xfrm>
            <a:prstGeom prst="rect">
              <a:avLst/>
            </a:prstGeom>
          </p:spPr>
        </p:pic>
        <p:sp>
          <p:nvSpPr>
            <p:cNvPr id="242" name="object 243">
              <a:extLst>
                <a:ext uri="{FF2B5EF4-FFF2-40B4-BE49-F238E27FC236}">
                  <a16:creationId xmlns:a16="http://schemas.microsoft.com/office/drawing/2014/main" id="{1DC8E2EC-0C8F-412C-8A6E-1FB7543173BA}"/>
                </a:ext>
              </a:extLst>
            </p:cNvPr>
            <p:cNvSpPr/>
            <p:nvPr/>
          </p:nvSpPr>
          <p:spPr>
            <a:xfrm>
              <a:off x="646176" y="4084319"/>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sp>
          <p:nvSpPr>
            <p:cNvPr id="243" name="object 244">
              <a:extLst>
                <a:ext uri="{FF2B5EF4-FFF2-40B4-BE49-F238E27FC236}">
                  <a16:creationId xmlns:a16="http://schemas.microsoft.com/office/drawing/2014/main" id="{64C8A193-142D-4A3F-8D48-770BEE0ED2DC}"/>
                </a:ext>
              </a:extLst>
            </p:cNvPr>
            <p:cNvSpPr/>
            <p:nvPr/>
          </p:nvSpPr>
          <p:spPr>
            <a:xfrm>
              <a:off x="743712" y="4090415"/>
              <a:ext cx="12700" cy="0"/>
            </a:xfrm>
            <a:custGeom>
              <a:avLst/>
              <a:gdLst/>
              <a:ahLst/>
              <a:cxnLst/>
              <a:rect l="l" t="t" r="r" b="b"/>
              <a:pathLst>
                <a:path w="12700">
                  <a:moveTo>
                    <a:pt x="0" y="0"/>
                  </a:moveTo>
                  <a:lnTo>
                    <a:pt x="12191" y="0"/>
                  </a:lnTo>
                </a:path>
              </a:pathLst>
            </a:custGeom>
            <a:ln w="12191">
              <a:solidFill>
                <a:srgbClr val="919292"/>
              </a:solidFill>
            </a:ln>
          </p:spPr>
          <p:txBody>
            <a:bodyPr wrap="square" lIns="0" tIns="0" rIns="0" bIns="0" rtlCol="0"/>
            <a:lstStyle/>
            <a:p>
              <a:endParaRPr/>
            </a:p>
          </p:txBody>
        </p:sp>
        <p:pic>
          <p:nvPicPr>
            <p:cNvPr id="244" name="object 245">
              <a:extLst>
                <a:ext uri="{FF2B5EF4-FFF2-40B4-BE49-F238E27FC236}">
                  <a16:creationId xmlns:a16="http://schemas.microsoft.com/office/drawing/2014/main" id="{325F1490-CC3C-40D2-A67A-F0DF73490467}"/>
                </a:ext>
              </a:extLst>
            </p:cNvPr>
            <p:cNvPicPr/>
            <p:nvPr/>
          </p:nvPicPr>
          <p:blipFill>
            <a:blip r:embed="rId147" cstate="print"/>
            <a:stretch>
              <a:fillRect/>
            </a:stretch>
          </p:blipFill>
          <p:spPr>
            <a:xfrm>
              <a:off x="1706880" y="4072127"/>
              <a:ext cx="73151" cy="24383"/>
            </a:xfrm>
            <a:prstGeom prst="rect">
              <a:avLst/>
            </a:prstGeom>
          </p:spPr>
        </p:pic>
        <p:sp>
          <p:nvSpPr>
            <p:cNvPr id="245" name="object 246">
              <a:extLst>
                <a:ext uri="{FF2B5EF4-FFF2-40B4-BE49-F238E27FC236}">
                  <a16:creationId xmlns:a16="http://schemas.microsoft.com/office/drawing/2014/main" id="{6381887A-58C7-4CF0-8C5A-CE25A18FBFD0}"/>
                </a:ext>
              </a:extLst>
            </p:cNvPr>
            <p:cNvSpPr/>
            <p:nvPr/>
          </p:nvSpPr>
          <p:spPr>
            <a:xfrm>
              <a:off x="1767840" y="4090415"/>
              <a:ext cx="451484" cy="0"/>
            </a:xfrm>
            <a:custGeom>
              <a:avLst/>
              <a:gdLst/>
              <a:ahLst/>
              <a:cxnLst/>
              <a:rect l="l" t="t" r="r" b="b"/>
              <a:pathLst>
                <a:path w="451485">
                  <a:moveTo>
                    <a:pt x="0" y="0"/>
                  </a:moveTo>
                  <a:lnTo>
                    <a:pt x="12191" y="0"/>
                  </a:lnTo>
                </a:path>
                <a:path w="451485">
                  <a:moveTo>
                    <a:pt x="438911" y="0"/>
                  </a:moveTo>
                  <a:lnTo>
                    <a:pt x="451103" y="0"/>
                  </a:lnTo>
                </a:path>
              </a:pathLst>
            </a:custGeom>
            <a:ln w="12191">
              <a:solidFill>
                <a:srgbClr val="A1A2A2"/>
              </a:solidFill>
            </a:ln>
          </p:spPr>
          <p:txBody>
            <a:bodyPr wrap="square" lIns="0" tIns="0" rIns="0" bIns="0" rtlCol="0"/>
            <a:lstStyle/>
            <a:p>
              <a:endParaRPr/>
            </a:p>
          </p:txBody>
        </p:sp>
        <p:pic>
          <p:nvPicPr>
            <p:cNvPr id="246" name="object 247">
              <a:extLst>
                <a:ext uri="{FF2B5EF4-FFF2-40B4-BE49-F238E27FC236}">
                  <a16:creationId xmlns:a16="http://schemas.microsoft.com/office/drawing/2014/main" id="{F9CA2F42-E8CB-44C7-8E4C-3EFE6B2C671E}"/>
                </a:ext>
              </a:extLst>
            </p:cNvPr>
            <p:cNvPicPr/>
            <p:nvPr/>
          </p:nvPicPr>
          <p:blipFill>
            <a:blip r:embed="rId148" cstate="print"/>
            <a:stretch>
              <a:fillRect/>
            </a:stretch>
          </p:blipFill>
          <p:spPr>
            <a:xfrm>
              <a:off x="3194303" y="4059935"/>
              <a:ext cx="73152" cy="36576"/>
            </a:xfrm>
            <a:prstGeom prst="rect">
              <a:avLst/>
            </a:prstGeom>
          </p:spPr>
        </p:pic>
        <p:sp>
          <p:nvSpPr>
            <p:cNvPr id="247" name="object 248">
              <a:extLst>
                <a:ext uri="{FF2B5EF4-FFF2-40B4-BE49-F238E27FC236}">
                  <a16:creationId xmlns:a16="http://schemas.microsoft.com/office/drawing/2014/main" id="{E80C8D08-F9D0-49A5-91D0-951F5F352A52}"/>
                </a:ext>
              </a:extLst>
            </p:cNvPr>
            <p:cNvSpPr/>
            <p:nvPr/>
          </p:nvSpPr>
          <p:spPr>
            <a:xfrm>
              <a:off x="3255264" y="4090415"/>
              <a:ext cx="12700" cy="0"/>
            </a:xfrm>
            <a:custGeom>
              <a:avLst/>
              <a:gdLst/>
              <a:ahLst/>
              <a:cxnLst/>
              <a:rect l="l" t="t" r="r" b="b"/>
              <a:pathLst>
                <a:path w="12700">
                  <a:moveTo>
                    <a:pt x="0" y="0"/>
                  </a:moveTo>
                  <a:lnTo>
                    <a:pt x="12191" y="0"/>
                  </a:lnTo>
                </a:path>
              </a:pathLst>
            </a:custGeom>
            <a:ln w="12191">
              <a:solidFill>
                <a:srgbClr val="A1A2A2"/>
              </a:solidFill>
            </a:ln>
          </p:spPr>
          <p:txBody>
            <a:bodyPr wrap="square" lIns="0" tIns="0" rIns="0" bIns="0" rtlCol="0"/>
            <a:lstStyle/>
            <a:p>
              <a:endParaRPr/>
            </a:p>
          </p:txBody>
        </p:sp>
        <p:sp>
          <p:nvSpPr>
            <p:cNvPr id="248" name="object 249">
              <a:extLst>
                <a:ext uri="{FF2B5EF4-FFF2-40B4-BE49-F238E27FC236}">
                  <a16:creationId xmlns:a16="http://schemas.microsoft.com/office/drawing/2014/main" id="{DF59CDF1-4F15-45CD-BDEA-DE053CBFAA9A}"/>
                </a:ext>
              </a:extLst>
            </p:cNvPr>
            <p:cNvSpPr/>
            <p:nvPr/>
          </p:nvSpPr>
          <p:spPr>
            <a:xfrm>
              <a:off x="4767071" y="4084319"/>
              <a:ext cx="12700" cy="12700"/>
            </a:xfrm>
            <a:custGeom>
              <a:avLst/>
              <a:gdLst/>
              <a:ahLst/>
              <a:cxnLst/>
              <a:rect l="l" t="t" r="r" b="b"/>
              <a:pathLst>
                <a:path w="12700" h="12700">
                  <a:moveTo>
                    <a:pt x="0" y="12191"/>
                  </a:moveTo>
                  <a:lnTo>
                    <a:pt x="12191" y="12191"/>
                  </a:lnTo>
                  <a:lnTo>
                    <a:pt x="12191" y="0"/>
                  </a:lnTo>
                  <a:lnTo>
                    <a:pt x="0" y="0"/>
                  </a:lnTo>
                  <a:lnTo>
                    <a:pt x="0" y="12191"/>
                  </a:lnTo>
                  <a:close/>
                </a:path>
              </a:pathLst>
            </a:custGeom>
            <a:solidFill>
              <a:srgbClr val="A1A2A2"/>
            </a:solidFill>
          </p:spPr>
          <p:txBody>
            <a:bodyPr wrap="square" lIns="0" tIns="0" rIns="0" bIns="0" rtlCol="0"/>
            <a:lstStyle/>
            <a:p>
              <a:endParaRPr/>
            </a:p>
          </p:txBody>
        </p:sp>
        <p:pic>
          <p:nvPicPr>
            <p:cNvPr id="249" name="object 250">
              <a:extLst>
                <a:ext uri="{FF2B5EF4-FFF2-40B4-BE49-F238E27FC236}">
                  <a16:creationId xmlns:a16="http://schemas.microsoft.com/office/drawing/2014/main" id="{7F974E40-F8EE-4B03-A7E0-B73A5BD6559A}"/>
                </a:ext>
              </a:extLst>
            </p:cNvPr>
            <p:cNvPicPr/>
            <p:nvPr/>
          </p:nvPicPr>
          <p:blipFill>
            <a:blip r:embed="rId149" cstate="print"/>
            <a:stretch>
              <a:fillRect/>
            </a:stretch>
          </p:blipFill>
          <p:spPr>
            <a:xfrm>
              <a:off x="5120640" y="4059935"/>
              <a:ext cx="121919" cy="36576"/>
            </a:xfrm>
            <a:prstGeom prst="rect">
              <a:avLst/>
            </a:prstGeom>
          </p:spPr>
        </p:pic>
        <p:pic>
          <p:nvPicPr>
            <p:cNvPr id="250" name="object 251">
              <a:extLst>
                <a:ext uri="{FF2B5EF4-FFF2-40B4-BE49-F238E27FC236}">
                  <a16:creationId xmlns:a16="http://schemas.microsoft.com/office/drawing/2014/main" id="{73ADFC41-CF35-4F78-BF6E-123D11B03C70}"/>
                </a:ext>
              </a:extLst>
            </p:cNvPr>
            <p:cNvPicPr/>
            <p:nvPr/>
          </p:nvPicPr>
          <p:blipFill>
            <a:blip r:embed="rId150" cstate="print"/>
            <a:stretch>
              <a:fillRect/>
            </a:stretch>
          </p:blipFill>
          <p:spPr>
            <a:xfrm>
              <a:off x="4962144" y="4084319"/>
              <a:ext cx="85344" cy="24383"/>
            </a:xfrm>
            <a:prstGeom prst="rect">
              <a:avLst/>
            </a:prstGeom>
          </p:spPr>
        </p:pic>
        <p:sp>
          <p:nvSpPr>
            <p:cNvPr id="251" name="object 252">
              <a:extLst>
                <a:ext uri="{FF2B5EF4-FFF2-40B4-BE49-F238E27FC236}">
                  <a16:creationId xmlns:a16="http://schemas.microsoft.com/office/drawing/2014/main" id="{8761D3E9-8980-40BE-9404-BE7B52647421}"/>
                </a:ext>
              </a:extLst>
            </p:cNvPr>
            <p:cNvSpPr/>
            <p:nvPr/>
          </p:nvSpPr>
          <p:spPr>
            <a:xfrm>
              <a:off x="646176" y="4096511"/>
              <a:ext cx="24765" cy="24765"/>
            </a:xfrm>
            <a:custGeom>
              <a:avLst/>
              <a:gdLst/>
              <a:ahLst/>
              <a:cxnLst/>
              <a:rect l="l" t="t" r="r" b="b"/>
              <a:pathLst>
                <a:path w="24765" h="24764">
                  <a:moveTo>
                    <a:pt x="24384" y="0"/>
                  </a:moveTo>
                  <a:lnTo>
                    <a:pt x="0" y="0"/>
                  </a:lnTo>
                  <a:lnTo>
                    <a:pt x="0" y="12192"/>
                  </a:lnTo>
                  <a:lnTo>
                    <a:pt x="0" y="24384"/>
                  </a:lnTo>
                  <a:lnTo>
                    <a:pt x="24384" y="24384"/>
                  </a:lnTo>
                  <a:lnTo>
                    <a:pt x="24384" y="12192"/>
                  </a:lnTo>
                  <a:lnTo>
                    <a:pt x="24384" y="0"/>
                  </a:lnTo>
                  <a:close/>
                </a:path>
              </a:pathLst>
            </a:custGeom>
            <a:solidFill>
              <a:srgbClr val="7F7F7F"/>
            </a:solidFill>
          </p:spPr>
          <p:txBody>
            <a:bodyPr wrap="square" lIns="0" tIns="0" rIns="0" bIns="0" rtlCol="0"/>
            <a:lstStyle/>
            <a:p>
              <a:endParaRPr/>
            </a:p>
          </p:txBody>
        </p:sp>
        <p:pic>
          <p:nvPicPr>
            <p:cNvPr id="252" name="object 253">
              <a:extLst>
                <a:ext uri="{FF2B5EF4-FFF2-40B4-BE49-F238E27FC236}">
                  <a16:creationId xmlns:a16="http://schemas.microsoft.com/office/drawing/2014/main" id="{0F01FB8A-CE73-4227-B233-0C0F3421922E}"/>
                </a:ext>
              </a:extLst>
            </p:cNvPr>
            <p:cNvPicPr/>
            <p:nvPr/>
          </p:nvPicPr>
          <p:blipFill>
            <a:blip r:embed="rId151" cstate="print"/>
            <a:stretch>
              <a:fillRect/>
            </a:stretch>
          </p:blipFill>
          <p:spPr>
            <a:xfrm>
              <a:off x="1975104" y="4096511"/>
              <a:ext cx="24383" cy="24383"/>
            </a:xfrm>
            <a:prstGeom prst="rect">
              <a:avLst/>
            </a:prstGeom>
          </p:spPr>
        </p:pic>
        <p:pic>
          <p:nvPicPr>
            <p:cNvPr id="253" name="object 254">
              <a:extLst>
                <a:ext uri="{FF2B5EF4-FFF2-40B4-BE49-F238E27FC236}">
                  <a16:creationId xmlns:a16="http://schemas.microsoft.com/office/drawing/2014/main" id="{28668D7F-E066-4347-AC6F-179610EF4E33}"/>
                </a:ext>
              </a:extLst>
            </p:cNvPr>
            <p:cNvPicPr/>
            <p:nvPr/>
          </p:nvPicPr>
          <p:blipFill>
            <a:blip r:embed="rId152" cstate="print"/>
            <a:stretch>
              <a:fillRect/>
            </a:stretch>
          </p:blipFill>
          <p:spPr>
            <a:xfrm>
              <a:off x="2389631" y="4096511"/>
              <a:ext cx="24384" cy="24383"/>
            </a:xfrm>
            <a:prstGeom prst="rect">
              <a:avLst/>
            </a:prstGeom>
          </p:spPr>
        </p:pic>
        <p:sp>
          <p:nvSpPr>
            <p:cNvPr id="254" name="object 255">
              <a:extLst>
                <a:ext uri="{FF2B5EF4-FFF2-40B4-BE49-F238E27FC236}">
                  <a16:creationId xmlns:a16="http://schemas.microsoft.com/office/drawing/2014/main" id="{7C1CE6CF-667C-441A-A247-5C04B7CCBF50}"/>
                </a:ext>
              </a:extLst>
            </p:cNvPr>
            <p:cNvSpPr/>
            <p:nvPr/>
          </p:nvSpPr>
          <p:spPr>
            <a:xfrm>
              <a:off x="3462527" y="4114799"/>
              <a:ext cx="12700" cy="0"/>
            </a:xfrm>
            <a:custGeom>
              <a:avLst/>
              <a:gdLst/>
              <a:ahLst/>
              <a:cxnLst/>
              <a:rect l="l" t="t" r="r" b="b"/>
              <a:pathLst>
                <a:path w="12700">
                  <a:moveTo>
                    <a:pt x="0" y="0"/>
                  </a:moveTo>
                  <a:lnTo>
                    <a:pt x="12191" y="0"/>
                  </a:lnTo>
                </a:path>
              </a:pathLst>
            </a:custGeom>
            <a:ln w="12191">
              <a:solidFill>
                <a:srgbClr val="C0C1C1"/>
              </a:solidFill>
            </a:ln>
          </p:spPr>
          <p:txBody>
            <a:bodyPr wrap="square" lIns="0" tIns="0" rIns="0" bIns="0" rtlCol="0"/>
            <a:lstStyle/>
            <a:p>
              <a:endParaRPr/>
            </a:p>
          </p:txBody>
        </p:sp>
        <p:pic>
          <p:nvPicPr>
            <p:cNvPr id="255" name="object 256">
              <a:extLst>
                <a:ext uri="{FF2B5EF4-FFF2-40B4-BE49-F238E27FC236}">
                  <a16:creationId xmlns:a16="http://schemas.microsoft.com/office/drawing/2014/main" id="{C7DC5242-271B-4F3A-9E6D-6A711D8E28D4}"/>
                </a:ext>
              </a:extLst>
            </p:cNvPr>
            <p:cNvPicPr/>
            <p:nvPr/>
          </p:nvPicPr>
          <p:blipFill>
            <a:blip r:embed="rId152" cstate="print"/>
            <a:stretch>
              <a:fillRect/>
            </a:stretch>
          </p:blipFill>
          <p:spPr>
            <a:xfrm>
              <a:off x="3877055" y="4096511"/>
              <a:ext cx="24383" cy="24383"/>
            </a:xfrm>
            <a:prstGeom prst="rect">
              <a:avLst/>
            </a:prstGeom>
          </p:spPr>
        </p:pic>
        <p:sp>
          <p:nvSpPr>
            <p:cNvPr id="256" name="object 257">
              <a:extLst>
                <a:ext uri="{FF2B5EF4-FFF2-40B4-BE49-F238E27FC236}">
                  <a16:creationId xmlns:a16="http://schemas.microsoft.com/office/drawing/2014/main" id="{3AB707D6-AE87-41C2-827F-AE700DE2F7D3}"/>
                </a:ext>
              </a:extLst>
            </p:cNvPr>
            <p:cNvSpPr/>
            <p:nvPr/>
          </p:nvSpPr>
          <p:spPr>
            <a:xfrm>
              <a:off x="4974336" y="4114799"/>
              <a:ext cx="12700" cy="0"/>
            </a:xfrm>
            <a:custGeom>
              <a:avLst/>
              <a:gdLst/>
              <a:ahLst/>
              <a:cxnLst/>
              <a:rect l="l" t="t" r="r" b="b"/>
              <a:pathLst>
                <a:path w="12700">
                  <a:moveTo>
                    <a:pt x="0" y="0"/>
                  </a:moveTo>
                  <a:lnTo>
                    <a:pt x="12191" y="0"/>
                  </a:lnTo>
                </a:path>
              </a:pathLst>
            </a:custGeom>
            <a:ln w="12191">
              <a:solidFill>
                <a:srgbClr val="C0C1C1"/>
              </a:solidFill>
            </a:ln>
          </p:spPr>
          <p:txBody>
            <a:bodyPr wrap="square" lIns="0" tIns="0" rIns="0" bIns="0" rtlCol="0"/>
            <a:lstStyle/>
            <a:p>
              <a:endParaRPr/>
            </a:p>
          </p:txBody>
        </p:sp>
        <p:pic>
          <p:nvPicPr>
            <p:cNvPr id="257" name="object 258">
              <a:extLst>
                <a:ext uri="{FF2B5EF4-FFF2-40B4-BE49-F238E27FC236}">
                  <a16:creationId xmlns:a16="http://schemas.microsoft.com/office/drawing/2014/main" id="{6EF2A2A0-F2D5-4E88-9FF1-33C935B974F3}"/>
                </a:ext>
              </a:extLst>
            </p:cNvPr>
            <p:cNvPicPr/>
            <p:nvPr/>
          </p:nvPicPr>
          <p:blipFill>
            <a:blip r:embed="rId152" cstate="print"/>
            <a:stretch>
              <a:fillRect/>
            </a:stretch>
          </p:blipFill>
          <p:spPr>
            <a:xfrm>
              <a:off x="5388864" y="4096511"/>
              <a:ext cx="24383" cy="24383"/>
            </a:xfrm>
            <a:prstGeom prst="rect">
              <a:avLst/>
            </a:prstGeom>
          </p:spPr>
        </p:pic>
        <p:sp>
          <p:nvSpPr>
            <p:cNvPr id="258" name="object 259">
              <a:extLst>
                <a:ext uri="{FF2B5EF4-FFF2-40B4-BE49-F238E27FC236}">
                  <a16:creationId xmlns:a16="http://schemas.microsoft.com/office/drawing/2014/main" id="{23A1C2A2-D528-4651-A2FE-A99588C26564}"/>
                </a:ext>
              </a:extLst>
            </p:cNvPr>
            <p:cNvSpPr/>
            <p:nvPr/>
          </p:nvSpPr>
          <p:spPr>
            <a:xfrm>
              <a:off x="646176" y="4120895"/>
              <a:ext cx="24765" cy="60960"/>
            </a:xfrm>
            <a:custGeom>
              <a:avLst/>
              <a:gdLst/>
              <a:ahLst/>
              <a:cxnLst/>
              <a:rect l="l" t="t" r="r" b="b"/>
              <a:pathLst>
                <a:path w="24765" h="60960">
                  <a:moveTo>
                    <a:pt x="24384" y="0"/>
                  </a:moveTo>
                  <a:lnTo>
                    <a:pt x="0" y="0"/>
                  </a:lnTo>
                  <a:lnTo>
                    <a:pt x="0" y="12192"/>
                  </a:lnTo>
                  <a:lnTo>
                    <a:pt x="0" y="24384"/>
                  </a:lnTo>
                  <a:lnTo>
                    <a:pt x="0" y="36576"/>
                  </a:lnTo>
                  <a:lnTo>
                    <a:pt x="0" y="48768"/>
                  </a:lnTo>
                  <a:lnTo>
                    <a:pt x="0" y="60960"/>
                  </a:lnTo>
                  <a:lnTo>
                    <a:pt x="24384" y="60960"/>
                  </a:lnTo>
                  <a:lnTo>
                    <a:pt x="24384" y="48768"/>
                  </a:lnTo>
                  <a:lnTo>
                    <a:pt x="24384" y="36576"/>
                  </a:lnTo>
                  <a:lnTo>
                    <a:pt x="24384" y="24384"/>
                  </a:lnTo>
                  <a:lnTo>
                    <a:pt x="24384" y="12192"/>
                  </a:lnTo>
                  <a:lnTo>
                    <a:pt x="24384" y="0"/>
                  </a:lnTo>
                  <a:close/>
                </a:path>
              </a:pathLst>
            </a:custGeom>
            <a:solidFill>
              <a:srgbClr val="7F7F7F"/>
            </a:solidFill>
          </p:spPr>
          <p:txBody>
            <a:bodyPr wrap="square" lIns="0" tIns="0" rIns="0" bIns="0" rtlCol="0"/>
            <a:lstStyle/>
            <a:p>
              <a:endParaRPr/>
            </a:p>
          </p:txBody>
        </p:sp>
        <p:pic>
          <p:nvPicPr>
            <p:cNvPr id="259" name="object 260">
              <a:extLst>
                <a:ext uri="{FF2B5EF4-FFF2-40B4-BE49-F238E27FC236}">
                  <a16:creationId xmlns:a16="http://schemas.microsoft.com/office/drawing/2014/main" id="{65403BDA-6AE7-41A2-AD62-76F29A356449}"/>
                </a:ext>
              </a:extLst>
            </p:cNvPr>
            <p:cNvPicPr/>
            <p:nvPr/>
          </p:nvPicPr>
          <p:blipFill>
            <a:blip r:embed="rId153" cstate="print"/>
            <a:stretch>
              <a:fillRect/>
            </a:stretch>
          </p:blipFill>
          <p:spPr>
            <a:xfrm>
              <a:off x="646176" y="4181855"/>
              <a:ext cx="5451347" cy="292607"/>
            </a:xfrm>
            <a:prstGeom prst="rect">
              <a:avLst/>
            </a:prstGeom>
          </p:spPr>
        </p:pic>
        <p:sp>
          <p:nvSpPr>
            <p:cNvPr id="260" name="object 261">
              <a:extLst>
                <a:ext uri="{FF2B5EF4-FFF2-40B4-BE49-F238E27FC236}">
                  <a16:creationId xmlns:a16="http://schemas.microsoft.com/office/drawing/2014/main" id="{9A172A5F-81EA-4B63-A1A5-FD57AE5FD6E5}"/>
                </a:ext>
              </a:extLst>
            </p:cNvPr>
            <p:cNvSpPr/>
            <p:nvPr/>
          </p:nvSpPr>
          <p:spPr>
            <a:xfrm>
              <a:off x="646176" y="4474463"/>
              <a:ext cx="24765" cy="109855"/>
            </a:xfrm>
            <a:custGeom>
              <a:avLst/>
              <a:gdLst/>
              <a:ahLst/>
              <a:cxnLst/>
              <a:rect l="l" t="t" r="r" b="b"/>
              <a:pathLst>
                <a:path w="24765" h="109854">
                  <a:moveTo>
                    <a:pt x="24384" y="0"/>
                  </a:moveTo>
                  <a:lnTo>
                    <a:pt x="0" y="0"/>
                  </a:lnTo>
                  <a:lnTo>
                    <a:pt x="0" y="12192"/>
                  </a:lnTo>
                  <a:lnTo>
                    <a:pt x="0" y="24384"/>
                  </a:lnTo>
                  <a:lnTo>
                    <a:pt x="0" y="109728"/>
                  </a:lnTo>
                  <a:lnTo>
                    <a:pt x="24384" y="109728"/>
                  </a:lnTo>
                  <a:lnTo>
                    <a:pt x="24384" y="12192"/>
                  </a:lnTo>
                  <a:lnTo>
                    <a:pt x="24384" y="0"/>
                  </a:lnTo>
                  <a:close/>
                </a:path>
              </a:pathLst>
            </a:custGeom>
            <a:solidFill>
              <a:srgbClr val="7F7F7F"/>
            </a:solidFill>
          </p:spPr>
          <p:txBody>
            <a:bodyPr wrap="square" lIns="0" tIns="0" rIns="0" bIns="0" rtlCol="0"/>
            <a:lstStyle/>
            <a:p>
              <a:endParaRPr/>
            </a:p>
          </p:txBody>
        </p:sp>
        <p:sp>
          <p:nvSpPr>
            <p:cNvPr id="261" name="object 262">
              <a:extLst>
                <a:ext uri="{FF2B5EF4-FFF2-40B4-BE49-F238E27FC236}">
                  <a16:creationId xmlns:a16="http://schemas.microsoft.com/office/drawing/2014/main" id="{50AD9F49-9C4F-478E-B01E-53B40914B205}"/>
                </a:ext>
              </a:extLst>
            </p:cNvPr>
            <p:cNvSpPr/>
            <p:nvPr/>
          </p:nvSpPr>
          <p:spPr>
            <a:xfrm>
              <a:off x="3535679" y="4578095"/>
              <a:ext cx="1450975" cy="0"/>
            </a:xfrm>
            <a:custGeom>
              <a:avLst/>
              <a:gdLst/>
              <a:ahLst/>
              <a:cxnLst/>
              <a:rect l="l" t="t" r="r" b="b"/>
              <a:pathLst>
                <a:path w="1450975">
                  <a:moveTo>
                    <a:pt x="0" y="0"/>
                  </a:moveTo>
                  <a:lnTo>
                    <a:pt x="12191" y="0"/>
                  </a:lnTo>
                </a:path>
                <a:path w="1450975">
                  <a:moveTo>
                    <a:pt x="414528" y="0"/>
                  </a:moveTo>
                  <a:lnTo>
                    <a:pt x="426720" y="0"/>
                  </a:lnTo>
                </a:path>
                <a:path w="1450975">
                  <a:moveTo>
                    <a:pt x="1438655" y="0"/>
                  </a:moveTo>
                  <a:lnTo>
                    <a:pt x="1450847" y="0"/>
                  </a:lnTo>
                </a:path>
              </a:pathLst>
            </a:custGeom>
            <a:ln w="12191">
              <a:solidFill>
                <a:srgbClr val="E0E0E0"/>
              </a:solidFill>
            </a:ln>
          </p:spPr>
          <p:txBody>
            <a:bodyPr wrap="square" lIns="0" tIns="0" rIns="0" bIns="0" rtlCol="0"/>
            <a:lstStyle/>
            <a:p>
              <a:endParaRPr/>
            </a:p>
          </p:txBody>
        </p:sp>
        <p:pic>
          <p:nvPicPr>
            <p:cNvPr id="262" name="object 263">
              <a:extLst>
                <a:ext uri="{FF2B5EF4-FFF2-40B4-BE49-F238E27FC236}">
                  <a16:creationId xmlns:a16="http://schemas.microsoft.com/office/drawing/2014/main" id="{4FBB026D-2080-46FB-8AA8-3E8691531FF7}"/>
                </a:ext>
              </a:extLst>
            </p:cNvPr>
            <p:cNvPicPr/>
            <p:nvPr/>
          </p:nvPicPr>
          <p:blipFill>
            <a:blip r:embed="rId154" cstate="print"/>
            <a:stretch>
              <a:fillRect/>
            </a:stretch>
          </p:blipFill>
          <p:spPr>
            <a:xfrm>
              <a:off x="743712" y="4571999"/>
              <a:ext cx="73151" cy="36576"/>
            </a:xfrm>
            <a:prstGeom prst="rect">
              <a:avLst/>
            </a:prstGeom>
          </p:spPr>
        </p:pic>
        <p:sp>
          <p:nvSpPr>
            <p:cNvPr id="263" name="object 264">
              <a:extLst>
                <a:ext uri="{FF2B5EF4-FFF2-40B4-BE49-F238E27FC236}">
                  <a16:creationId xmlns:a16="http://schemas.microsoft.com/office/drawing/2014/main" id="{CADFBE71-914F-4E83-BA5E-FEBCD9B2C431}"/>
                </a:ext>
              </a:extLst>
            </p:cNvPr>
            <p:cNvSpPr/>
            <p:nvPr/>
          </p:nvSpPr>
          <p:spPr>
            <a:xfrm>
              <a:off x="646176" y="4584191"/>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pic>
          <p:nvPicPr>
            <p:cNvPr id="264" name="object 265">
              <a:extLst>
                <a:ext uri="{FF2B5EF4-FFF2-40B4-BE49-F238E27FC236}">
                  <a16:creationId xmlns:a16="http://schemas.microsoft.com/office/drawing/2014/main" id="{BD6C30B3-82E5-43B9-92A6-B8C666C3765D}"/>
                </a:ext>
              </a:extLst>
            </p:cNvPr>
            <p:cNvPicPr/>
            <p:nvPr/>
          </p:nvPicPr>
          <p:blipFill>
            <a:blip r:embed="rId155" cstate="print"/>
            <a:stretch>
              <a:fillRect/>
            </a:stretch>
          </p:blipFill>
          <p:spPr>
            <a:xfrm>
              <a:off x="3279647" y="4571999"/>
              <a:ext cx="195072" cy="36576"/>
            </a:xfrm>
            <a:prstGeom prst="rect">
              <a:avLst/>
            </a:prstGeom>
          </p:spPr>
        </p:pic>
        <p:pic>
          <p:nvPicPr>
            <p:cNvPr id="265" name="object 266">
              <a:extLst>
                <a:ext uri="{FF2B5EF4-FFF2-40B4-BE49-F238E27FC236}">
                  <a16:creationId xmlns:a16="http://schemas.microsoft.com/office/drawing/2014/main" id="{A7299790-1FA2-4987-9218-AE0F0D6FA7E2}"/>
                </a:ext>
              </a:extLst>
            </p:cNvPr>
            <p:cNvPicPr/>
            <p:nvPr/>
          </p:nvPicPr>
          <p:blipFill>
            <a:blip r:embed="rId124" cstate="print"/>
            <a:stretch>
              <a:fillRect/>
            </a:stretch>
          </p:blipFill>
          <p:spPr>
            <a:xfrm>
              <a:off x="1694688" y="4571999"/>
              <a:ext cx="60960" cy="36576"/>
            </a:xfrm>
            <a:prstGeom prst="rect">
              <a:avLst/>
            </a:prstGeom>
          </p:spPr>
        </p:pic>
        <p:pic>
          <p:nvPicPr>
            <p:cNvPr id="266" name="object 267">
              <a:extLst>
                <a:ext uri="{FF2B5EF4-FFF2-40B4-BE49-F238E27FC236}">
                  <a16:creationId xmlns:a16="http://schemas.microsoft.com/office/drawing/2014/main" id="{BA340C9C-7D79-464C-8F28-FAA549731D91}"/>
                </a:ext>
              </a:extLst>
            </p:cNvPr>
            <p:cNvPicPr/>
            <p:nvPr/>
          </p:nvPicPr>
          <p:blipFill>
            <a:blip r:embed="rId156" cstate="print"/>
            <a:stretch>
              <a:fillRect/>
            </a:stretch>
          </p:blipFill>
          <p:spPr>
            <a:xfrm>
              <a:off x="2194560" y="4571999"/>
              <a:ext cx="219456" cy="36576"/>
            </a:xfrm>
            <a:prstGeom prst="rect">
              <a:avLst/>
            </a:prstGeom>
          </p:spPr>
        </p:pic>
        <p:pic>
          <p:nvPicPr>
            <p:cNvPr id="267" name="object 268">
              <a:extLst>
                <a:ext uri="{FF2B5EF4-FFF2-40B4-BE49-F238E27FC236}">
                  <a16:creationId xmlns:a16="http://schemas.microsoft.com/office/drawing/2014/main" id="{7F0BEAE9-79A3-4432-8764-4D2B138AB23F}"/>
                </a:ext>
              </a:extLst>
            </p:cNvPr>
            <p:cNvPicPr/>
            <p:nvPr/>
          </p:nvPicPr>
          <p:blipFill>
            <a:blip r:embed="rId157" cstate="print"/>
            <a:stretch>
              <a:fillRect/>
            </a:stretch>
          </p:blipFill>
          <p:spPr>
            <a:xfrm>
              <a:off x="1804416" y="4571999"/>
              <a:ext cx="109728" cy="36576"/>
            </a:xfrm>
            <a:prstGeom prst="rect">
              <a:avLst/>
            </a:prstGeom>
          </p:spPr>
        </p:pic>
        <p:pic>
          <p:nvPicPr>
            <p:cNvPr id="268" name="object 269">
              <a:extLst>
                <a:ext uri="{FF2B5EF4-FFF2-40B4-BE49-F238E27FC236}">
                  <a16:creationId xmlns:a16="http://schemas.microsoft.com/office/drawing/2014/main" id="{D7F7241D-2720-4F2C-B81F-F83FD1A8D3E8}"/>
                </a:ext>
              </a:extLst>
            </p:cNvPr>
            <p:cNvPicPr/>
            <p:nvPr/>
          </p:nvPicPr>
          <p:blipFill>
            <a:blip r:embed="rId124" cstate="print"/>
            <a:stretch>
              <a:fillRect/>
            </a:stretch>
          </p:blipFill>
          <p:spPr>
            <a:xfrm>
              <a:off x="3182111" y="4571999"/>
              <a:ext cx="60959" cy="36576"/>
            </a:xfrm>
            <a:prstGeom prst="rect">
              <a:avLst/>
            </a:prstGeom>
          </p:spPr>
        </p:pic>
        <p:sp>
          <p:nvSpPr>
            <p:cNvPr id="269" name="object 270">
              <a:extLst>
                <a:ext uri="{FF2B5EF4-FFF2-40B4-BE49-F238E27FC236}">
                  <a16:creationId xmlns:a16="http://schemas.microsoft.com/office/drawing/2014/main" id="{92D07664-957B-4011-B96A-C0E9C39D7D75}"/>
                </a:ext>
              </a:extLst>
            </p:cNvPr>
            <p:cNvSpPr/>
            <p:nvPr/>
          </p:nvSpPr>
          <p:spPr>
            <a:xfrm>
              <a:off x="3572255" y="4590287"/>
              <a:ext cx="12700" cy="0"/>
            </a:xfrm>
            <a:custGeom>
              <a:avLst/>
              <a:gdLst/>
              <a:ahLst/>
              <a:cxnLst/>
              <a:rect l="l" t="t" r="r" b="b"/>
              <a:pathLst>
                <a:path w="12700">
                  <a:moveTo>
                    <a:pt x="0" y="0"/>
                  </a:moveTo>
                  <a:lnTo>
                    <a:pt x="12191" y="0"/>
                  </a:lnTo>
                </a:path>
              </a:pathLst>
            </a:custGeom>
            <a:ln w="12191">
              <a:solidFill>
                <a:srgbClr val="D0D0D0"/>
              </a:solidFill>
            </a:ln>
          </p:spPr>
          <p:txBody>
            <a:bodyPr wrap="square" lIns="0" tIns="0" rIns="0" bIns="0" rtlCol="0"/>
            <a:lstStyle/>
            <a:p>
              <a:endParaRPr/>
            </a:p>
          </p:txBody>
        </p:sp>
        <p:pic>
          <p:nvPicPr>
            <p:cNvPr id="270" name="object 271">
              <a:extLst>
                <a:ext uri="{FF2B5EF4-FFF2-40B4-BE49-F238E27FC236}">
                  <a16:creationId xmlns:a16="http://schemas.microsoft.com/office/drawing/2014/main" id="{464BBD9A-FCF4-4F4D-B262-CB4803A8BB3C}"/>
                </a:ext>
              </a:extLst>
            </p:cNvPr>
            <p:cNvPicPr/>
            <p:nvPr/>
          </p:nvPicPr>
          <p:blipFill>
            <a:blip r:embed="rId158" cstate="print"/>
            <a:stretch>
              <a:fillRect/>
            </a:stretch>
          </p:blipFill>
          <p:spPr>
            <a:xfrm>
              <a:off x="4632959" y="4571999"/>
              <a:ext cx="280416" cy="36576"/>
            </a:xfrm>
            <a:prstGeom prst="rect">
              <a:avLst/>
            </a:prstGeom>
          </p:spPr>
        </p:pic>
        <p:pic>
          <p:nvPicPr>
            <p:cNvPr id="271" name="object 272">
              <a:extLst>
                <a:ext uri="{FF2B5EF4-FFF2-40B4-BE49-F238E27FC236}">
                  <a16:creationId xmlns:a16="http://schemas.microsoft.com/office/drawing/2014/main" id="{B9C327BE-19DE-472E-A829-F3F52D746815}"/>
                </a:ext>
              </a:extLst>
            </p:cNvPr>
            <p:cNvPicPr/>
            <p:nvPr/>
          </p:nvPicPr>
          <p:blipFill>
            <a:blip r:embed="rId159" cstate="print"/>
            <a:stretch>
              <a:fillRect/>
            </a:stretch>
          </p:blipFill>
          <p:spPr>
            <a:xfrm>
              <a:off x="3645408" y="4571999"/>
              <a:ext cx="329183" cy="36576"/>
            </a:xfrm>
            <a:prstGeom prst="rect">
              <a:avLst/>
            </a:prstGeom>
          </p:spPr>
        </p:pic>
        <p:pic>
          <p:nvPicPr>
            <p:cNvPr id="272" name="object 273">
              <a:extLst>
                <a:ext uri="{FF2B5EF4-FFF2-40B4-BE49-F238E27FC236}">
                  <a16:creationId xmlns:a16="http://schemas.microsoft.com/office/drawing/2014/main" id="{224E8E92-8A2B-4DD4-80E8-841F170B8695}"/>
                </a:ext>
              </a:extLst>
            </p:cNvPr>
            <p:cNvPicPr/>
            <p:nvPr/>
          </p:nvPicPr>
          <p:blipFill>
            <a:blip r:embed="rId160" cstate="print"/>
            <a:stretch>
              <a:fillRect/>
            </a:stretch>
          </p:blipFill>
          <p:spPr>
            <a:xfrm>
              <a:off x="5181600" y="4571999"/>
              <a:ext cx="231648" cy="36576"/>
            </a:xfrm>
            <a:prstGeom prst="rect">
              <a:avLst/>
            </a:prstGeom>
          </p:spPr>
        </p:pic>
        <p:pic>
          <p:nvPicPr>
            <p:cNvPr id="273" name="object 274">
              <a:extLst>
                <a:ext uri="{FF2B5EF4-FFF2-40B4-BE49-F238E27FC236}">
                  <a16:creationId xmlns:a16="http://schemas.microsoft.com/office/drawing/2014/main" id="{6B8156AD-68AB-47C5-9152-344D6CF8BD7A}"/>
                </a:ext>
              </a:extLst>
            </p:cNvPr>
            <p:cNvPicPr/>
            <p:nvPr/>
          </p:nvPicPr>
          <p:blipFill>
            <a:blip r:embed="rId161" cstate="print"/>
            <a:stretch>
              <a:fillRect/>
            </a:stretch>
          </p:blipFill>
          <p:spPr>
            <a:xfrm>
              <a:off x="5084064" y="4571999"/>
              <a:ext cx="60960" cy="36576"/>
            </a:xfrm>
            <a:prstGeom prst="rect">
              <a:avLst/>
            </a:prstGeom>
          </p:spPr>
        </p:pic>
        <p:sp>
          <p:nvSpPr>
            <p:cNvPr id="274" name="object 275">
              <a:extLst>
                <a:ext uri="{FF2B5EF4-FFF2-40B4-BE49-F238E27FC236}">
                  <a16:creationId xmlns:a16="http://schemas.microsoft.com/office/drawing/2014/main" id="{580B3BDA-8E55-4D21-82CD-8F9CC1CE7900}"/>
                </a:ext>
              </a:extLst>
            </p:cNvPr>
            <p:cNvSpPr/>
            <p:nvPr/>
          </p:nvSpPr>
          <p:spPr>
            <a:xfrm>
              <a:off x="646176" y="4596383"/>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sp>
          <p:nvSpPr>
            <p:cNvPr id="275" name="object 276">
              <a:extLst>
                <a:ext uri="{FF2B5EF4-FFF2-40B4-BE49-F238E27FC236}">
                  <a16:creationId xmlns:a16="http://schemas.microsoft.com/office/drawing/2014/main" id="{B5CE05D5-FD7F-44D3-970C-5BC3D4E5D6C0}"/>
                </a:ext>
              </a:extLst>
            </p:cNvPr>
            <p:cNvSpPr/>
            <p:nvPr/>
          </p:nvSpPr>
          <p:spPr>
            <a:xfrm>
              <a:off x="804672" y="4602479"/>
              <a:ext cx="12700" cy="0"/>
            </a:xfrm>
            <a:custGeom>
              <a:avLst/>
              <a:gdLst/>
              <a:ahLst/>
              <a:cxnLst/>
              <a:rect l="l" t="t" r="r" b="b"/>
              <a:pathLst>
                <a:path w="12700">
                  <a:moveTo>
                    <a:pt x="0" y="0"/>
                  </a:moveTo>
                  <a:lnTo>
                    <a:pt x="12191" y="0"/>
                  </a:lnTo>
                </a:path>
              </a:pathLst>
            </a:custGeom>
            <a:ln w="12191">
              <a:solidFill>
                <a:srgbClr val="626364"/>
              </a:solidFill>
            </a:ln>
          </p:spPr>
          <p:txBody>
            <a:bodyPr wrap="square" lIns="0" tIns="0" rIns="0" bIns="0" rtlCol="0"/>
            <a:lstStyle/>
            <a:p>
              <a:endParaRPr/>
            </a:p>
          </p:txBody>
        </p:sp>
        <p:pic>
          <p:nvPicPr>
            <p:cNvPr id="276" name="object 277">
              <a:extLst>
                <a:ext uri="{FF2B5EF4-FFF2-40B4-BE49-F238E27FC236}">
                  <a16:creationId xmlns:a16="http://schemas.microsoft.com/office/drawing/2014/main" id="{C33E520B-E49F-4AFA-A097-D172E9B9608D}"/>
                </a:ext>
              </a:extLst>
            </p:cNvPr>
            <p:cNvPicPr/>
            <p:nvPr/>
          </p:nvPicPr>
          <p:blipFill>
            <a:blip r:embed="rId162" cstate="print"/>
            <a:stretch>
              <a:fillRect/>
            </a:stretch>
          </p:blipFill>
          <p:spPr>
            <a:xfrm>
              <a:off x="1962912" y="4571999"/>
              <a:ext cx="182880" cy="48768"/>
            </a:xfrm>
            <a:prstGeom prst="rect">
              <a:avLst/>
            </a:prstGeom>
          </p:spPr>
        </p:pic>
        <p:sp>
          <p:nvSpPr>
            <p:cNvPr id="277" name="object 278">
              <a:extLst>
                <a:ext uri="{FF2B5EF4-FFF2-40B4-BE49-F238E27FC236}">
                  <a16:creationId xmlns:a16="http://schemas.microsoft.com/office/drawing/2014/main" id="{890D156A-C812-4BBE-BC87-DDB9AA61FA19}"/>
                </a:ext>
              </a:extLst>
            </p:cNvPr>
            <p:cNvSpPr/>
            <p:nvPr/>
          </p:nvSpPr>
          <p:spPr>
            <a:xfrm>
              <a:off x="3230879" y="4596383"/>
              <a:ext cx="12700" cy="12700"/>
            </a:xfrm>
            <a:custGeom>
              <a:avLst/>
              <a:gdLst/>
              <a:ahLst/>
              <a:cxnLst/>
              <a:rect l="l" t="t" r="r" b="b"/>
              <a:pathLst>
                <a:path w="12700" h="12700">
                  <a:moveTo>
                    <a:pt x="0" y="12191"/>
                  </a:moveTo>
                  <a:lnTo>
                    <a:pt x="12191" y="12191"/>
                  </a:lnTo>
                  <a:lnTo>
                    <a:pt x="12191" y="0"/>
                  </a:lnTo>
                  <a:lnTo>
                    <a:pt x="0" y="0"/>
                  </a:lnTo>
                  <a:lnTo>
                    <a:pt x="0" y="12191"/>
                  </a:lnTo>
                  <a:close/>
                </a:path>
              </a:pathLst>
            </a:custGeom>
            <a:solidFill>
              <a:srgbClr val="434445"/>
            </a:solidFill>
          </p:spPr>
          <p:txBody>
            <a:bodyPr wrap="square" lIns="0" tIns="0" rIns="0" bIns="0" rtlCol="0"/>
            <a:lstStyle/>
            <a:p>
              <a:endParaRPr/>
            </a:p>
          </p:txBody>
        </p:sp>
        <p:pic>
          <p:nvPicPr>
            <p:cNvPr id="278" name="object 279">
              <a:extLst>
                <a:ext uri="{FF2B5EF4-FFF2-40B4-BE49-F238E27FC236}">
                  <a16:creationId xmlns:a16="http://schemas.microsoft.com/office/drawing/2014/main" id="{AAD81D37-8B03-427E-8021-68579FE8B6BD}"/>
                </a:ext>
              </a:extLst>
            </p:cNvPr>
            <p:cNvPicPr/>
            <p:nvPr/>
          </p:nvPicPr>
          <p:blipFill>
            <a:blip r:embed="rId163" cstate="print"/>
            <a:stretch>
              <a:fillRect/>
            </a:stretch>
          </p:blipFill>
          <p:spPr>
            <a:xfrm>
              <a:off x="3328415" y="4596383"/>
              <a:ext cx="73151" cy="12191"/>
            </a:xfrm>
            <a:prstGeom prst="rect">
              <a:avLst/>
            </a:prstGeom>
          </p:spPr>
        </p:pic>
        <p:pic>
          <p:nvPicPr>
            <p:cNvPr id="279" name="object 280">
              <a:extLst>
                <a:ext uri="{FF2B5EF4-FFF2-40B4-BE49-F238E27FC236}">
                  <a16:creationId xmlns:a16="http://schemas.microsoft.com/office/drawing/2014/main" id="{5A078BAE-1D4A-451C-A66C-2503AA5CEF70}"/>
                </a:ext>
              </a:extLst>
            </p:cNvPr>
            <p:cNvPicPr/>
            <p:nvPr/>
          </p:nvPicPr>
          <p:blipFill>
            <a:blip r:embed="rId164" cstate="print"/>
            <a:stretch>
              <a:fillRect/>
            </a:stretch>
          </p:blipFill>
          <p:spPr>
            <a:xfrm>
              <a:off x="3450335" y="4596383"/>
              <a:ext cx="24383" cy="12191"/>
            </a:xfrm>
            <a:prstGeom prst="rect">
              <a:avLst/>
            </a:prstGeom>
          </p:spPr>
        </p:pic>
        <p:sp>
          <p:nvSpPr>
            <p:cNvPr id="280" name="object 281">
              <a:extLst>
                <a:ext uri="{FF2B5EF4-FFF2-40B4-BE49-F238E27FC236}">
                  <a16:creationId xmlns:a16="http://schemas.microsoft.com/office/drawing/2014/main" id="{690E5859-4CC9-48FC-AE4B-2DF053DB3398}"/>
                </a:ext>
              </a:extLst>
            </p:cNvPr>
            <p:cNvSpPr/>
            <p:nvPr/>
          </p:nvSpPr>
          <p:spPr>
            <a:xfrm>
              <a:off x="3962400" y="4602479"/>
              <a:ext cx="12700" cy="0"/>
            </a:xfrm>
            <a:custGeom>
              <a:avLst/>
              <a:gdLst/>
              <a:ahLst/>
              <a:cxnLst/>
              <a:rect l="l" t="t" r="r" b="b"/>
              <a:pathLst>
                <a:path w="12700">
                  <a:moveTo>
                    <a:pt x="0" y="0"/>
                  </a:moveTo>
                  <a:lnTo>
                    <a:pt x="12191" y="0"/>
                  </a:lnTo>
                </a:path>
              </a:pathLst>
            </a:custGeom>
            <a:ln w="12191">
              <a:solidFill>
                <a:srgbClr val="626364"/>
              </a:solidFill>
            </a:ln>
          </p:spPr>
          <p:txBody>
            <a:bodyPr wrap="square" lIns="0" tIns="0" rIns="0" bIns="0" rtlCol="0"/>
            <a:lstStyle/>
            <a:p>
              <a:endParaRPr/>
            </a:p>
          </p:txBody>
        </p:sp>
        <p:sp>
          <p:nvSpPr>
            <p:cNvPr id="281" name="object 282">
              <a:extLst>
                <a:ext uri="{FF2B5EF4-FFF2-40B4-BE49-F238E27FC236}">
                  <a16:creationId xmlns:a16="http://schemas.microsoft.com/office/drawing/2014/main" id="{A1896D33-8CC6-4448-9407-29AA4AD3513D}"/>
                </a:ext>
              </a:extLst>
            </p:cNvPr>
            <p:cNvSpPr/>
            <p:nvPr/>
          </p:nvSpPr>
          <p:spPr>
            <a:xfrm>
              <a:off x="646176" y="4608575"/>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pic>
          <p:nvPicPr>
            <p:cNvPr id="282" name="object 283">
              <a:extLst>
                <a:ext uri="{FF2B5EF4-FFF2-40B4-BE49-F238E27FC236}">
                  <a16:creationId xmlns:a16="http://schemas.microsoft.com/office/drawing/2014/main" id="{5A3315B6-CE95-4A8A-A367-6D96EF5F84B1}"/>
                </a:ext>
              </a:extLst>
            </p:cNvPr>
            <p:cNvPicPr/>
            <p:nvPr/>
          </p:nvPicPr>
          <p:blipFill>
            <a:blip r:embed="rId165" cstate="print"/>
            <a:stretch>
              <a:fillRect/>
            </a:stretch>
          </p:blipFill>
          <p:spPr>
            <a:xfrm>
              <a:off x="1828800" y="4608575"/>
              <a:ext cx="85344" cy="12191"/>
            </a:xfrm>
            <a:prstGeom prst="rect">
              <a:avLst/>
            </a:prstGeom>
          </p:spPr>
        </p:pic>
        <p:sp>
          <p:nvSpPr>
            <p:cNvPr id="283" name="object 284">
              <a:extLst>
                <a:ext uri="{FF2B5EF4-FFF2-40B4-BE49-F238E27FC236}">
                  <a16:creationId xmlns:a16="http://schemas.microsoft.com/office/drawing/2014/main" id="{9B2560CE-4AE5-4242-BB46-EF08D356D812}"/>
                </a:ext>
              </a:extLst>
            </p:cNvPr>
            <p:cNvSpPr/>
            <p:nvPr/>
          </p:nvSpPr>
          <p:spPr>
            <a:xfrm>
              <a:off x="3230867" y="4608575"/>
              <a:ext cx="109855" cy="12700"/>
            </a:xfrm>
            <a:custGeom>
              <a:avLst/>
              <a:gdLst/>
              <a:ahLst/>
              <a:cxnLst/>
              <a:rect l="l" t="t" r="r" b="b"/>
              <a:pathLst>
                <a:path w="109854" h="12700">
                  <a:moveTo>
                    <a:pt x="12192" y="0"/>
                  </a:moveTo>
                  <a:lnTo>
                    <a:pt x="0" y="0"/>
                  </a:lnTo>
                  <a:lnTo>
                    <a:pt x="0" y="12192"/>
                  </a:lnTo>
                  <a:lnTo>
                    <a:pt x="12192" y="12192"/>
                  </a:lnTo>
                  <a:lnTo>
                    <a:pt x="12192" y="0"/>
                  </a:lnTo>
                  <a:close/>
                </a:path>
                <a:path w="109854" h="12700">
                  <a:moveTo>
                    <a:pt x="109728" y="0"/>
                  </a:moveTo>
                  <a:lnTo>
                    <a:pt x="97536" y="0"/>
                  </a:lnTo>
                  <a:lnTo>
                    <a:pt x="97536" y="12192"/>
                  </a:lnTo>
                  <a:lnTo>
                    <a:pt x="109728" y="12192"/>
                  </a:lnTo>
                  <a:lnTo>
                    <a:pt x="109728" y="0"/>
                  </a:lnTo>
                  <a:close/>
                </a:path>
              </a:pathLst>
            </a:custGeom>
            <a:solidFill>
              <a:srgbClr val="434445"/>
            </a:solidFill>
          </p:spPr>
          <p:txBody>
            <a:bodyPr wrap="square" lIns="0" tIns="0" rIns="0" bIns="0" rtlCol="0"/>
            <a:lstStyle/>
            <a:p>
              <a:endParaRPr/>
            </a:p>
          </p:txBody>
        </p:sp>
        <p:sp>
          <p:nvSpPr>
            <p:cNvPr id="284" name="object 285">
              <a:extLst>
                <a:ext uri="{FF2B5EF4-FFF2-40B4-BE49-F238E27FC236}">
                  <a16:creationId xmlns:a16="http://schemas.microsoft.com/office/drawing/2014/main" id="{066A0B0A-E053-4B60-93DE-F8E42DA438C3}"/>
                </a:ext>
              </a:extLst>
            </p:cNvPr>
            <p:cNvSpPr/>
            <p:nvPr/>
          </p:nvSpPr>
          <p:spPr>
            <a:xfrm>
              <a:off x="3377183" y="4614671"/>
              <a:ext cx="12700" cy="0"/>
            </a:xfrm>
            <a:custGeom>
              <a:avLst/>
              <a:gdLst/>
              <a:ahLst/>
              <a:cxnLst/>
              <a:rect l="l" t="t" r="r" b="b"/>
              <a:pathLst>
                <a:path w="12700">
                  <a:moveTo>
                    <a:pt x="0" y="0"/>
                  </a:moveTo>
                  <a:lnTo>
                    <a:pt x="12191" y="0"/>
                  </a:lnTo>
                </a:path>
              </a:pathLst>
            </a:custGeom>
            <a:ln w="12191">
              <a:solidFill>
                <a:srgbClr val="434445"/>
              </a:solidFill>
            </a:ln>
          </p:spPr>
          <p:txBody>
            <a:bodyPr wrap="square" lIns="0" tIns="0" rIns="0" bIns="0" rtlCol="0"/>
            <a:lstStyle/>
            <a:p>
              <a:endParaRPr/>
            </a:p>
          </p:txBody>
        </p:sp>
        <p:sp>
          <p:nvSpPr>
            <p:cNvPr id="285" name="object 286">
              <a:extLst>
                <a:ext uri="{FF2B5EF4-FFF2-40B4-BE49-F238E27FC236}">
                  <a16:creationId xmlns:a16="http://schemas.microsoft.com/office/drawing/2014/main" id="{292DB43C-AE86-4F37-BEE1-0B03AD99A577}"/>
                </a:ext>
              </a:extLst>
            </p:cNvPr>
            <p:cNvSpPr/>
            <p:nvPr/>
          </p:nvSpPr>
          <p:spPr>
            <a:xfrm>
              <a:off x="3438143" y="4614671"/>
              <a:ext cx="24765" cy="0"/>
            </a:xfrm>
            <a:custGeom>
              <a:avLst/>
              <a:gdLst/>
              <a:ahLst/>
              <a:cxnLst/>
              <a:rect l="l" t="t" r="r" b="b"/>
              <a:pathLst>
                <a:path w="24764">
                  <a:moveTo>
                    <a:pt x="0" y="0"/>
                  </a:moveTo>
                  <a:lnTo>
                    <a:pt x="24383" y="0"/>
                  </a:lnTo>
                </a:path>
              </a:pathLst>
            </a:custGeom>
            <a:ln w="12191">
              <a:solidFill>
                <a:srgbClr val="A1A2A2"/>
              </a:solidFill>
            </a:ln>
          </p:spPr>
          <p:txBody>
            <a:bodyPr wrap="square" lIns="0" tIns="0" rIns="0" bIns="0" rtlCol="0"/>
            <a:lstStyle/>
            <a:p>
              <a:endParaRPr/>
            </a:p>
          </p:txBody>
        </p:sp>
        <p:pic>
          <p:nvPicPr>
            <p:cNvPr id="286" name="object 287">
              <a:extLst>
                <a:ext uri="{FF2B5EF4-FFF2-40B4-BE49-F238E27FC236}">
                  <a16:creationId xmlns:a16="http://schemas.microsoft.com/office/drawing/2014/main" id="{26918D24-B80E-49E3-B346-9C54E84EC033}"/>
                </a:ext>
              </a:extLst>
            </p:cNvPr>
            <p:cNvPicPr/>
            <p:nvPr/>
          </p:nvPicPr>
          <p:blipFill>
            <a:blip r:embed="rId166" cstate="print"/>
            <a:stretch>
              <a:fillRect/>
            </a:stretch>
          </p:blipFill>
          <p:spPr>
            <a:xfrm>
              <a:off x="2194560" y="4584191"/>
              <a:ext cx="231648" cy="48768"/>
            </a:xfrm>
            <a:prstGeom prst="rect">
              <a:avLst/>
            </a:prstGeom>
          </p:spPr>
        </p:pic>
        <p:pic>
          <p:nvPicPr>
            <p:cNvPr id="287" name="object 288">
              <a:extLst>
                <a:ext uri="{FF2B5EF4-FFF2-40B4-BE49-F238E27FC236}">
                  <a16:creationId xmlns:a16="http://schemas.microsoft.com/office/drawing/2014/main" id="{0E40801E-5D61-4AB4-A411-8A7F74CE17DC}"/>
                </a:ext>
              </a:extLst>
            </p:cNvPr>
            <p:cNvPicPr/>
            <p:nvPr/>
          </p:nvPicPr>
          <p:blipFill>
            <a:blip r:embed="rId167" cstate="print"/>
            <a:stretch>
              <a:fillRect/>
            </a:stretch>
          </p:blipFill>
          <p:spPr>
            <a:xfrm>
              <a:off x="3511295" y="4584191"/>
              <a:ext cx="97536" cy="60960"/>
            </a:xfrm>
            <a:prstGeom prst="rect">
              <a:avLst/>
            </a:prstGeom>
          </p:spPr>
        </p:pic>
        <p:sp>
          <p:nvSpPr>
            <p:cNvPr id="288" name="object 289">
              <a:extLst>
                <a:ext uri="{FF2B5EF4-FFF2-40B4-BE49-F238E27FC236}">
                  <a16:creationId xmlns:a16="http://schemas.microsoft.com/office/drawing/2014/main" id="{723A6167-1882-419B-A60D-FC971B47B53D}"/>
                </a:ext>
              </a:extLst>
            </p:cNvPr>
            <p:cNvSpPr/>
            <p:nvPr/>
          </p:nvSpPr>
          <p:spPr>
            <a:xfrm>
              <a:off x="646176" y="4620767"/>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pic>
          <p:nvPicPr>
            <p:cNvPr id="289" name="object 290">
              <a:extLst>
                <a:ext uri="{FF2B5EF4-FFF2-40B4-BE49-F238E27FC236}">
                  <a16:creationId xmlns:a16="http://schemas.microsoft.com/office/drawing/2014/main" id="{6D2EFBCB-8A2F-4DB2-89E1-50E16B7D1D31}"/>
                </a:ext>
              </a:extLst>
            </p:cNvPr>
            <p:cNvPicPr/>
            <p:nvPr/>
          </p:nvPicPr>
          <p:blipFill>
            <a:blip r:embed="rId168" cstate="print"/>
            <a:stretch>
              <a:fillRect/>
            </a:stretch>
          </p:blipFill>
          <p:spPr>
            <a:xfrm>
              <a:off x="3645408" y="4608575"/>
              <a:ext cx="341375" cy="36576"/>
            </a:xfrm>
            <a:prstGeom prst="rect">
              <a:avLst/>
            </a:prstGeom>
          </p:spPr>
        </p:pic>
        <p:pic>
          <p:nvPicPr>
            <p:cNvPr id="290" name="object 291">
              <a:extLst>
                <a:ext uri="{FF2B5EF4-FFF2-40B4-BE49-F238E27FC236}">
                  <a16:creationId xmlns:a16="http://schemas.microsoft.com/office/drawing/2014/main" id="{BCC8E08E-8375-44DA-AC23-A05313648421}"/>
                </a:ext>
              </a:extLst>
            </p:cNvPr>
            <p:cNvPicPr/>
            <p:nvPr/>
          </p:nvPicPr>
          <p:blipFill>
            <a:blip r:embed="rId169" cstate="print"/>
            <a:stretch>
              <a:fillRect/>
            </a:stretch>
          </p:blipFill>
          <p:spPr>
            <a:xfrm>
              <a:off x="6071616" y="4474463"/>
              <a:ext cx="24383" cy="280415"/>
            </a:xfrm>
            <a:prstGeom prst="rect">
              <a:avLst/>
            </a:prstGeom>
          </p:spPr>
        </p:pic>
        <p:sp>
          <p:nvSpPr>
            <p:cNvPr id="291" name="object 292">
              <a:extLst>
                <a:ext uri="{FF2B5EF4-FFF2-40B4-BE49-F238E27FC236}">
                  <a16:creationId xmlns:a16="http://schemas.microsoft.com/office/drawing/2014/main" id="{93860A7E-A0B3-459F-A078-D9A8ACA5260A}"/>
                </a:ext>
              </a:extLst>
            </p:cNvPr>
            <p:cNvSpPr/>
            <p:nvPr/>
          </p:nvSpPr>
          <p:spPr>
            <a:xfrm>
              <a:off x="3230867" y="4620767"/>
              <a:ext cx="109855" cy="12700"/>
            </a:xfrm>
            <a:custGeom>
              <a:avLst/>
              <a:gdLst/>
              <a:ahLst/>
              <a:cxnLst/>
              <a:rect l="l" t="t" r="r" b="b"/>
              <a:pathLst>
                <a:path w="109854" h="12700">
                  <a:moveTo>
                    <a:pt x="12192" y="0"/>
                  </a:moveTo>
                  <a:lnTo>
                    <a:pt x="0" y="0"/>
                  </a:lnTo>
                  <a:lnTo>
                    <a:pt x="0" y="12192"/>
                  </a:lnTo>
                  <a:lnTo>
                    <a:pt x="12192" y="12192"/>
                  </a:lnTo>
                  <a:lnTo>
                    <a:pt x="12192" y="0"/>
                  </a:lnTo>
                  <a:close/>
                </a:path>
                <a:path w="109854" h="12700">
                  <a:moveTo>
                    <a:pt x="109728" y="0"/>
                  </a:moveTo>
                  <a:lnTo>
                    <a:pt x="97536" y="0"/>
                  </a:lnTo>
                  <a:lnTo>
                    <a:pt x="97536" y="12192"/>
                  </a:lnTo>
                  <a:lnTo>
                    <a:pt x="109728" y="12192"/>
                  </a:lnTo>
                  <a:lnTo>
                    <a:pt x="109728" y="0"/>
                  </a:lnTo>
                  <a:close/>
                </a:path>
              </a:pathLst>
            </a:custGeom>
            <a:solidFill>
              <a:srgbClr val="434445"/>
            </a:solidFill>
          </p:spPr>
          <p:txBody>
            <a:bodyPr wrap="square" lIns="0" tIns="0" rIns="0" bIns="0" rtlCol="0"/>
            <a:lstStyle/>
            <a:p>
              <a:endParaRPr/>
            </a:p>
          </p:txBody>
        </p:sp>
        <p:sp>
          <p:nvSpPr>
            <p:cNvPr id="292" name="object 293">
              <a:extLst>
                <a:ext uri="{FF2B5EF4-FFF2-40B4-BE49-F238E27FC236}">
                  <a16:creationId xmlns:a16="http://schemas.microsoft.com/office/drawing/2014/main" id="{F47187C6-2042-4D31-B57F-B2C616F43E2A}"/>
                </a:ext>
              </a:extLst>
            </p:cNvPr>
            <p:cNvSpPr/>
            <p:nvPr/>
          </p:nvSpPr>
          <p:spPr>
            <a:xfrm>
              <a:off x="3438143" y="4626863"/>
              <a:ext cx="12700" cy="0"/>
            </a:xfrm>
            <a:custGeom>
              <a:avLst/>
              <a:gdLst/>
              <a:ahLst/>
              <a:cxnLst/>
              <a:rect l="l" t="t" r="r" b="b"/>
              <a:pathLst>
                <a:path w="12700">
                  <a:moveTo>
                    <a:pt x="0" y="0"/>
                  </a:moveTo>
                  <a:lnTo>
                    <a:pt x="12191" y="0"/>
                  </a:lnTo>
                </a:path>
              </a:pathLst>
            </a:custGeom>
            <a:ln w="12191">
              <a:solidFill>
                <a:srgbClr val="525454"/>
              </a:solidFill>
            </a:ln>
          </p:spPr>
          <p:txBody>
            <a:bodyPr wrap="square" lIns="0" tIns="0" rIns="0" bIns="0" rtlCol="0"/>
            <a:lstStyle/>
            <a:p>
              <a:endParaRPr/>
            </a:p>
          </p:txBody>
        </p:sp>
        <p:pic>
          <p:nvPicPr>
            <p:cNvPr id="293" name="object 294">
              <a:extLst>
                <a:ext uri="{FF2B5EF4-FFF2-40B4-BE49-F238E27FC236}">
                  <a16:creationId xmlns:a16="http://schemas.microsoft.com/office/drawing/2014/main" id="{32155272-225A-497A-AD88-F9F2EC1F21CD}"/>
                </a:ext>
              </a:extLst>
            </p:cNvPr>
            <p:cNvPicPr/>
            <p:nvPr/>
          </p:nvPicPr>
          <p:blipFill>
            <a:blip r:embed="rId170" cstate="print"/>
            <a:stretch>
              <a:fillRect/>
            </a:stretch>
          </p:blipFill>
          <p:spPr>
            <a:xfrm>
              <a:off x="743712" y="4571999"/>
              <a:ext cx="146304" cy="97536"/>
            </a:xfrm>
            <a:prstGeom prst="rect">
              <a:avLst/>
            </a:prstGeom>
          </p:spPr>
        </p:pic>
        <p:pic>
          <p:nvPicPr>
            <p:cNvPr id="294" name="object 295">
              <a:extLst>
                <a:ext uri="{FF2B5EF4-FFF2-40B4-BE49-F238E27FC236}">
                  <a16:creationId xmlns:a16="http://schemas.microsoft.com/office/drawing/2014/main" id="{C32CD1F6-2C15-4C16-B199-DD593F3DA87C}"/>
                </a:ext>
              </a:extLst>
            </p:cNvPr>
            <p:cNvPicPr/>
            <p:nvPr/>
          </p:nvPicPr>
          <p:blipFill>
            <a:blip r:embed="rId171" cstate="print"/>
            <a:stretch>
              <a:fillRect/>
            </a:stretch>
          </p:blipFill>
          <p:spPr>
            <a:xfrm>
              <a:off x="3182111" y="4608575"/>
              <a:ext cx="121919" cy="48768"/>
            </a:xfrm>
            <a:prstGeom prst="rect">
              <a:avLst/>
            </a:prstGeom>
          </p:spPr>
        </p:pic>
        <p:sp>
          <p:nvSpPr>
            <p:cNvPr id="295" name="object 296">
              <a:extLst>
                <a:ext uri="{FF2B5EF4-FFF2-40B4-BE49-F238E27FC236}">
                  <a16:creationId xmlns:a16="http://schemas.microsoft.com/office/drawing/2014/main" id="{BDC1C852-1030-47FA-8C0D-4E1D0ED21CE2}"/>
                </a:ext>
              </a:extLst>
            </p:cNvPr>
            <p:cNvSpPr/>
            <p:nvPr/>
          </p:nvSpPr>
          <p:spPr>
            <a:xfrm>
              <a:off x="646176" y="4632959"/>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pic>
          <p:nvPicPr>
            <p:cNvPr id="296" name="object 297">
              <a:extLst>
                <a:ext uri="{FF2B5EF4-FFF2-40B4-BE49-F238E27FC236}">
                  <a16:creationId xmlns:a16="http://schemas.microsoft.com/office/drawing/2014/main" id="{5B60785B-414B-4391-9349-E06AD114D39E}"/>
                </a:ext>
              </a:extLst>
            </p:cNvPr>
            <p:cNvPicPr/>
            <p:nvPr/>
          </p:nvPicPr>
          <p:blipFill>
            <a:blip r:embed="rId172" cstate="print"/>
            <a:stretch>
              <a:fillRect/>
            </a:stretch>
          </p:blipFill>
          <p:spPr>
            <a:xfrm>
              <a:off x="4632959" y="4584191"/>
              <a:ext cx="792480" cy="73152"/>
            </a:xfrm>
            <a:prstGeom prst="rect">
              <a:avLst/>
            </a:prstGeom>
          </p:spPr>
        </p:pic>
        <p:pic>
          <p:nvPicPr>
            <p:cNvPr id="297" name="object 298">
              <a:extLst>
                <a:ext uri="{FF2B5EF4-FFF2-40B4-BE49-F238E27FC236}">
                  <a16:creationId xmlns:a16="http://schemas.microsoft.com/office/drawing/2014/main" id="{74BFB08B-7C20-46BB-A1BC-B7633A1788E5}"/>
                </a:ext>
              </a:extLst>
            </p:cNvPr>
            <p:cNvPicPr/>
            <p:nvPr/>
          </p:nvPicPr>
          <p:blipFill>
            <a:blip r:embed="rId173" cstate="print"/>
            <a:stretch>
              <a:fillRect/>
            </a:stretch>
          </p:blipFill>
          <p:spPr>
            <a:xfrm>
              <a:off x="1694688" y="4596383"/>
              <a:ext cx="121919" cy="73151"/>
            </a:xfrm>
            <a:prstGeom prst="rect">
              <a:avLst/>
            </a:prstGeom>
          </p:spPr>
        </p:pic>
        <p:pic>
          <p:nvPicPr>
            <p:cNvPr id="298" name="object 299">
              <a:extLst>
                <a:ext uri="{FF2B5EF4-FFF2-40B4-BE49-F238E27FC236}">
                  <a16:creationId xmlns:a16="http://schemas.microsoft.com/office/drawing/2014/main" id="{BB223088-0E38-4824-AF69-9B58D572C6A1}"/>
                </a:ext>
              </a:extLst>
            </p:cNvPr>
            <p:cNvPicPr/>
            <p:nvPr/>
          </p:nvPicPr>
          <p:blipFill>
            <a:blip r:embed="rId174" cstate="print"/>
            <a:stretch>
              <a:fillRect/>
            </a:stretch>
          </p:blipFill>
          <p:spPr>
            <a:xfrm>
              <a:off x="3230879" y="4620767"/>
              <a:ext cx="219456" cy="36576"/>
            </a:xfrm>
            <a:prstGeom prst="rect">
              <a:avLst/>
            </a:prstGeom>
          </p:spPr>
        </p:pic>
        <p:pic>
          <p:nvPicPr>
            <p:cNvPr id="299" name="object 300">
              <a:extLst>
                <a:ext uri="{FF2B5EF4-FFF2-40B4-BE49-F238E27FC236}">
                  <a16:creationId xmlns:a16="http://schemas.microsoft.com/office/drawing/2014/main" id="{CA968DDA-4C84-4FA1-890E-D2BDC947DC36}"/>
                </a:ext>
              </a:extLst>
            </p:cNvPr>
            <p:cNvPicPr/>
            <p:nvPr/>
          </p:nvPicPr>
          <p:blipFill>
            <a:blip r:embed="rId175" cstate="print"/>
            <a:stretch>
              <a:fillRect/>
            </a:stretch>
          </p:blipFill>
          <p:spPr>
            <a:xfrm>
              <a:off x="2121408" y="4608575"/>
              <a:ext cx="134111" cy="60959"/>
            </a:xfrm>
            <a:prstGeom prst="rect">
              <a:avLst/>
            </a:prstGeom>
          </p:spPr>
        </p:pic>
        <p:pic>
          <p:nvPicPr>
            <p:cNvPr id="300" name="object 301">
              <a:extLst>
                <a:ext uri="{FF2B5EF4-FFF2-40B4-BE49-F238E27FC236}">
                  <a16:creationId xmlns:a16="http://schemas.microsoft.com/office/drawing/2014/main" id="{4BBC1B16-CB29-4B7E-824A-8BD9816CEEC9}"/>
                </a:ext>
              </a:extLst>
            </p:cNvPr>
            <p:cNvPicPr/>
            <p:nvPr/>
          </p:nvPicPr>
          <p:blipFill>
            <a:blip r:embed="rId176" cstate="print"/>
            <a:stretch>
              <a:fillRect/>
            </a:stretch>
          </p:blipFill>
          <p:spPr>
            <a:xfrm>
              <a:off x="1828800" y="4608575"/>
              <a:ext cx="280415" cy="60959"/>
            </a:xfrm>
            <a:prstGeom prst="rect">
              <a:avLst/>
            </a:prstGeom>
          </p:spPr>
        </p:pic>
        <p:sp>
          <p:nvSpPr>
            <p:cNvPr id="301" name="object 302">
              <a:extLst>
                <a:ext uri="{FF2B5EF4-FFF2-40B4-BE49-F238E27FC236}">
                  <a16:creationId xmlns:a16="http://schemas.microsoft.com/office/drawing/2014/main" id="{B4CA61F5-F465-4A90-8C21-F88B1CADA6F1}"/>
                </a:ext>
              </a:extLst>
            </p:cNvPr>
            <p:cNvSpPr/>
            <p:nvPr/>
          </p:nvSpPr>
          <p:spPr>
            <a:xfrm>
              <a:off x="646176" y="4645151"/>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sp>
          <p:nvSpPr>
            <p:cNvPr id="302" name="object 303">
              <a:extLst>
                <a:ext uri="{FF2B5EF4-FFF2-40B4-BE49-F238E27FC236}">
                  <a16:creationId xmlns:a16="http://schemas.microsoft.com/office/drawing/2014/main" id="{256ACA6A-3C5D-418E-AA56-AA7284BEE39F}"/>
                </a:ext>
              </a:extLst>
            </p:cNvPr>
            <p:cNvSpPr/>
            <p:nvPr/>
          </p:nvSpPr>
          <p:spPr>
            <a:xfrm>
              <a:off x="1767840" y="4645151"/>
              <a:ext cx="12700" cy="12700"/>
            </a:xfrm>
            <a:custGeom>
              <a:avLst/>
              <a:gdLst/>
              <a:ahLst/>
              <a:cxnLst/>
              <a:rect l="l" t="t" r="r" b="b"/>
              <a:pathLst>
                <a:path w="12700" h="12700">
                  <a:moveTo>
                    <a:pt x="0" y="12191"/>
                  </a:moveTo>
                  <a:lnTo>
                    <a:pt x="12191" y="12191"/>
                  </a:lnTo>
                  <a:lnTo>
                    <a:pt x="12191" y="0"/>
                  </a:lnTo>
                  <a:lnTo>
                    <a:pt x="0" y="0"/>
                  </a:lnTo>
                  <a:lnTo>
                    <a:pt x="0" y="12191"/>
                  </a:lnTo>
                  <a:close/>
                </a:path>
              </a:pathLst>
            </a:custGeom>
            <a:solidFill>
              <a:srgbClr val="D0D0D0"/>
            </a:solidFill>
          </p:spPr>
          <p:txBody>
            <a:bodyPr wrap="square" lIns="0" tIns="0" rIns="0" bIns="0" rtlCol="0"/>
            <a:lstStyle/>
            <a:p>
              <a:endParaRPr/>
            </a:p>
          </p:txBody>
        </p:sp>
        <p:sp>
          <p:nvSpPr>
            <p:cNvPr id="303" name="object 304">
              <a:extLst>
                <a:ext uri="{FF2B5EF4-FFF2-40B4-BE49-F238E27FC236}">
                  <a16:creationId xmlns:a16="http://schemas.microsoft.com/office/drawing/2014/main" id="{57240139-C5A3-41DA-88F3-BFA1B06944DE}"/>
                </a:ext>
              </a:extLst>
            </p:cNvPr>
            <p:cNvSpPr/>
            <p:nvPr/>
          </p:nvSpPr>
          <p:spPr>
            <a:xfrm>
              <a:off x="1828800" y="4645151"/>
              <a:ext cx="12700" cy="12700"/>
            </a:xfrm>
            <a:custGeom>
              <a:avLst/>
              <a:gdLst/>
              <a:ahLst/>
              <a:cxnLst/>
              <a:rect l="l" t="t" r="r" b="b"/>
              <a:pathLst>
                <a:path w="12700" h="12700">
                  <a:moveTo>
                    <a:pt x="0" y="12191"/>
                  </a:moveTo>
                  <a:lnTo>
                    <a:pt x="12191" y="12191"/>
                  </a:lnTo>
                  <a:lnTo>
                    <a:pt x="12191" y="0"/>
                  </a:lnTo>
                  <a:lnTo>
                    <a:pt x="0" y="0"/>
                  </a:lnTo>
                  <a:lnTo>
                    <a:pt x="0" y="12191"/>
                  </a:lnTo>
                  <a:close/>
                </a:path>
              </a:pathLst>
            </a:custGeom>
            <a:solidFill>
              <a:srgbClr val="434445"/>
            </a:solidFill>
          </p:spPr>
          <p:txBody>
            <a:bodyPr wrap="square" lIns="0" tIns="0" rIns="0" bIns="0" rtlCol="0"/>
            <a:lstStyle/>
            <a:p>
              <a:endParaRPr/>
            </a:p>
          </p:txBody>
        </p:sp>
        <p:pic>
          <p:nvPicPr>
            <p:cNvPr id="304" name="object 305">
              <a:extLst>
                <a:ext uri="{FF2B5EF4-FFF2-40B4-BE49-F238E27FC236}">
                  <a16:creationId xmlns:a16="http://schemas.microsoft.com/office/drawing/2014/main" id="{5DA8AA75-7FAD-4433-A24F-8627B53A0EC4}"/>
                </a:ext>
              </a:extLst>
            </p:cNvPr>
            <p:cNvPicPr/>
            <p:nvPr/>
          </p:nvPicPr>
          <p:blipFill>
            <a:blip r:embed="rId177" cstate="print"/>
            <a:stretch>
              <a:fillRect/>
            </a:stretch>
          </p:blipFill>
          <p:spPr>
            <a:xfrm>
              <a:off x="3864864" y="4632959"/>
              <a:ext cx="121919" cy="24383"/>
            </a:xfrm>
            <a:prstGeom prst="rect">
              <a:avLst/>
            </a:prstGeom>
          </p:spPr>
        </p:pic>
        <p:pic>
          <p:nvPicPr>
            <p:cNvPr id="305" name="object 306">
              <a:extLst>
                <a:ext uri="{FF2B5EF4-FFF2-40B4-BE49-F238E27FC236}">
                  <a16:creationId xmlns:a16="http://schemas.microsoft.com/office/drawing/2014/main" id="{8C96F3A6-7D6B-4CF4-B434-B9EC966D18B1}"/>
                </a:ext>
              </a:extLst>
            </p:cNvPr>
            <p:cNvPicPr/>
            <p:nvPr/>
          </p:nvPicPr>
          <p:blipFill>
            <a:blip r:embed="rId178" cstate="print"/>
            <a:stretch>
              <a:fillRect/>
            </a:stretch>
          </p:blipFill>
          <p:spPr>
            <a:xfrm>
              <a:off x="3547871" y="4632959"/>
              <a:ext cx="256032" cy="24383"/>
            </a:xfrm>
            <a:prstGeom prst="rect">
              <a:avLst/>
            </a:prstGeom>
          </p:spPr>
        </p:pic>
        <p:sp>
          <p:nvSpPr>
            <p:cNvPr id="306" name="object 307">
              <a:extLst>
                <a:ext uri="{FF2B5EF4-FFF2-40B4-BE49-F238E27FC236}">
                  <a16:creationId xmlns:a16="http://schemas.microsoft.com/office/drawing/2014/main" id="{48B32A96-3DD2-43A6-B94F-064A4A155FC3}"/>
                </a:ext>
              </a:extLst>
            </p:cNvPr>
            <p:cNvSpPr/>
            <p:nvPr/>
          </p:nvSpPr>
          <p:spPr>
            <a:xfrm>
              <a:off x="3364991" y="4651247"/>
              <a:ext cx="12700" cy="0"/>
            </a:xfrm>
            <a:custGeom>
              <a:avLst/>
              <a:gdLst/>
              <a:ahLst/>
              <a:cxnLst/>
              <a:rect l="l" t="t" r="r" b="b"/>
              <a:pathLst>
                <a:path w="12700">
                  <a:moveTo>
                    <a:pt x="0" y="0"/>
                  </a:moveTo>
                  <a:lnTo>
                    <a:pt x="12191" y="0"/>
                  </a:lnTo>
                </a:path>
              </a:pathLst>
            </a:custGeom>
            <a:ln w="12191">
              <a:solidFill>
                <a:srgbClr val="434445"/>
              </a:solidFill>
            </a:ln>
          </p:spPr>
          <p:txBody>
            <a:bodyPr wrap="square" lIns="0" tIns="0" rIns="0" bIns="0" rtlCol="0"/>
            <a:lstStyle/>
            <a:p>
              <a:endParaRPr/>
            </a:p>
          </p:txBody>
        </p:sp>
        <p:pic>
          <p:nvPicPr>
            <p:cNvPr id="307" name="object 308">
              <a:extLst>
                <a:ext uri="{FF2B5EF4-FFF2-40B4-BE49-F238E27FC236}">
                  <a16:creationId xmlns:a16="http://schemas.microsoft.com/office/drawing/2014/main" id="{80D482D1-4550-4513-85EC-A928A0EAABDE}"/>
                </a:ext>
              </a:extLst>
            </p:cNvPr>
            <p:cNvPicPr/>
            <p:nvPr/>
          </p:nvPicPr>
          <p:blipFill>
            <a:blip r:embed="rId143" cstate="print"/>
            <a:stretch>
              <a:fillRect/>
            </a:stretch>
          </p:blipFill>
          <p:spPr>
            <a:xfrm>
              <a:off x="2304287" y="4620767"/>
              <a:ext cx="121920" cy="48768"/>
            </a:xfrm>
            <a:prstGeom prst="rect">
              <a:avLst/>
            </a:prstGeom>
          </p:spPr>
        </p:pic>
        <p:sp>
          <p:nvSpPr>
            <p:cNvPr id="308" name="object 309">
              <a:extLst>
                <a:ext uri="{FF2B5EF4-FFF2-40B4-BE49-F238E27FC236}">
                  <a16:creationId xmlns:a16="http://schemas.microsoft.com/office/drawing/2014/main" id="{D3B50A0A-A811-40EE-A451-9702BE9C392D}"/>
                </a:ext>
              </a:extLst>
            </p:cNvPr>
            <p:cNvSpPr/>
            <p:nvPr/>
          </p:nvSpPr>
          <p:spPr>
            <a:xfrm>
              <a:off x="3425952" y="4651247"/>
              <a:ext cx="24765" cy="0"/>
            </a:xfrm>
            <a:custGeom>
              <a:avLst/>
              <a:gdLst/>
              <a:ahLst/>
              <a:cxnLst/>
              <a:rect l="l" t="t" r="r" b="b"/>
              <a:pathLst>
                <a:path w="24764">
                  <a:moveTo>
                    <a:pt x="0" y="0"/>
                  </a:moveTo>
                  <a:lnTo>
                    <a:pt x="24383" y="0"/>
                  </a:lnTo>
                </a:path>
              </a:pathLst>
            </a:custGeom>
            <a:ln w="12191">
              <a:solidFill>
                <a:srgbClr val="A1A2A2"/>
              </a:solidFill>
            </a:ln>
          </p:spPr>
          <p:txBody>
            <a:bodyPr wrap="square" lIns="0" tIns="0" rIns="0" bIns="0" rtlCol="0"/>
            <a:lstStyle/>
            <a:p>
              <a:endParaRPr/>
            </a:p>
          </p:txBody>
        </p:sp>
        <p:pic>
          <p:nvPicPr>
            <p:cNvPr id="309" name="object 310">
              <a:extLst>
                <a:ext uri="{FF2B5EF4-FFF2-40B4-BE49-F238E27FC236}">
                  <a16:creationId xmlns:a16="http://schemas.microsoft.com/office/drawing/2014/main" id="{58174F1A-0D57-4CE6-A89D-A6E7B97D2BCE}"/>
                </a:ext>
              </a:extLst>
            </p:cNvPr>
            <p:cNvPicPr/>
            <p:nvPr/>
          </p:nvPicPr>
          <p:blipFill>
            <a:blip r:embed="rId179" cstate="print"/>
            <a:stretch>
              <a:fillRect/>
            </a:stretch>
          </p:blipFill>
          <p:spPr>
            <a:xfrm>
              <a:off x="3742943" y="4645151"/>
              <a:ext cx="60960" cy="24383"/>
            </a:xfrm>
            <a:prstGeom prst="rect">
              <a:avLst/>
            </a:prstGeom>
          </p:spPr>
        </p:pic>
        <p:sp>
          <p:nvSpPr>
            <p:cNvPr id="310" name="object 311">
              <a:extLst>
                <a:ext uri="{FF2B5EF4-FFF2-40B4-BE49-F238E27FC236}">
                  <a16:creationId xmlns:a16="http://schemas.microsoft.com/office/drawing/2014/main" id="{0213C749-A9A4-4E33-AFA5-0199519A0364}"/>
                </a:ext>
              </a:extLst>
            </p:cNvPr>
            <p:cNvSpPr/>
            <p:nvPr/>
          </p:nvSpPr>
          <p:spPr>
            <a:xfrm>
              <a:off x="646176" y="4657343"/>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sp>
          <p:nvSpPr>
            <p:cNvPr id="311" name="object 312">
              <a:extLst>
                <a:ext uri="{FF2B5EF4-FFF2-40B4-BE49-F238E27FC236}">
                  <a16:creationId xmlns:a16="http://schemas.microsoft.com/office/drawing/2014/main" id="{87F36037-E6AC-47A0-873A-EB64297CF133}"/>
                </a:ext>
              </a:extLst>
            </p:cNvPr>
            <p:cNvSpPr/>
            <p:nvPr/>
          </p:nvSpPr>
          <p:spPr>
            <a:xfrm>
              <a:off x="1767840" y="4657343"/>
              <a:ext cx="73660" cy="12700"/>
            </a:xfrm>
            <a:custGeom>
              <a:avLst/>
              <a:gdLst/>
              <a:ahLst/>
              <a:cxnLst/>
              <a:rect l="l" t="t" r="r" b="b"/>
              <a:pathLst>
                <a:path w="73660" h="12700">
                  <a:moveTo>
                    <a:pt x="12192" y="0"/>
                  </a:moveTo>
                  <a:lnTo>
                    <a:pt x="0" y="0"/>
                  </a:lnTo>
                  <a:lnTo>
                    <a:pt x="0" y="12192"/>
                  </a:lnTo>
                  <a:lnTo>
                    <a:pt x="12192" y="12192"/>
                  </a:lnTo>
                  <a:lnTo>
                    <a:pt x="12192" y="0"/>
                  </a:lnTo>
                  <a:close/>
                </a:path>
                <a:path w="73660" h="12700">
                  <a:moveTo>
                    <a:pt x="73152" y="0"/>
                  </a:moveTo>
                  <a:lnTo>
                    <a:pt x="60960" y="0"/>
                  </a:lnTo>
                  <a:lnTo>
                    <a:pt x="60960" y="12192"/>
                  </a:lnTo>
                  <a:lnTo>
                    <a:pt x="73152" y="12192"/>
                  </a:lnTo>
                  <a:lnTo>
                    <a:pt x="73152" y="0"/>
                  </a:lnTo>
                  <a:close/>
                </a:path>
              </a:pathLst>
            </a:custGeom>
            <a:solidFill>
              <a:srgbClr val="A1A2A2"/>
            </a:solidFill>
          </p:spPr>
          <p:txBody>
            <a:bodyPr wrap="square" lIns="0" tIns="0" rIns="0" bIns="0" rtlCol="0"/>
            <a:lstStyle/>
            <a:p>
              <a:endParaRPr/>
            </a:p>
          </p:txBody>
        </p:sp>
        <p:pic>
          <p:nvPicPr>
            <p:cNvPr id="312" name="object 313">
              <a:extLst>
                <a:ext uri="{FF2B5EF4-FFF2-40B4-BE49-F238E27FC236}">
                  <a16:creationId xmlns:a16="http://schemas.microsoft.com/office/drawing/2014/main" id="{F3AE641B-1FE1-4728-B97D-76A3DF176278}"/>
                </a:ext>
              </a:extLst>
            </p:cNvPr>
            <p:cNvPicPr/>
            <p:nvPr/>
          </p:nvPicPr>
          <p:blipFill>
            <a:blip r:embed="rId180" cstate="print"/>
            <a:stretch>
              <a:fillRect/>
            </a:stretch>
          </p:blipFill>
          <p:spPr>
            <a:xfrm>
              <a:off x="3194303" y="4645151"/>
              <a:ext cx="73152" cy="24383"/>
            </a:xfrm>
            <a:prstGeom prst="rect">
              <a:avLst/>
            </a:prstGeom>
          </p:spPr>
        </p:pic>
        <p:pic>
          <p:nvPicPr>
            <p:cNvPr id="313" name="object 314">
              <a:extLst>
                <a:ext uri="{FF2B5EF4-FFF2-40B4-BE49-F238E27FC236}">
                  <a16:creationId xmlns:a16="http://schemas.microsoft.com/office/drawing/2014/main" id="{F86E3E58-BAFC-4013-9DFD-F542AB8973A3}"/>
                </a:ext>
              </a:extLst>
            </p:cNvPr>
            <p:cNvPicPr/>
            <p:nvPr/>
          </p:nvPicPr>
          <p:blipFill>
            <a:blip r:embed="rId181" cstate="print"/>
            <a:stretch>
              <a:fillRect/>
            </a:stretch>
          </p:blipFill>
          <p:spPr>
            <a:xfrm>
              <a:off x="3255264" y="4657343"/>
              <a:ext cx="73151" cy="12191"/>
            </a:xfrm>
            <a:prstGeom prst="rect">
              <a:avLst/>
            </a:prstGeom>
          </p:spPr>
        </p:pic>
        <p:pic>
          <p:nvPicPr>
            <p:cNvPr id="314" name="object 315">
              <a:extLst>
                <a:ext uri="{FF2B5EF4-FFF2-40B4-BE49-F238E27FC236}">
                  <a16:creationId xmlns:a16="http://schemas.microsoft.com/office/drawing/2014/main" id="{30051517-7640-404E-8406-9D7D04EA7089}"/>
                </a:ext>
              </a:extLst>
            </p:cNvPr>
            <p:cNvPicPr/>
            <p:nvPr/>
          </p:nvPicPr>
          <p:blipFill>
            <a:blip r:embed="rId182" cstate="print"/>
            <a:stretch>
              <a:fillRect/>
            </a:stretch>
          </p:blipFill>
          <p:spPr>
            <a:xfrm>
              <a:off x="3364991" y="4657343"/>
              <a:ext cx="85344" cy="12191"/>
            </a:xfrm>
            <a:prstGeom prst="rect">
              <a:avLst/>
            </a:prstGeom>
          </p:spPr>
        </p:pic>
        <p:pic>
          <p:nvPicPr>
            <p:cNvPr id="315" name="object 316">
              <a:extLst>
                <a:ext uri="{FF2B5EF4-FFF2-40B4-BE49-F238E27FC236}">
                  <a16:creationId xmlns:a16="http://schemas.microsoft.com/office/drawing/2014/main" id="{E1F81D25-342F-47B8-B0BC-12436E217015}"/>
                </a:ext>
              </a:extLst>
            </p:cNvPr>
            <p:cNvPicPr/>
            <p:nvPr/>
          </p:nvPicPr>
          <p:blipFill>
            <a:blip r:embed="rId183" cstate="print"/>
            <a:stretch>
              <a:fillRect/>
            </a:stretch>
          </p:blipFill>
          <p:spPr>
            <a:xfrm>
              <a:off x="3657599" y="4645151"/>
              <a:ext cx="73151" cy="24383"/>
            </a:xfrm>
            <a:prstGeom prst="rect">
              <a:avLst/>
            </a:prstGeom>
          </p:spPr>
        </p:pic>
        <p:sp>
          <p:nvSpPr>
            <p:cNvPr id="316" name="object 317">
              <a:extLst>
                <a:ext uri="{FF2B5EF4-FFF2-40B4-BE49-F238E27FC236}">
                  <a16:creationId xmlns:a16="http://schemas.microsoft.com/office/drawing/2014/main" id="{DC012C50-962E-4774-BF69-7C57A72CEC6C}"/>
                </a:ext>
              </a:extLst>
            </p:cNvPr>
            <p:cNvSpPr/>
            <p:nvPr/>
          </p:nvSpPr>
          <p:spPr>
            <a:xfrm>
              <a:off x="3718559" y="4663439"/>
              <a:ext cx="12700" cy="0"/>
            </a:xfrm>
            <a:custGeom>
              <a:avLst/>
              <a:gdLst/>
              <a:ahLst/>
              <a:cxnLst/>
              <a:rect l="l" t="t" r="r" b="b"/>
              <a:pathLst>
                <a:path w="12700">
                  <a:moveTo>
                    <a:pt x="0" y="0"/>
                  </a:moveTo>
                  <a:lnTo>
                    <a:pt x="12191" y="0"/>
                  </a:lnTo>
                </a:path>
              </a:pathLst>
            </a:custGeom>
            <a:ln w="12191">
              <a:solidFill>
                <a:srgbClr val="A1A2A2"/>
              </a:solidFill>
            </a:ln>
          </p:spPr>
          <p:txBody>
            <a:bodyPr wrap="square" lIns="0" tIns="0" rIns="0" bIns="0" rtlCol="0"/>
            <a:lstStyle/>
            <a:p>
              <a:endParaRPr/>
            </a:p>
          </p:txBody>
        </p:sp>
        <p:pic>
          <p:nvPicPr>
            <p:cNvPr id="317" name="object 318">
              <a:extLst>
                <a:ext uri="{FF2B5EF4-FFF2-40B4-BE49-F238E27FC236}">
                  <a16:creationId xmlns:a16="http://schemas.microsoft.com/office/drawing/2014/main" id="{50923120-3959-4A33-9AC8-4C3EBD49C585}"/>
                </a:ext>
              </a:extLst>
            </p:cNvPr>
            <p:cNvPicPr/>
            <p:nvPr/>
          </p:nvPicPr>
          <p:blipFill>
            <a:blip r:embed="rId184" cstate="print"/>
            <a:stretch>
              <a:fillRect/>
            </a:stretch>
          </p:blipFill>
          <p:spPr>
            <a:xfrm>
              <a:off x="4632959" y="4632959"/>
              <a:ext cx="280415" cy="36575"/>
            </a:xfrm>
            <a:prstGeom prst="rect">
              <a:avLst/>
            </a:prstGeom>
          </p:spPr>
        </p:pic>
        <p:pic>
          <p:nvPicPr>
            <p:cNvPr id="318" name="object 319">
              <a:extLst>
                <a:ext uri="{FF2B5EF4-FFF2-40B4-BE49-F238E27FC236}">
                  <a16:creationId xmlns:a16="http://schemas.microsoft.com/office/drawing/2014/main" id="{FA6F03FA-56AD-43E5-85D7-F1793A519074}"/>
                </a:ext>
              </a:extLst>
            </p:cNvPr>
            <p:cNvPicPr/>
            <p:nvPr/>
          </p:nvPicPr>
          <p:blipFill>
            <a:blip r:embed="rId185" cstate="print"/>
            <a:stretch>
              <a:fillRect/>
            </a:stretch>
          </p:blipFill>
          <p:spPr>
            <a:xfrm>
              <a:off x="3511295" y="4645151"/>
              <a:ext cx="97536" cy="48768"/>
            </a:xfrm>
            <a:prstGeom prst="rect">
              <a:avLst/>
            </a:prstGeom>
          </p:spPr>
        </p:pic>
        <p:pic>
          <p:nvPicPr>
            <p:cNvPr id="319" name="object 320">
              <a:extLst>
                <a:ext uri="{FF2B5EF4-FFF2-40B4-BE49-F238E27FC236}">
                  <a16:creationId xmlns:a16="http://schemas.microsoft.com/office/drawing/2014/main" id="{84A99B03-13B5-42A4-BD1B-5D8B3A2F6B67}"/>
                </a:ext>
              </a:extLst>
            </p:cNvPr>
            <p:cNvPicPr/>
            <p:nvPr/>
          </p:nvPicPr>
          <p:blipFill>
            <a:blip r:embed="rId186" cstate="print"/>
            <a:stretch>
              <a:fillRect/>
            </a:stretch>
          </p:blipFill>
          <p:spPr>
            <a:xfrm>
              <a:off x="3864864" y="4657343"/>
              <a:ext cx="109728" cy="24383"/>
            </a:xfrm>
            <a:prstGeom prst="rect">
              <a:avLst/>
            </a:prstGeom>
          </p:spPr>
        </p:pic>
        <p:pic>
          <p:nvPicPr>
            <p:cNvPr id="320" name="object 321">
              <a:extLst>
                <a:ext uri="{FF2B5EF4-FFF2-40B4-BE49-F238E27FC236}">
                  <a16:creationId xmlns:a16="http://schemas.microsoft.com/office/drawing/2014/main" id="{96E07378-2F90-4852-8734-6BF4390E45F8}"/>
                </a:ext>
              </a:extLst>
            </p:cNvPr>
            <p:cNvPicPr/>
            <p:nvPr/>
          </p:nvPicPr>
          <p:blipFill>
            <a:blip r:embed="rId187" cstate="print"/>
            <a:stretch>
              <a:fillRect/>
            </a:stretch>
          </p:blipFill>
          <p:spPr>
            <a:xfrm>
              <a:off x="4962144" y="4632959"/>
              <a:ext cx="280415" cy="48767"/>
            </a:xfrm>
            <a:prstGeom prst="rect">
              <a:avLst/>
            </a:prstGeom>
          </p:spPr>
        </p:pic>
        <p:sp>
          <p:nvSpPr>
            <p:cNvPr id="321" name="object 322">
              <a:extLst>
                <a:ext uri="{FF2B5EF4-FFF2-40B4-BE49-F238E27FC236}">
                  <a16:creationId xmlns:a16="http://schemas.microsoft.com/office/drawing/2014/main" id="{92158C02-079E-46D4-82E4-E038CBB239D7}"/>
                </a:ext>
              </a:extLst>
            </p:cNvPr>
            <p:cNvSpPr/>
            <p:nvPr/>
          </p:nvSpPr>
          <p:spPr>
            <a:xfrm>
              <a:off x="646176" y="4669535"/>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pic>
          <p:nvPicPr>
            <p:cNvPr id="322" name="object 323">
              <a:extLst>
                <a:ext uri="{FF2B5EF4-FFF2-40B4-BE49-F238E27FC236}">
                  <a16:creationId xmlns:a16="http://schemas.microsoft.com/office/drawing/2014/main" id="{F84C3997-A4D5-4EA1-AA91-624909E92AC2}"/>
                </a:ext>
              </a:extLst>
            </p:cNvPr>
            <p:cNvPicPr/>
            <p:nvPr/>
          </p:nvPicPr>
          <p:blipFill>
            <a:blip r:embed="rId188" cstate="print"/>
            <a:stretch>
              <a:fillRect/>
            </a:stretch>
          </p:blipFill>
          <p:spPr>
            <a:xfrm>
              <a:off x="5303520" y="4645151"/>
              <a:ext cx="121919" cy="48768"/>
            </a:xfrm>
            <a:prstGeom prst="rect">
              <a:avLst/>
            </a:prstGeom>
          </p:spPr>
        </p:pic>
        <p:sp>
          <p:nvSpPr>
            <p:cNvPr id="323" name="object 324">
              <a:extLst>
                <a:ext uri="{FF2B5EF4-FFF2-40B4-BE49-F238E27FC236}">
                  <a16:creationId xmlns:a16="http://schemas.microsoft.com/office/drawing/2014/main" id="{1521ED53-DFF2-4E57-B646-FBCBB8E0109C}"/>
                </a:ext>
              </a:extLst>
            </p:cNvPr>
            <p:cNvSpPr/>
            <p:nvPr/>
          </p:nvSpPr>
          <p:spPr>
            <a:xfrm>
              <a:off x="646176" y="4681727"/>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pic>
          <p:nvPicPr>
            <p:cNvPr id="324" name="object 325">
              <a:extLst>
                <a:ext uri="{FF2B5EF4-FFF2-40B4-BE49-F238E27FC236}">
                  <a16:creationId xmlns:a16="http://schemas.microsoft.com/office/drawing/2014/main" id="{D988D93A-4FB8-4FD5-A14C-09EFA3136CE9}"/>
                </a:ext>
              </a:extLst>
            </p:cNvPr>
            <p:cNvPicPr/>
            <p:nvPr/>
          </p:nvPicPr>
          <p:blipFill>
            <a:blip r:embed="rId189" cstate="print"/>
            <a:stretch>
              <a:fillRect/>
            </a:stretch>
          </p:blipFill>
          <p:spPr>
            <a:xfrm>
              <a:off x="1975104" y="4669535"/>
              <a:ext cx="24383" cy="24384"/>
            </a:xfrm>
            <a:prstGeom prst="rect">
              <a:avLst/>
            </a:prstGeom>
          </p:spPr>
        </p:pic>
        <p:pic>
          <p:nvPicPr>
            <p:cNvPr id="325" name="object 326">
              <a:extLst>
                <a:ext uri="{FF2B5EF4-FFF2-40B4-BE49-F238E27FC236}">
                  <a16:creationId xmlns:a16="http://schemas.microsoft.com/office/drawing/2014/main" id="{D7C80F64-02F6-4A9E-9706-BC36CF44806A}"/>
                </a:ext>
              </a:extLst>
            </p:cNvPr>
            <p:cNvPicPr/>
            <p:nvPr/>
          </p:nvPicPr>
          <p:blipFill>
            <a:blip r:embed="rId190" cstate="print"/>
            <a:stretch>
              <a:fillRect/>
            </a:stretch>
          </p:blipFill>
          <p:spPr>
            <a:xfrm>
              <a:off x="2389631" y="4669535"/>
              <a:ext cx="24384" cy="24384"/>
            </a:xfrm>
            <a:prstGeom prst="rect">
              <a:avLst/>
            </a:prstGeom>
          </p:spPr>
        </p:pic>
        <p:sp>
          <p:nvSpPr>
            <p:cNvPr id="326" name="object 327">
              <a:extLst>
                <a:ext uri="{FF2B5EF4-FFF2-40B4-BE49-F238E27FC236}">
                  <a16:creationId xmlns:a16="http://schemas.microsoft.com/office/drawing/2014/main" id="{72957AC8-C80A-4D02-A902-F114C27EAC7D}"/>
                </a:ext>
              </a:extLst>
            </p:cNvPr>
            <p:cNvSpPr/>
            <p:nvPr/>
          </p:nvSpPr>
          <p:spPr>
            <a:xfrm>
              <a:off x="3950208" y="4687823"/>
              <a:ext cx="1036319" cy="0"/>
            </a:xfrm>
            <a:custGeom>
              <a:avLst/>
              <a:gdLst/>
              <a:ahLst/>
              <a:cxnLst/>
              <a:rect l="l" t="t" r="r" b="b"/>
              <a:pathLst>
                <a:path w="1036320">
                  <a:moveTo>
                    <a:pt x="0" y="0"/>
                  </a:moveTo>
                  <a:lnTo>
                    <a:pt x="12191" y="0"/>
                  </a:lnTo>
                </a:path>
                <a:path w="1036320">
                  <a:moveTo>
                    <a:pt x="1024127" y="0"/>
                  </a:moveTo>
                  <a:lnTo>
                    <a:pt x="1036319" y="0"/>
                  </a:lnTo>
                </a:path>
              </a:pathLst>
            </a:custGeom>
            <a:ln w="12191">
              <a:solidFill>
                <a:srgbClr val="C0C1C1"/>
              </a:solidFill>
            </a:ln>
          </p:spPr>
          <p:txBody>
            <a:bodyPr wrap="square" lIns="0" tIns="0" rIns="0" bIns="0" rtlCol="0"/>
            <a:lstStyle/>
            <a:p>
              <a:endParaRPr/>
            </a:p>
          </p:txBody>
        </p:sp>
        <p:sp>
          <p:nvSpPr>
            <p:cNvPr id="327" name="object 328">
              <a:extLst>
                <a:ext uri="{FF2B5EF4-FFF2-40B4-BE49-F238E27FC236}">
                  <a16:creationId xmlns:a16="http://schemas.microsoft.com/office/drawing/2014/main" id="{0B732469-2E0A-439C-A041-478C4E101B7B}"/>
                </a:ext>
              </a:extLst>
            </p:cNvPr>
            <p:cNvSpPr/>
            <p:nvPr/>
          </p:nvSpPr>
          <p:spPr>
            <a:xfrm>
              <a:off x="646176" y="4693919"/>
              <a:ext cx="24765" cy="60960"/>
            </a:xfrm>
            <a:custGeom>
              <a:avLst/>
              <a:gdLst/>
              <a:ahLst/>
              <a:cxnLst/>
              <a:rect l="l" t="t" r="r" b="b"/>
              <a:pathLst>
                <a:path w="24765" h="60960">
                  <a:moveTo>
                    <a:pt x="24384" y="0"/>
                  </a:moveTo>
                  <a:lnTo>
                    <a:pt x="0" y="0"/>
                  </a:lnTo>
                  <a:lnTo>
                    <a:pt x="0" y="12192"/>
                  </a:lnTo>
                  <a:lnTo>
                    <a:pt x="0" y="24384"/>
                  </a:lnTo>
                  <a:lnTo>
                    <a:pt x="0" y="36576"/>
                  </a:lnTo>
                  <a:lnTo>
                    <a:pt x="0" y="48768"/>
                  </a:lnTo>
                  <a:lnTo>
                    <a:pt x="0" y="60960"/>
                  </a:lnTo>
                  <a:lnTo>
                    <a:pt x="24384" y="60960"/>
                  </a:lnTo>
                  <a:lnTo>
                    <a:pt x="24384" y="48768"/>
                  </a:lnTo>
                  <a:lnTo>
                    <a:pt x="24384" y="36576"/>
                  </a:lnTo>
                  <a:lnTo>
                    <a:pt x="24384" y="24384"/>
                  </a:lnTo>
                  <a:lnTo>
                    <a:pt x="24384" y="12192"/>
                  </a:lnTo>
                  <a:lnTo>
                    <a:pt x="24384" y="0"/>
                  </a:lnTo>
                  <a:close/>
                </a:path>
              </a:pathLst>
            </a:custGeom>
            <a:solidFill>
              <a:srgbClr val="7F7F7F"/>
            </a:solidFill>
          </p:spPr>
          <p:txBody>
            <a:bodyPr wrap="square" lIns="0" tIns="0" rIns="0" bIns="0" rtlCol="0"/>
            <a:lstStyle/>
            <a:p>
              <a:endParaRPr/>
            </a:p>
          </p:txBody>
        </p:sp>
        <p:pic>
          <p:nvPicPr>
            <p:cNvPr id="328" name="object 329">
              <a:extLst>
                <a:ext uri="{FF2B5EF4-FFF2-40B4-BE49-F238E27FC236}">
                  <a16:creationId xmlns:a16="http://schemas.microsoft.com/office/drawing/2014/main" id="{22B652C7-65EA-4ECE-BEC8-FE38338F084A}"/>
                </a:ext>
              </a:extLst>
            </p:cNvPr>
            <p:cNvPicPr/>
            <p:nvPr/>
          </p:nvPicPr>
          <p:blipFill>
            <a:blip r:embed="rId191" cstate="print"/>
            <a:stretch>
              <a:fillRect/>
            </a:stretch>
          </p:blipFill>
          <p:spPr>
            <a:xfrm>
              <a:off x="646176" y="4754879"/>
              <a:ext cx="5451347" cy="304800"/>
            </a:xfrm>
            <a:prstGeom prst="rect">
              <a:avLst/>
            </a:prstGeom>
          </p:spPr>
        </p:pic>
        <p:sp>
          <p:nvSpPr>
            <p:cNvPr id="329" name="object 330">
              <a:extLst>
                <a:ext uri="{FF2B5EF4-FFF2-40B4-BE49-F238E27FC236}">
                  <a16:creationId xmlns:a16="http://schemas.microsoft.com/office/drawing/2014/main" id="{0941EF4C-AE92-46D9-82B8-4991866FC502}"/>
                </a:ext>
              </a:extLst>
            </p:cNvPr>
            <p:cNvSpPr/>
            <p:nvPr/>
          </p:nvSpPr>
          <p:spPr>
            <a:xfrm>
              <a:off x="658368" y="5059679"/>
              <a:ext cx="0" cy="268605"/>
            </a:xfrm>
            <a:custGeom>
              <a:avLst/>
              <a:gdLst/>
              <a:ahLst/>
              <a:cxnLst/>
              <a:rect l="l" t="t" r="r" b="b"/>
              <a:pathLst>
                <a:path h="268604">
                  <a:moveTo>
                    <a:pt x="0" y="0"/>
                  </a:moveTo>
                  <a:lnTo>
                    <a:pt x="0" y="268224"/>
                  </a:lnTo>
                </a:path>
              </a:pathLst>
            </a:custGeom>
            <a:ln w="24383">
              <a:solidFill>
                <a:srgbClr val="7F7F7F"/>
              </a:solidFill>
            </a:ln>
          </p:spPr>
          <p:txBody>
            <a:bodyPr wrap="square" lIns="0" tIns="0" rIns="0" bIns="0" rtlCol="0"/>
            <a:lstStyle/>
            <a:p>
              <a:endParaRPr/>
            </a:p>
          </p:txBody>
        </p:sp>
        <p:sp>
          <p:nvSpPr>
            <p:cNvPr id="330" name="object 331">
              <a:extLst>
                <a:ext uri="{FF2B5EF4-FFF2-40B4-BE49-F238E27FC236}">
                  <a16:creationId xmlns:a16="http://schemas.microsoft.com/office/drawing/2014/main" id="{AFEC903A-A32E-48F3-9FBD-A6F76364A654}"/>
                </a:ext>
              </a:extLst>
            </p:cNvPr>
            <p:cNvSpPr/>
            <p:nvPr/>
          </p:nvSpPr>
          <p:spPr>
            <a:xfrm>
              <a:off x="2462784" y="5151119"/>
              <a:ext cx="2877820" cy="0"/>
            </a:xfrm>
            <a:custGeom>
              <a:avLst/>
              <a:gdLst/>
              <a:ahLst/>
              <a:cxnLst/>
              <a:rect l="l" t="t" r="r" b="b"/>
              <a:pathLst>
                <a:path w="2877820">
                  <a:moveTo>
                    <a:pt x="0" y="0"/>
                  </a:moveTo>
                  <a:lnTo>
                    <a:pt x="12191" y="0"/>
                  </a:lnTo>
                </a:path>
                <a:path w="2877820">
                  <a:moveTo>
                    <a:pt x="2865119" y="0"/>
                  </a:moveTo>
                  <a:lnTo>
                    <a:pt x="2877311" y="0"/>
                  </a:lnTo>
                </a:path>
              </a:pathLst>
            </a:custGeom>
            <a:ln w="12191">
              <a:solidFill>
                <a:srgbClr val="E0E0E0"/>
              </a:solidFill>
            </a:ln>
          </p:spPr>
          <p:txBody>
            <a:bodyPr wrap="square" lIns="0" tIns="0" rIns="0" bIns="0" rtlCol="0"/>
            <a:lstStyle/>
            <a:p>
              <a:endParaRPr/>
            </a:p>
          </p:txBody>
        </p:sp>
        <p:pic>
          <p:nvPicPr>
            <p:cNvPr id="331" name="object 332">
              <a:extLst>
                <a:ext uri="{FF2B5EF4-FFF2-40B4-BE49-F238E27FC236}">
                  <a16:creationId xmlns:a16="http://schemas.microsoft.com/office/drawing/2014/main" id="{643AFE3E-E2CD-4A6A-9B0B-65C5A980FEBF}"/>
                </a:ext>
              </a:extLst>
            </p:cNvPr>
            <p:cNvPicPr/>
            <p:nvPr/>
          </p:nvPicPr>
          <p:blipFill>
            <a:blip r:embed="rId124" cstate="print"/>
            <a:stretch>
              <a:fillRect/>
            </a:stretch>
          </p:blipFill>
          <p:spPr>
            <a:xfrm>
              <a:off x="1694688" y="5145023"/>
              <a:ext cx="60960" cy="36576"/>
            </a:xfrm>
            <a:prstGeom prst="rect">
              <a:avLst/>
            </a:prstGeom>
          </p:spPr>
        </p:pic>
        <p:pic>
          <p:nvPicPr>
            <p:cNvPr id="332" name="object 333">
              <a:extLst>
                <a:ext uri="{FF2B5EF4-FFF2-40B4-BE49-F238E27FC236}">
                  <a16:creationId xmlns:a16="http://schemas.microsoft.com/office/drawing/2014/main" id="{BF9AD3EA-B84F-4EF5-BD36-6DE9A5234E9D}"/>
                </a:ext>
              </a:extLst>
            </p:cNvPr>
            <p:cNvPicPr/>
            <p:nvPr/>
          </p:nvPicPr>
          <p:blipFill>
            <a:blip r:embed="rId192" cstate="print"/>
            <a:stretch>
              <a:fillRect/>
            </a:stretch>
          </p:blipFill>
          <p:spPr>
            <a:xfrm>
              <a:off x="2036064" y="5145023"/>
              <a:ext cx="24383" cy="24384"/>
            </a:xfrm>
            <a:prstGeom prst="rect">
              <a:avLst/>
            </a:prstGeom>
          </p:spPr>
        </p:pic>
        <p:pic>
          <p:nvPicPr>
            <p:cNvPr id="333" name="object 334">
              <a:extLst>
                <a:ext uri="{FF2B5EF4-FFF2-40B4-BE49-F238E27FC236}">
                  <a16:creationId xmlns:a16="http://schemas.microsoft.com/office/drawing/2014/main" id="{87F088D6-B0DB-4969-8B7A-756E62762C78}"/>
                </a:ext>
              </a:extLst>
            </p:cNvPr>
            <p:cNvPicPr/>
            <p:nvPr/>
          </p:nvPicPr>
          <p:blipFill>
            <a:blip r:embed="rId193" cstate="print"/>
            <a:stretch>
              <a:fillRect/>
            </a:stretch>
          </p:blipFill>
          <p:spPr>
            <a:xfrm>
              <a:off x="3279647" y="5145023"/>
              <a:ext cx="195072" cy="36576"/>
            </a:xfrm>
            <a:prstGeom prst="rect">
              <a:avLst/>
            </a:prstGeom>
          </p:spPr>
        </p:pic>
        <p:sp>
          <p:nvSpPr>
            <p:cNvPr id="334" name="object 335">
              <a:extLst>
                <a:ext uri="{FF2B5EF4-FFF2-40B4-BE49-F238E27FC236}">
                  <a16:creationId xmlns:a16="http://schemas.microsoft.com/office/drawing/2014/main" id="{0DA35B4E-528D-4F4F-B1A5-3B6EBDD01999}"/>
                </a:ext>
              </a:extLst>
            </p:cNvPr>
            <p:cNvSpPr/>
            <p:nvPr/>
          </p:nvSpPr>
          <p:spPr>
            <a:xfrm>
              <a:off x="2084832" y="5163311"/>
              <a:ext cx="12700" cy="0"/>
            </a:xfrm>
            <a:custGeom>
              <a:avLst/>
              <a:gdLst/>
              <a:ahLst/>
              <a:cxnLst/>
              <a:rect l="l" t="t" r="r" b="b"/>
              <a:pathLst>
                <a:path w="12700">
                  <a:moveTo>
                    <a:pt x="0" y="0"/>
                  </a:moveTo>
                  <a:lnTo>
                    <a:pt x="12191" y="0"/>
                  </a:lnTo>
                </a:path>
              </a:pathLst>
            </a:custGeom>
            <a:ln w="12191">
              <a:solidFill>
                <a:srgbClr val="D0D0D0"/>
              </a:solidFill>
            </a:ln>
          </p:spPr>
          <p:txBody>
            <a:bodyPr wrap="square" lIns="0" tIns="0" rIns="0" bIns="0" rtlCol="0"/>
            <a:lstStyle/>
            <a:p>
              <a:endParaRPr/>
            </a:p>
          </p:txBody>
        </p:sp>
        <p:pic>
          <p:nvPicPr>
            <p:cNvPr id="335" name="object 336">
              <a:extLst>
                <a:ext uri="{FF2B5EF4-FFF2-40B4-BE49-F238E27FC236}">
                  <a16:creationId xmlns:a16="http://schemas.microsoft.com/office/drawing/2014/main" id="{E58670EC-98EA-4DC1-83B3-A528310E09EF}"/>
                </a:ext>
              </a:extLst>
            </p:cNvPr>
            <p:cNvPicPr/>
            <p:nvPr/>
          </p:nvPicPr>
          <p:blipFill>
            <a:blip r:embed="rId194" cstate="print"/>
            <a:stretch>
              <a:fillRect/>
            </a:stretch>
          </p:blipFill>
          <p:spPr>
            <a:xfrm>
              <a:off x="4730496" y="5145023"/>
              <a:ext cx="121919" cy="24384"/>
            </a:xfrm>
            <a:prstGeom prst="rect">
              <a:avLst/>
            </a:prstGeom>
          </p:spPr>
        </p:pic>
        <p:pic>
          <p:nvPicPr>
            <p:cNvPr id="336" name="object 337">
              <a:extLst>
                <a:ext uri="{FF2B5EF4-FFF2-40B4-BE49-F238E27FC236}">
                  <a16:creationId xmlns:a16="http://schemas.microsoft.com/office/drawing/2014/main" id="{D627ED18-0572-4A99-BF4C-271EC6F5D82D}"/>
                </a:ext>
              </a:extLst>
            </p:cNvPr>
            <p:cNvPicPr/>
            <p:nvPr/>
          </p:nvPicPr>
          <p:blipFill>
            <a:blip r:embed="rId195" cstate="print"/>
            <a:stretch>
              <a:fillRect/>
            </a:stretch>
          </p:blipFill>
          <p:spPr>
            <a:xfrm>
              <a:off x="1792224" y="5145023"/>
              <a:ext cx="195071" cy="48768"/>
            </a:xfrm>
            <a:prstGeom prst="rect">
              <a:avLst/>
            </a:prstGeom>
          </p:spPr>
        </p:pic>
        <p:pic>
          <p:nvPicPr>
            <p:cNvPr id="337" name="object 338">
              <a:extLst>
                <a:ext uri="{FF2B5EF4-FFF2-40B4-BE49-F238E27FC236}">
                  <a16:creationId xmlns:a16="http://schemas.microsoft.com/office/drawing/2014/main" id="{578022A7-CC0A-4720-A699-02F555D43822}"/>
                </a:ext>
              </a:extLst>
            </p:cNvPr>
            <p:cNvPicPr/>
            <p:nvPr/>
          </p:nvPicPr>
          <p:blipFill>
            <a:blip r:embed="rId196" cstate="print"/>
            <a:stretch>
              <a:fillRect/>
            </a:stretch>
          </p:blipFill>
          <p:spPr>
            <a:xfrm>
              <a:off x="2157984" y="5145023"/>
              <a:ext cx="329184" cy="36576"/>
            </a:xfrm>
            <a:prstGeom prst="rect">
              <a:avLst/>
            </a:prstGeom>
          </p:spPr>
        </p:pic>
        <p:pic>
          <p:nvPicPr>
            <p:cNvPr id="338" name="object 339">
              <a:extLst>
                <a:ext uri="{FF2B5EF4-FFF2-40B4-BE49-F238E27FC236}">
                  <a16:creationId xmlns:a16="http://schemas.microsoft.com/office/drawing/2014/main" id="{28A7AF93-729F-4C12-BFE2-A0F9A3D743B9}"/>
                </a:ext>
              </a:extLst>
            </p:cNvPr>
            <p:cNvPicPr/>
            <p:nvPr/>
          </p:nvPicPr>
          <p:blipFill>
            <a:blip r:embed="rId124" cstate="print"/>
            <a:stretch>
              <a:fillRect/>
            </a:stretch>
          </p:blipFill>
          <p:spPr>
            <a:xfrm>
              <a:off x="3182111" y="5145023"/>
              <a:ext cx="60959" cy="36576"/>
            </a:xfrm>
            <a:prstGeom prst="rect">
              <a:avLst/>
            </a:prstGeom>
          </p:spPr>
        </p:pic>
        <p:pic>
          <p:nvPicPr>
            <p:cNvPr id="339" name="object 340">
              <a:extLst>
                <a:ext uri="{FF2B5EF4-FFF2-40B4-BE49-F238E27FC236}">
                  <a16:creationId xmlns:a16="http://schemas.microsoft.com/office/drawing/2014/main" id="{DD80E5FC-514F-44D6-A39F-4793A11AC71D}"/>
                </a:ext>
              </a:extLst>
            </p:cNvPr>
            <p:cNvPicPr/>
            <p:nvPr/>
          </p:nvPicPr>
          <p:blipFill>
            <a:blip r:embed="rId192" cstate="print"/>
            <a:stretch>
              <a:fillRect/>
            </a:stretch>
          </p:blipFill>
          <p:spPr>
            <a:xfrm>
              <a:off x="3523487" y="5145023"/>
              <a:ext cx="24383" cy="24384"/>
            </a:xfrm>
            <a:prstGeom prst="rect">
              <a:avLst/>
            </a:prstGeom>
          </p:spPr>
        </p:pic>
        <p:sp>
          <p:nvSpPr>
            <p:cNvPr id="340" name="object 341">
              <a:extLst>
                <a:ext uri="{FF2B5EF4-FFF2-40B4-BE49-F238E27FC236}">
                  <a16:creationId xmlns:a16="http://schemas.microsoft.com/office/drawing/2014/main" id="{EF6A14CD-3954-4BAD-A0F1-87BB172009CE}"/>
                </a:ext>
              </a:extLst>
            </p:cNvPr>
            <p:cNvSpPr/>
            <p:nvPr/>
          </p:nvSpPr>
          <p:spPr>
            <a:xfrm>
              <a:off x="3572255" y="5157215"/>
              <a:ext cx="12700" cy="12700"/>
            </a:xfrm>
            <a:custGeom>
              <a:avLst/>
              <a:gdLst/>
              <a:ahLst/>
              <a:cxnLst/>
              <a:rect l="l" t="t" r="r" b="b"/>
              <a:pathLst>
                <a:path w="12700" h="12700">
                  <a:moveTo>
                    <a:pt x="0" y="12191"/>
                  </a:moveTo>
                  <a:lnTo>
                    <a:pt x="12191" y="12191"/>
                  </a:lnTo>
                  <a:lnTo>
                    <a:pt x="12191" y="0"/>
                  </a:lnTo>
                  <a:lnTo>
                    <a:pt x="0" y="0"/>
                  </a:lnTo>
                  <a:lnTo>
                    <a:pt x="0" y="12191"/>
                  </a:lnTo>
                  <a:close/>
                </a:path>
              </a:pathLst>
            </a:custGeom>
            <a:solidFill>
              <a:srgbClr val="D0D0D0"/>
            </a:solidFill>
          </p:spPr>
          <p:txBody>
            <a:bodyPr wrap="square" lIns="0" tIns="0" rIns="0" bIns="0" rtlCol="0"/>
            <a:lstStyle/>
            <a:p>
              <a:endParaRPr/>
            </a:p>
          </p:txBody>
        </p:sp>
        <p:pic>
          <p:nvPicPr>
            <p:cNvPr id="341" name="object 342">
              <a:extLst>
                <a:ext uri="{FF2B5EF4-FFF2-40B4-BE49-F238E27FC236}">
                  <a16:creationId xmlns:a16="http://schemas.microsoft.com/office/drawing/2014/main" id="{535E651D-2A47-495F-98CC-5BBFC50ADAD7}"/>
                </a:ext>
              </a:extLst>
            </p:cNvPr>
            <p:cNvPicPr/>
            <p:nvPr/>
          </p:nvPicPr>
          <p:blipFill>
            <a:blip r:embed="rId197" cstate="print"/>
            <a:stretch>
              <a:fillRect/>
            </a:stretch>
          </p:blipFill>
          <p:spPr>
            <a:xfrm>
              <a:off x="3645408" y="5145023"/>
              <a:ext cx="329183" cy="36576"/>
            </a:xfrm>
            <a:prstGeom prst="rect">
              <a:avLst/>
            </a:prstGeom>
          </p:spPr>
        </p:pic>
        <p:pic>
          <p:nvPicPr>
            <p:cNvPr id="342" name="object 343">
              <a:extLst>
                <a:ext uri="{FF2B5EF4-FFF2-40B4-BE49-F238E27FC236}">
                  <a16:creationId xmlns:a16="http://schemas.microsoft.com/office/drawing/2014/main" id="{6384A840-E21E-45B3-BA90-E1F87AF8851B}"/>
                </a:ext>
              </a:extLst>
            </p:cNvPr>
            <p:cNvPicPr/>
            <p:nvPr/>
          </p:nvPicPr>
          <p:blipFill>
            <a:blip r:embed="rId192" cstate="print"/>
            <a:stretch>
              <a:fillRect/>
            </a:stretch>
          </p:blipFill>
          <p:spPr>
            <a:xfrm>
              <a:off x="4901184" y="5145023"/>
              <a:ext cx="24383" cy="24384"/>
            </a:xfrm>
            <a:prstGeom prst="rect">
              <a:avLst/>
            </a:prstGeom>
          </p:spPr>
        </p:pic>
        <p:sp>
          <p:nvSpPr>
            <p:cNvPr id="343" name="object 344">
              <a:extLst>
                <a:ext uri="{FF2B5EF4-FFF2-40B4-BE49-F238E27FC236}">
                  <a16:creationId xmlns:a16="http://schemas.microsoft.com/office/drawing/2014/main" id="{AF60F1EE-EA33-4DE1-AD20-AD5C1D5C4E75}"/>
                </a:ext>
              </a:extLst>
            </p:cNvPr>
            <p:cNvSpPr/>
            <p:nvPr/>
          </p:nvSpPr>
          <p:spPr>
            <a:xfrm>
              <a:off x="4949952" y="5163311"/>
              <a:ext cx="12700" cy="0"/>
            </a:xfrm>
            <a:custGeom>
              <a:avLst/>
              <a:gdLst/>
              <a:ahLst/>
              <a:cxnLst/>
              <a:rect l="l" t="t" r="r" b="b"/>
              <a:pathLst>
                <a:path w="12700">
                  <a:moveTo>
                    <a:pt x="0" y="0"/>
                  </a:moveTo>
                  <a:lnTo>
                    <a:pt x="12191" y="0"/>
                  </a:lnTo>
                </a:path>
              </a:pathLst>
            </a:custGeom>
            <a:ln w="12191">
              <a:solidFill>
                <a:srgbClr val="D0D0D0"/>
              </a:solidFill>
            </a:ln>
          </p:spPr>
          <p:txBody>
            <a:bodyPr wrap="square" lIns="0" tIns="0" rIns="0" bIns="0" rtlCol="0"/>
            <a:lstStyle/>
            <a:p>
              <a:endParaRPr/>
            </a:p>
          </p:txBody>
        </p:sp>
        <p:pic>
          <p:nvPicPr>
            <p:cNvPr id="344" name="object 345">
              <a:extLst>
                <a:ext uri="{FF2B5EF4-FFF2-40B4-BE49-F238E27FC236}">
                  <a16:creationId xmlns:a16="http://schemas.microsoft.com/office/drawing/2014/main" id="{79913E07-F30A-4C19-AF9F-8950CD856FF3}"/>
                </a:ext>
              </a:extLst>
            </p:cNvPr>
            <p:cNvPicPr/>
            <p:nvPr/>
          </p:nvPicPr>
          <p:blipFill>
            <a:blip r:embed="rId198" cstate="print"/>
            <a:stretch>
              <a:fillRect/>
            </a:stretch>
          </p:blipFill>
          <p:spPr>
            <a:xfrm>
              <a:off x="5023104" y="5145023"/>
              <a:ext cx="329183" cy="36576"/>
            </a:xfrm>
            <a:prstGeom prst="rect">
              <a:avLst/>
            </a:prstGeom>
          </p:spPr>
        </p:pic>
        <p:pic>
          <p:nvPicPr>
            <p:cNvPr id="345" name="object 346">
              <a:extLst>
                <a:ext uri="{FF2B5EF4-FFF2-40B4-BE49-F238E27FC236}">
                  <a16:creationId xmlns:a16="http://schemas.microsoft.com/office/drawing/2014/main" id="{49C532BA-9686-4853-9930-1F13D2CCFC0F}"/>
                </a:ext>
              </a:extLst>
            </p:cNvPr>
            <p:cNvPicPr/>
            <p:nvPr/>
          </p:nvPicPr>
          <p:blipFill>
            <a:blip r:embed="rId199" cstate="print"/>
            <a:stretch>
              <a:fillRect/>
            </a:stretch>
          </p:blipFill>
          <p:spPr>
            <a:xfrm>
              <a:off x="4632959" y="5145023"/>
              <a:ext cx="48767" cy="48768"/>
            </a:xfrm>
            <a:prstGeom prst="rect">
              <a:avLst/>
            </a:prstGeom>
          </p:spPr>
        </p:pic>
        <p:sp>
          <p:nvSpPr>
            <p:cNvPr id="346" name="object 347">
              <a:extLst>
                <a:ext uri="{FF2B5EF4-FFF2-40B4-BE49-F238E27FC236}">
                  <a16:creationId xmlns:a16="http://schemas.microsoft.com/office/drawing/2014/main" id="{AD86FC1D-95E4-4CB7-B34E-CF46E56F913C}"/>
                </a:ext>
              </a:extLst>
            </p:cNvPr>
            <p:cNvSpPr/>
            <p:nvPr/>
          </p:nvSpPr>
          <p:spPr>
            <a:xfrm>
              <a:off x="2474976" y="5175503"/>
              <a:ext cx="12700" cy="0"/>
            </a:xfrm>
            <a:custGeom>
              <a:avLst/>
              <a:gdLst/>
              <a:ahLst/>
              <a:cxnLst/>
              <a:rect l="l" t="t" r="r" b="b"/>
              <a:pathLst>
                <a:path w="12700">
                  <a:moveTo>
                    <a:pt x="0" y="0"/>
                  </a:moveTo>
                  <a:lnTo>
                    <a:pt x="12191" y="0"/>
                  </a:lnTo>
                </a:path>
              </a:pathLst>
            </a:custGeom>
            <a:ln w="12191">
              <a:solidFill>
                <a:srgbClr val="626364"/>
              </a:solidFill>
            </a:ln>
          </p:spPr>
          <p:txBody>
            <a:bodyPr wrap="square" lIns="0" tIns="0" rIns="0" bIns="0" rtlCol="0"/>
            <a:lstStyle/>
            <a:p>
              <a:endParaRPr/>
            </a:p>
          </p:txBody>
        </p:sp>
        <p:sp>
          <p:nvSpPr>
            <p:cNvPr id="347" name="object 348">
              <a:extLst>
                <a:ext uri="{FF2B5EF4-FFF2-40B4-BE49-F238E27FC236}">
                  <a16:creationId xmlns:a16="http://schemas.microsoft.com/office/drawing/2014/main" id="{52539A39-0097-45D4-AB48-55312DB54C81}"/>
                </a:ext>
              </a:extLst>
            </p:cNvPr>
            <p:cNvSpPr/>
            <p:nvPr/>
          </p:nvSpPr>
          <p:spPr>
            <a:xfrm>
              <a:off x="3230879" y="5169407"/>
              <a:ext cx="12700" cy="12700"/>
            </a:xfrm>
            <a:custGeom>
              <a:avLst/>
              <a:gdLst/>
              <a:ahLst/>
              <a:cxnLst/>
              <a:rect l="l" t="t" r="r" b="b"/>
              <a:pathLst>
                <a:path w="12700" h="12700">
                  <a:moveTo>
                    <a:pt x="0" y="12191"/>
                  </a:moveTo>
                  <a:lnTo>
                    <a:pt x="12191" y="12191"/>
                  </a:lnTo>
                  <a:lnTo>
                    <a:pt x="12191" y="0"/>
                  </a:lnTo>
                  <a:lnTo>
                    <a:pt x="0" y="0"/>
                  </a:lnTo>
                  <a:lnTo>
                    <a:pt x="0" y="12191"/>
                  </a:lnTo>
                  <a:close/>
                </a:path>
              </a:pathLst>
            </a:custGeom>
            <a:solidFill>
              <a:srgbClr val="434445"/>
            </a:solidFill>
          </p:spPr>
          <p:txBody>
            <a:bodyPr wrap="square" lIns="0" tIns="0" rIns="0" bIns="0" rtlCol="0"/>
            <a:lstStyle/>
            <a:p>
              <a:endParaRPr/>
            </a:p>
          </p:txBody>
        </p:sp>
        <p:pic>
          <p:nvPicPr>
            <p:cNvPr id="348" name="object 349">
              <a:extLst>
                <a:ext uri="{FF2B5EF4-FFF2-40B4-BE49-F238E27FC236}">
                  <a16:creationId xmlns:a16="http://schemas.microsoft.com/office/drawing/2014/main" id="{2291C861-E701-4607-AB52-AA04C163D7BF}"/>
                </a:ext>
              </a:extLst>
            </p:cNvPr>
            <p:cNvPicPr/>
            <p:nvPr/>
          </p:nvPicPr>
          <p:blipFill>
            <a:blip r:embed="rId200" cstate="print"/>
            <a:stretch>
              <a:fillRect/>
            </a:stretch>
          </p:blipFill>
          <p:spPr>
            <a:xfrm>
              <a:off x="3328415" y="5169407"/>
              <a:ext cx="146304" cy="12191"/>
            </a:xfrm>
            <a:prstGeom prst="rect">
              <a:avLst/>
            </a:prstGeom>
          </p:spPr>
        </p:pic>
        <p:sp>
          <p:nvSpPr>
            <p:cNvPr id="349" name="object 350">
              <a:extLst>
                <a:ext uri="{FF2B5EF4-FFF2-40B4-BE49-F238E27FC236}">
                  <a16:creationId xmlns:a16="http://schemas.microsoft.com/office/drawing/2014/main" id="{57FAC79B-8F4A-48D7-82E4-301651277D98}"/>
                </a:ext>
              </a:extLst>
            </p:cNvPr>
            <p:cNvSpPr/>
            <p:nvPr/>
          </p:nvSpPr>
          <p:spPr>
            <a:xfrm>
              <a:off x="3523487" y="5175503"/>
              <a:ext cx="12700" cy="0"/>
            </a:xfrm>
            <a:custGeom>
              <a:avLst/>
              <a:gdLst/>
              <a:ahLst/>
              <a:cxnLst/>
              <a:rect l="l" t="t" r="r" b="b"/>
              <a:pathLst>
                <a:path w="12700">
                  <a:moveTo>
                    <a:pt x="0" y="0"/>
                  </a:moveTo>
                  <a:lnTo>
                    <a:pt x="12191" y="0"/>
                  </a:lnTo>
                </a:path>
              </a:pathLst>
            </a:custGeom>
            <a:ln w="12191">
              <a:solidFill>
                <a:srgbClr val="626364"/>
              </a:solidFill>
            </a:ln>
          </p:spPr>
          <p:txBody>
            <a:bodyPr wrap="square" lIns="0" tIns="0" rIns="0" bIns="0" rtlCol="0"/>
            <a:lstStyle/>
            <a:p>
              <a:endParaRPr/>
            </a:p>
          </p:txBody>
        </p:sp>
        <p:sp>
          <p:nvSpPr>
            <p:cNvPr id="350" name="object 351">
              <a:extLst>
                <a:ext uri="{FF2B5EF4-FFF2-40B4-BE49-F238E27FC236}">
                  <a16:creationId xmlns:a16="http://schemas.microsoft.com/office/drawing/2014/main" id="{F4D7BE48-046C-43DB-B8C8-72405D7E57B5}"/>
                </a:ext>
              </a:extLst>
            </p:cNvPr>
            <p:cNvSpPr/>
            <p:nvPr/>
          </p:nvSpPr>
          <p:spPr>
            <a:xfrm>
              <a:off x="3572255" y="5169407"/>
              <a:ext cx="12700" cy="12700"/>
            </a:xfrm>
            <a:custGeom>
              <a:avLst/>
              <a:gdLst/>
              <a:ahLst/>
              <a:cxnLst/>
              <a:rect l="l" t="t" r="r" b="b"/>
              <a:pathLst>
                <a:path w="12700" h="12700">
                  <a:moveTo>
                    <a:pt x="0" y="12191"/>
                  </a:moveTo>
                  <a:lnTo>
                    <a:pt x="12191" y="12191"/>
                  </a:lnTo>
                  <a:lnTo>
                    <a:pt x="12191" y="0"/>
                  </a:lnTo>
                  <a:lnTo>
                    <a:pt x="0" y="0"/>
                  </a:lnTo>
                  <a:lnTo>
                    <a:pt x="0" y="12191"/>
                  </a:lnTo>
                  <a:close/>
                </a:path>
              </a:pathLst>
            </a:custGeom>
            <a:solidFill>
              <a:srgbClr val="434445"/>
            </a:solidFill>
          </p:spPr>
          <p:txBody>
            <a:bodyPr wrap="square" lIns="0" tIns="0" rIns="0" bIns="0" rtlCol="0"/>
            <a:lstStyle/>
            <a:p>
              <a:endParaRPr/>
            </a:p>
          </p:txBody>
        </p:sp>
        <p:sp>
          <p:nvSpPr>
            <p:cNvPr id="351" name="object 352">
              <a:extLst>
                <a:ext uri="{FF2B5EF4-FFF2-40B4-BE49-F238E27FC236}">
                  <a16:creationId xmlns:a16="http://schemas.microsoft.com/office/drawing/2014/main" id="{8B04AAC2-A82A-46BF-9064-123CA08F8B8C}"/>
                </a:ext>
              </a:extLst>
            </p:cNvPr>
            <p:cNvSpPr/>
            <p:nvPr/>
          </p:nvSpPr>
          <p:spPr>
            <a:xfrm>
              <a:off x="5340096" y="5175503"/>
              <a:ext cx="12700" cy="0"/>
            </a:xfrm>
            <a:custGeom>
              <a:avLst/>
              <a:gdLst/>
              <a:ahLst/>
              <a:cxnLst/>
              <a:rect l="l" t="t" r="r" b="b"/>
              <a:pathLst>
                <a:path w="12700">
                  <a:moveTo>
                    <a:pt x="0" y="0"/>
                  </a:moveTo>
                  <a:lnTo>
                    <a:pt x="12191" y="0"/>
                  </a:lnTo>
                </a:path>
              </a:pathLst>
            </a:custGeom>
            <a:ln w="12191">
              <a:solidFill>
                <a:srgbClr val="626364"/>
              </a:solidFill>
            </a:ln>
          </p:spPr>
          <p:txBody>
            <a:bodyPr wrap="square" lIns="0" tIns="0" rIns="0" bIns="0" rtlCol="0"/>
            <a:lstStyle/>
            <a:p>
              <a:endParaRPr/>
            </a:p>
          </p:txBody>
        </p:sp>
        <p:pic>
          <p:nvPicPr>
            <p:cNvPr id="352" name="object 353">
              <a:extLst>
                <a:ext uri="{FF2B5EF4-FFF2-40B4-BE49-F238E27FC236}">
                  <a16:creationId xmlns:a16="http://schemas.microsoft.com/office/drawing/2014/main" id="{38B67822-D903-41C8-8B93-22077B438AE9}"/>
                </a:ext>
              </a:extLst>
            </p:cNvPr>
            <p:cNvPicPr/>
            <p:nvPr/>
          </p:nvPicPr>
          <p:blipFill>
            <a:blip r:embed="rId201" cstate="print"/>
            <a:stretch>
              <a:fillRect/>
            </a:stretch>
          </p:blipFill>
          <p:spPr>
            <a:xfrm>
              <a:off x="743712" y="5145023"/>
              <a:ext cx="146304" cy="73152"/>
            </a:xfrm>
            <a:prstGeom prst="rect">
              <a:avLst/>
            </a:prstGeom>
          </p:spPr>
        </p:pic>
        <p:sp>
          <p:nvSpPr>
            <p:cNvPr id="353" name="object 354">
              <a:extLst>
                <a:ext uri="{FF2B5EF4-FFF2-40B4-BE49-F238E27FC236}">
                  <a16:creationId xmlns:a16="http://schemas.microsoft.com/office/drawing/2014/main" id="{7BE2FC41-EA13-4511-A509-263A6B00FD16}"/>
                </a:ext>
              </a:extLst>
            </p:cNvPr>
            <p:cNvSpPr/>
            <p:nvPr/>
          </p:nvSpPr>
          <p:spPr>
            <a:xfrm>
              <a:off x="1950720" y="5187695"/>
              <a:ext cx="24765" cy="0"/>
            </a:xfrm>
            <a:custGeom>
              <a:avLst/>
              <a:gdLst/>
              <a:ahLst/>
              <a:cxnLst/>
              <a:rect l="l" t="t" r="r" b="b"/>
              <a:pathLst>
                <a:path w="24764">
                  <a:moveTo>
                    <a:pt x="0" y="0"/>
                  </a:moveTo>
                  <a:lnTo>
                    <a:pt x="24383" y="0"/>
                  </a:lnTo>
                </a:path>
              </a:pathLst>
            </a:custGeom>
            <a:ln w="12191">
              <a:solidFill>
                <a:srgbClr val="A1A2A2"/>
              </a:solidFill>
            </a:ln>
          </p:spPr>
          <p:txBody>
            <a:bodyPr wrap="square" lIns="0" tIns="0" rIns="0" bIns="0" rtlCol="0"/>
            <a:lstStyle/>
            <a:p>
              <a:endParaRPr/>
            </a:p>
          </p:txBody>
        </p:sp>
        <p:sp>
          <p:nvSpPr>
            <p:cNvPr id="354" name="object 355">
              <a:extLst>
                <a:ext uri="{FF2B5EF4-FFF2-40B4-BE49-F238E27FC236}">
                  <a16:creationId xmlns:a16="http://schemas.microsoft.com/office/drawing/2014/main" id="{DF68C5DD-1ED0-49C5-9C75-32191FB3E5B0}"/>
                </a:ext>
              </a:extLst>
            </p:cNvPr>
            <p:cNvSpPr/>
            <p:nvPr/>
          </p:nvSpPr>
          <p:spPr>
            <a:xfrm>
              <a:off x="3230879" y="5181599"/>
              <a:ext cx="12700" cy="12700"/>
            </a:xfrm>
            <a:custGeom>
              <a:avLst/>
              <a:gdLst/>
              <a:ahLst/>
              <a:cxnLst/>
              <a:rect l="l" t="t" r="r" b="b"/>
              <a:pathLst>
                <a:path w="12700" h="12700">
                  <a:moveTo>
                    <a:pt x="0" y="12191"/>
                  </a:moveTo>
                  <a:lnTo>
                    <a:pt x="12191" y="12191"/>
                  </a:lnTo>
                  <a:lnTo>
                    <a:pt x="12191" y="0"/>
                  </a:lnTo>
                  <a:lnTo>
                    <a:pt x="0" y="0"/>
                  </a:lnTo>
                  <a:lnTo>
                    <a:pt x="0" y="12191"/>
                  </a:lnTo>
                  <a:close/>
                </a:path>
              </a:pathLst>
            </a:custGeom>
            <a:solidFill>
              <a:srgbClr val="434445"/>
            </a:solidFill>
          </p:spPr>
          <p:txBody>
            <a:bodyPr wrap="square" lIns="0" tIns="0" rIns="0" bIns="0" rtlCol="0"/>
            <a:lstStyle/>
            <a:p>
              <a:endParaRPr/>
            </a:p>
          </p:txBody>
        </p:sp>
        <p:sp>
          <p:nvSpPr>
            <p:cNvPr id="355" name="object 356">
              <a:extLst>
                <a:ext uri="{FF2B5EF4-FFF2-40B4-BE49-F238E27FC236}">
                  <a16:creationId xmlns:a16="http://schemas.microsoft.com/office/drawing/2014/main" id="{08AD7E6A-2B3F-482C-99A5-D5529D44D024}"/>
                </a:ext>
              </a:extLst>
            </p:cNvPr>
            <p:cNvSpPr/>
            <p:nvPr/>
          </p:nvSpPr>
          <p:spPr>
            <a:xfrm>
              <a:off x="3328415" y="5187695"/>
              <a:ext cx="60960" cy="0"/>
            </a:xfrm>
            <a:custGeom>
              <a:avLst/>
              <a:gdLst/>
              <a:ahLst/>
              <a:cxnLst/>
              <a:rect l="l" t="t" r="r" b="b"/>
              <a:pathLst>
                <a:path w="60960">
                  <a:moveTo>
                    <a:pt x="0" y="0"/>
                  </a:moveTo>
                  <a:lnTo>
                    <a:pt x="12191" y="0"/>
                  </a:lnTo>
                </a:path>
                <a:path w="60960">
                  <a:moveTo>
                    <a:pt x="48767" y="0"/>
                  </a:moveTo>
                  <a:lnTo>
                    <a:pt x="60959" y="0"/>
                  </a:lnTo>
                </a:path>
              </a:pathLst>
            </a:custGeom>
            <a:ln w="12191">
              <a:solidFill>
                <a:srgbClr val="434445"/>
              </a:solidFill>
            </a:ln>
          </p:spPr>
          <p:txBody>
            <a:bodyPr wrap="square" lIns="0" tIns="0" rIns="0" bIns="0" rtlCol="0"/>
            <a:lstStyle/>
            <a:p>
              <a:endParaRPr/>
            </a:p>
          </p:txBody>
        </p:sp>
        <p:pic>
          <p:nvPicPr>
            <p:cNvPr id="356" name="object 357">
              <a:extLst>
                <a:ext uri="{FF2B5EF4-FFF2-40B4-BE49-F238E27FC236}">
                  <a16:creationId xmlns:a16="http://schemas.microsoft.com/office/drawing/2014/main" id="{D7052000-B71C-4B36-818C-D1C10B28A778}"/>
                </a:ext>
              </a:extLst>
            </p:cNvPr>
            <p:cNvPicPr/>
            <p:nvPr/>
          </p:nvPicPr>
          <p:blipFill>
            <a:blip r:embed="rId202" cstate="print"/>
            <a:stretch>
              <a:fillRect/>
            </a:stretch>
          </p:blipFill>
          <p:spPr>
            <a:xfrm>
              <a:off x="2023872" y="5169407"/>
              <a:ext cx="292608" cy="48768"/>
            </a:xfrm>
            <a:prstGeom prst="rect">
              <a:avLst/>
            </a:prstGeom>
          </p:spPr>
        </p:pic>
        <p:sp>
          <p:nvSpPr>
            <p:cNvPr id="357" name="object 358">
              <a:extLst>
                <a:ext uri="{FF2B5EF4-FFF2-40B4-BE49-F238E27FC236}">
                  <a16:creationId xmlns:a16="http://schemas.microsoft.com/office/drawing/2014/main" id="{F822731A-4B21-4CAC-8C6A-27EA0B93A7F2}"/>
                </a:ext>
              </a:extLst>
            </p:cNvPr>
            <p:cNvSpPr/>
            <p:nvPr/>
          </p:nvSpPr>
          <p:spPr>
            <a:xfrm>
              <a:off x="1950720" y="5199887"/>
              <a:ext cx="12700" cy="0"/>
            </a:xfrm>
            <a:custGeom>
              <a:avLst/>
              <a:gdLst/>
              <a:ahLst/>
              <a:cxnLst/>
              <a:rect l="l" t="t" r="r" b="b"/>
              <a:pathLst>
                <a:path w="12700">
                  <a:moveTo>
                    <a:pt x="0" y="0"/>
                  </a:moveTo>
                  <a:lnTo>
                    <a:pt x="12191" y="0"/>
                  </a:lnTo>
                </a:path>
              </a:pathLst>
            </a:custGeom>
            <a:ln w="12191">
              <a:solidFill>
                <a:srgbClr val="525454"/>
              </a:solidFill>
            </a:ln>
          </p:spPr>
          <p:txBody>
            <a:bodyPr wrap="square" lIns="0" tIns="0" rIns="0" bIns="0" rtlCol="0"/>
            <a:lstStyle/>
            <a:p>
              <a:endParaRPr/>
            </a:p>
          </p:txBody>
        </p:sp>
        <p:pic>
          <p:nvPicPr>
            <p:cNvPr id="358" name="object 359">
              <a:extLst>
                <a:ext uri="{FF2B5EF4-FFF2-40B4-BE49-F238E27FC236}">
                  <a16:creationId xmlns:a16="http://schemas.microsoft.com/office/drawing/2014/main" id="{CE3511AE-67E6-4761-9797-2734DEA81D73}"/>
                </a:ext>
              </a:extLst>
            </p:cNvPr>
            <p:cNvPicPr/>
            <p:nvPr/>
          </p:nvPicPr>
          <p:blipFill>
            <a:blip r:embed="rId203" cstate="print"/>
            <a:stretch>
              <a:fillRect/>
            </a:stretch>
          </p:blipFill>
          <p:spPr>
            <a:xfrm>
              <a:off x="3645408" y="5169407"/>
              <a:ext cx="341375" cy="48768"/>
            </a:xfrm>
            <a:prstGeom prst="rect">
              <a:avLst/>
            </a:prstGeom>
          </p:spPr>
        </p:pic>
        <p:pic>
          <p:nvPicPr>
            <p:cNvPr id="359" name="object 360">
              <a:extLst>
                <a:ext uri="{FF2B5EF4-FFF2-40B4-BE49-F238E27FC236}">
                  <a16:creationId xmlns:a16="http://schemas.microsoft.com/office/drawing/2014/main" id="{403AB88E-24E3-4183-A27C-60AF61F30118}"/>
                </a:ext>
              </a:extLst>
            </p:cNvPr>
            <p:cNvPicPr/>
            <p:nvPr/>
          </p:nvPicPr>
          <p:blipFill>
            <a:blip r:embed="rId204" cstate="print"/>
            <a:stretch>
              <a:fillRect/>
            </a:stretch>
          </p:blipFill>
          <p:spPr>
            <a:xfrm>
              <a:off x="3364991" y="5181599"/>
              <a:ext cx="243839" cy="36576"/>
            </a:xfrm>
            <a:prstGeom prst="rect">
              <a:avLst/>
            </a:prstGeom>
          </p:spPr>
        </p:pic>
        <p:pic>
          <p:nvPicPr>
            <p:cNvPr id="360" name="object 361">
              <a:extLst>
                <a:ext uri="{FF2B5EF4-FFF2-40B4-BE49-F238E27FC236}">
                  <a16:creationId xmlns:a16="http://schemas.microsoft.com/office/drawing/2014/main" id="{D2B77237-62CE-40D3-83C0-FEB8A9354644}"/>
                </a:ext>
              </a:extLst>
            </p:cNvPr>
            <p:cNvPicPr/>
            <p:nvPr/>
          </p:nvPicPr>
          <p:blipFill>
            <a:blip r:embed="rId205" cstate="print"/>
            <a:stretch>
              <a:fillRect/>
            </a:stretch>
          </p:blipFill>
          <p:spPr>
            <a:xfrm>
              <a:off x="4730496" y="5169407"/>
              <a:ext cx="353567" cy="48768"/>
            </a:xfrm>
            <a:prstGeom prst="rect">
              <a:avLst/>
            </a:prstGeom>
          </p:spPr>
        </p:pic>
        <p:pic>
          <p:nvPicPr>
            <p:cNvPr id="361" name="object 362">
              <a:extLst>
                <a:ext uri="{FF2B5EF4-FFF2-40B4-BE49-F238E27FC236}">
                  <a16:creationId xmlns:a16="http://schemas.microsoft.com/office/drawing/2014/main" id="{70B52A45-B175-441D-8350-309E3769D574}"/>
                </a:ext>
              </a:extLst>
            </p:cNvPr>
            <p:cNvPicPr/>
            <p:nvPr/>
          </p:nvPicPr>
          <p:blipFill>
            <a:blip r:embed="rId206" cstate="print"/>
            <a:stretch>
              <a:fillRect/>
            </a:stretch>
          </p:blipFill>
          <p:spPr>
            <a:xfrm>
              <a:off x="2255520" y="5181599"/>
              <a:ext cx="243839" cy="36576"/>
            </a:xfrm>
            <a:prstGeom prst="rect">
              <a:avLst/>
            </a:prstGeom>
          </p:spPr>
        </p:pic>
        <p:sp>
          <p:nvSpPr>
            <p:cNvPr id="362" name="object 363">
              <a:extLst>
                <a:ext uri="{FF2B5EF4-FFF2-40B4-BE49-F238E27FC236}">
                  <a16:creationId xmlns:a16="http://schemas.microsoft.com/office/drawing/2014/main" id="{273FD1CC-B0B7-4098-A16C-1CADFAC6378B}"/>
                </a:ext>
              </a:extLst>
            </p:cNvPr>
            <p:cNvSpPr/>
            <p:nvPr/>
          </p:nvSpPr>
          <p:spPr>
            <a:xfrm>
              <a:off x="2304287" y="5199887"/>
              <a:ext cx="12700" cy="0"/>
            </a:xfrm>
            <a:custGeom>
              <a:avLst/>
              <a:gdLst/>
              <a:ahLst/>
              <a:cxnLst/>
              <a:rect l="l" t="t" r="r" b="b"/>
              <a:pathLst>
                <a:path w="12700">
                  <a:moveTo>
                    <a:pt x="0" y="0"/>
                  </a:moveTo>
                  <a:lnTo>
                    <a:pt x="12191" y="0"/>
                  </a:lnTo>
                </a:path>
              </a:pathLst>
            </a:custGeom>
            <a:ln w="12191">
              <a:solidFill>
                <a:srgbClr val="434445"/>
              </a:solidFill>
            </a:ln>
          </p:spPr>
          <p:txBody>
            <a:bodyPr wrap="square" lIns="0" tIns="0" rIns="0" bIns="0" rtlCol="0"/>
            <a:lstStyle/>
            <a:p>
              <a:endParaRPr/>
            </a:p>
          </p:txBody>
        </p:sp>
        <p:pic>
          <p:nvPicPr>
            <p:cNvPr id="363" name="object 364">
              <a:extLst>
                <a:ext uri="{FF2B5EF4-FFF2-40B4-BE49-F238E27FC236}">
                  <a16:creationId xmlns:a16="http://schemas.microsoft.com/office/drawing/2014/main" id="{4B9DA23A-EB2C-494C-9FEC-A92F2A3E00D6}"/>
                </a:ext>
              </a:extLst>
            </p:cNvPr>
            <p:cNvPicPr/>
            <p:nvPr/>
          </p:nvPicPr>
          <p:blipFill>
            <a:blip r:embed="rId61" cstate="print"/>
            <a:stretch>
              <a:fillRect/>
            </a:stretch>
          </p:blipFill>
          <p:spPr>
            <a:xfrm>
              <a:off x="6071616" y="5059679"/>
              <a:ext cx="24383" cy="268224"/>
            </a:xfrm>
            <a:prstGeom prst="rect">
              <a:avLst/>
            </a:prstGeom>
          </p:spPr>
        </p:pic>
        <p:pic>
          <p:nvPicPr>
            <p:cNvPr id="364" name="object 365">
              <a:extLst>
                <a:ext uri="{FF2B5EF4-FFF2-40B4-BE49-F238E27FC236}">
                  <a16:creationId xmlns:a16="http://schemas.microsoft.com/office/drawing/2014/main" id="{11536FD9-9BF4-4F27-9044-EE0E086A326F}"/>
                </a:ext>
              </a:extLst>
            </p:cNvPr>
            <p:cNvPicPr/>
            <p:nvPr/>
          </p:nvPicPr>
          <p:blipFill>
            <a:blip r:embed="rId207" cstate="print"/>
            <a:stretch>
              <a:fillRect/>
            </a:stretch>
          </p:blipFill>
          <p:spPr>
            <a:xfrm>
              <a:off x="5023104" y="5181599"/>
              <a:ext cx="341376" cy="36576"/>
            </a:xfrm>
            <a:prstGeom prst="rect">
              <a:avLst/>
            </a:prstGeom>
          </p:spPr>
        </p:pic>
        <p:pic>
          <p:nvPicPr>
            <p:cNvPr id="365" name="object 366">
              <a:extLst>
                <a:ext uri="{FF2B5EF4-FFF2-40B4-BE49-F238E27FC236}">
                  <a16:creationId xmlns:a16="http://schemas.microsoft.com/office/drawing/2014/main" id="{5E30D0FF-E710-4665-8161-AEAB516F5F28}"/>
                </a:ext>
              </a:extLst>
            </p:cNvPr>
            <p:cNvPicPr/>
            <p:nvPr/>
          </p:nvPicPr>
          <p:blipFill>
            <a:blip r:embed="rId208" cstate="print"/>
            <a:stretch>
              <a:fillRect/>
            </a:stretch>
          </p:blipFill>
          <p:spPr>
            <a:xfrm>
              <a:off x="1694688" y="5169407"/>
              <a:ext cx="158496" cy="60959"/>
            </a:xfrm>
            <a:prstGeom prst="rect">
              <a:avLst/>
            </a:prstGeom>
          </p:spPr>
        </p:pic>
        <p:sp>
          <p:nvSpPr>
            <p:cNvPr id="366" name="object 367">
              <a:extLst>
                <a:ext uri="{FF2B5EF4-FFF2-40B4-BE49-F238E27FC236}">
                  <a16:creationId xmlns:a16="http://schemas.microsoft.com/office/drawing/2014/main" id="{EA51F9F9-3EC1-4C58-9700-A343BFBB9C38}"/>
                </a:ext>
              </a:extLst>
            </p:cNvPr>
            <p:cNvSpPr/>
            <p:nvPr/>
          </p:nvSpPr>
          <p:spPr>
            <a:xfrm>
              <a:off x="5071871" y="5199887"/>
              <a:ext cx="12700" cy="0"/>
            </a:xfrm>
            <a:custGeom>
              <a:avLst/>
              <a:gdLst/>
              <a:ahLst/>
              <a:cxnLst/>
              <a:rect l="l" t="t" r="r" b="b"/>
              <a:pathLst>
                <a:path w="12700">
                  <a:moveTo>
                    <a:pt x="0" y="0"/>
                  </a:moveTo>
                  <a:lnTo>
                    <a:pt x="12191" y="0"/>
                  </a:lnTo>
                </a:path>
              </a:pathLst>
            </a:custGeom>
            <a:ln w="12191">
              <a:solidFill>
                <a:srgbClr val="434445"/>
              </a:solidFill>
            </a:ln>
          </p:spPr>
          <p:txBody>
            <a:bodyPr wrap="square" lIns="0" tIns="0" rIns="0" bIns="0" rtlCol="0"/>
            <a:lstStyle/>
            <a:p>
              <a:endParaRPr/>
            </a:p>
          </p:txBody>
        </p:sp>
        <p:pic>
          <p:nvPicPr>
            <p:cNvPr id="367" name="object 368">
              <a:extLst>
                <a:ext uri="{FF2B5EF4-FFF2-40B4-BE49-F238E27FC236}">
                  <a16:creationId xmlns:a16="http://schemas.microsoft.com/office/drawing/2014/main" id="{3A391179-AE73-4FC9-A77C-C820D0A2ECFF}"/>
                </a:ext>
              </a:extLst>
            </p:cNvPr>
            <p:cNvPicPr/>
            <p:nvPr/>
          </p:nvPicPr>
          <p:blipFill>
            <a:blip r:embed="rId209" cstate="print"/>
            <a:stretch>
              <a:fillRect/>
            </a:stretch>
          </p:blipFill>
          <p:spPr>
            <a:xfrm>
              <a:off x="3182111" y="5181599"/>
              <a:ext cx="158495" cy="48768"/>
            </a:xfrm>
            <a:prstGeom prst="rect">
              <a:avLst/>
            </a:prstGeom>
          </p:spPr>
        </p:pic>
        <p:sp>
          <p:nvSpPr>
            <p:cNvPr id="368" name="object 369">
              <a:extLst>
                <a:ext uri="{FF2B5EF4-FFF2-40B4-BE49-F238E27FC236}">
                  <a16:creationId xmlns:a16="http://schemas.microsoft.com/office/drawing/2014/main" id="{FFD8C55C-4D2C-4914-9E5E-BA138FBDBE04}"/>
                </a:ext>
              </a:extLst>
            </p:cNvPr>
            <p:cNvSpPr/>
            <p:nvPr/>
          </p:nvSpPr>
          <p:spPr>
            <a:xfrm>
              <a:off x="2084832" y="5212079"/>
              <a:ext cx="134620" cy="0"/>
            </a:xfrm>
            <a:custGeom>
              <a:avLst/>
              <a:gdLst/>
              <a:ahLst/>
              <a:cxnLst/>
              <a:rect l="l" t="t" r="r" b="b"/>
              <a:pathLst>
                <a:path w="134619">
                  <a:moveTo>
                    <a:pt x="0" y="0"/>
                  </a:moveTo>
                  <a:lnTo>
                    <a:pt x="12191" y="0"/>
                  </a:lnTo>
                </a:path>
                <a:path w="134619">
                  <a:moveTo>
                    <a:pt x="121920" y="0"/>
                  </a:moveTo>
                  <a:lnTo>
                    <a:pt x="134112" y="0"/>
                  </a:lnTo>
                </a:path>
              </a:pathLst>
            </a:custGeom>
            <a:ln w="12191">
              <a:solidFill>
                <a:srgbClr val="434445"/>
              </a:solidFill>
            </a:ln>
          </p:spPr>
          <p:txBody>
            <a:bodyPr wrap="square" lIns="0" tIns="0" rIns="0" bIns="0" rtlCol="0"/>
            <a:lstStyle/>
            <a:p>
              <a:endParaRPr/>
            </a:p>
          </p:txBody>
        </p:sp>
        <p:pic>
          <p:nvPicPr>
            <p:cNvPr id="369" name="object 370">
              <a:extLst>
                <a:ext uri="{FF2B5EF4-FFF2-40B4-BE49-F238E27FC236}">
                  <a16:creationId xmlns:a16="http://schemas.microsoft.com/office/drawing/2014/main" id="{FFC54A50-5D07-4CB1-97F8-16A38E58DF24}"/>
                </a:ext>
              </a:extLst>
            </p:cNvPr>
            <p:cNvPicPr/>
            <p:nvPr/>
          </p:nvPicPr>
          <p:blipFill>
            <a:blip r:embed="rId210" cstate="print"/>
            <a:stretch>
              <a:fillRect/>
            </a:stretch>
          </p:blipFill>
          <p:spPr>
            <a:xfrm>
              <a:off x="1743456" y="5181599"/>
              <a:ext cx="219455" cy="48768"/>
            </a:xfrm>
            <a:prstGeom prst="rect">
              <a:avLst/>
            </a:prstGeom>
          </p:spPr>
        </p:pic>
        <p:sp>
          <p:nvSpPr>
            <p:cNvPr id="370" name="object 371">
              <a:extLst>
                <a:ext uri="{FF2B5EF4-FFF2-40B4-BE49-F238E27FC236}">
                  <a16:creationId xmlns:a16="http://schemas.microsoft.com/office/drawing/2014/main" id="{2E68132B-6ACE-4CD7-AD77-BB9700AE8FED}"/>
                </a:ext>
              </a:extLst>
            </p:cNvPr>
            <p:cNvSpPr/>
            <p:nvPr/>
          </p:nvSpPr>
          <p:spPr>
            <a:xfrm>
              <a:off x="3230879" y="5212079"/>
              <a:ext cx="109855" cy="0"/>
            </a:xfrm>
            <a:custGeom>
              <a:avLst/>
              <a:gdLst/>
              <a:ahLst/>
              <a:cxnLst/>
              <a:rect l="l" t="t" r="r" b="b"/>
              <a:pathLst>
                <a:path w="109854">
                  <a:moveTo>
                    <a:pt x="0" y="0"/>
                  </a:moveTo>
                  <a:lnTo>
                    <a:pt x="12191" y="0"/>
                  </a:lnTo>
                </a:path>
                <a:path w="109854">
                  <a:moveTo>
                    <a:pt x="97535" y="0"/>
                  </a:moveTo>
                  <a:lnTo>
                    <a:pt x="109727" y="0"/>
                  </a:lnTo>
                </a:path>
              </a:pathLst>
            </a:custGeom>
            <a:ln w="12191">
              <a:solidFill>
                <a:srgbClr val="525454"/>
              </a:solidFill>
            </a:ln>
          </p:spPr>
          <p:txBody>
            <a:bodyPr wrap="square" lIns="0" tIns="0" rIns="0" bIns="0" rtlCol="0"/>
            <a:lstStyle/>
            <a:p>
              <a:endParaRPr/>
            </a:p>
          </p:txBody>
        </p:sp>
        <p:sp>
          <p:nvSpPr>
            <p:cNvPr id="371" name="object 372">
              <a:extLst>
                <a:ext uri="{FF2B5EF4-FFF2-40B4-BE49-F238E27FC236}">
                  <a16:creationId xmlns:a16="http://schemas.microsoft.com/office/drawing/2014/main" id="{28FC98E6-0546-4860-AE19-42262BD58DA7}"/>
                </a:ext>
              </a:extLst>
            </p:cNvPr>
            <p:cNvSpPr/>
            <p:nvPr/>
          </p:nvSpPr>
          <p:spPr>
            <a:xfrm>
              <a:off x="3694176" y="5212079"/>
              <a:ext cx="1487805" cy="0"/>
            </a:xfrm>
            <a:custGeom>
              <a:avLst/>
              <a:gdLst/>
              <a:ahLst/>
              <a:cxnLst/>
              <a:rect l="l" t="t" r="r" b="b"/>
              <a:pathLst>
                <a:path w="1487804">
                  <a:moveTo>
                    <a:pt x="0" y="0"/>
                  </a:moveTo>
                  <a:lnTo>
                    <a:pt x="12191" y="0"/>
                  </a:lnTo>
                </a:path>
                <a:path w="1487804">
                  <a:moveTo>
                    <a:pt x="97535" y="0"/>
                  </a:moveTo>
                  <a:lnTo>
                    <a:pt x="109727" y="0"/>
                  </a:lnTo>
                </a:path>
                <a:path w="1487804">
                  <a:moveTo>
                    <a:pt x="1475232" y="0"/>
                  </a:moveTo>
                  <a:lnTo>
                    <a:pt x="1487424" y="0"/>
                  </a:lnTo>
                </a:path>
              </a:pathLst>
            </a:custGeom>
            <a:ln w="12191">
              <a:solidFill>
                <a:srgbClr val="434445"/>
              </a:solidFill>
            </a:ln>
          </p:spPr>
          <p:txBody>
            <a:bodyPr wrap="square" lIns="0" tIns="0" rIns="0" bIns="0" rtlCol="0"/>
            <a:lstStyle/>
            <a:p>
              <a:endParaRPr/>
            </a:p>
          </p:txBody>
        </p:sp>
        <p:pic>
          <p:nvPicPr>
            <p:cNvPr id="372" name="object 373">
              <a:extLst>
                <a:ext uri="{FF2B5EF4-FFF2-40B4-BE49-F238E27FC236}">
                  <a16:creationId xmlns:a16="http://schemas.microsoft.com/office/drawing/2014/main" id="{3F928880-F38A-44EA-8D56-258711A64F0B}"/>
                </a:ext>
              </a:extLst>
            </p:cNvPr>
            <p:cNvPicPr/>
            <p:nvPr/>
          </p:nvPicPr>
          <p:blipFill>
            <a:blip r:embed="rId211" cstate="print"/>
            <a:stretch>
              <a:fillRect/>
            </a:stretch>
          </p:blipFill>
          <p:spPr>
            <a:xfrm>
              <a:off x="2377440" y="5205983"/>
              <a:ext cx="121919" cy="24383"/>
            </a:xfrm>
            <a:prstGeom prst="rect">
              <a:avLst/>
            </a:prstGeom>
          </p:spPr>
        </p:pic>
        <p:sp>
          <p:nvSpPr>
            <p:cNvPr id="373" name="object 374">
              <a:extLst>
                <a:ext uri="{FF2B5EF4-FFF2-40B4-BE49-F238E27FC236}">
                  <a16:creationId xmlns:a16="http://schemas.microsoft.com/office/drawing/2014/main" id="{30DDDEEE-1F52-4374-B5DF-07C265BC8E37}"/>
                </a:ext>
              </a:extLst>
            </p:cNvPr>
            <p:cNvSpPr/>
            <p:nvPr/>
          </p:nvSpPr>
          <p:spPr>
            <a:xfrm>
              <a:off x="1938527" y="5224271"/>
              <a:ext cx="24765" cy="0"/>
            </a:xfrm>
            <a:custGeom>
              <a:avLst/>
              <a:gdLst/>
              <a:ahLst/>
              <a:cxnLst/>
              <a:rect l="l" t="t" r="r" b="b"/>
              <a:pathLst>
                <a:path w="24764">
                  <a:moveTo>
                    <a:pt x="0" y="0"/>
                  </a:moveTo>
                  <a:lnTo>
                    <a:pt x="24383" y="0"/>
                  </a:lnTo>
                </a:path>
              </a:pathLst>
            </a:custGeom>
            <a:ln w="12191">
              <a:solidFill>
                <a:srgbClr val="A1A2A2"/>
              </a:solidFill>
            </a:ln>
          </p:spPr>
          <p:txBody>
            <a:bodyPr wrap="square" lIns="0" tIns="0" rIns="0" bIns="0" rtlCol="0"/>
            <a:lstStyle/>
            <a:p>
              <a:endParaRPr/>
            </a:p>
          </p:txBody>
        </p:sp>
        <p:pic>
          <p:nvPicPr>
            <p:cNvPr id="374" name="object 375">
              <a:extLst>
                <a:ext uri="{FF2B5EF4-FFF2-40B4-BE49-F238E27FC236}">
                  <a16:creationId xmlns:a16="http://schemas.microsoft.com/office/drawing/2014/main" id="{853CD754-D24F-4278-B662-6D161C64CA4A}"/>
                </a:ext>
              </a:extLst>
            </p:cNvPr>
            <p:cNvPicPr/>
            <p:nvPr/>
          </p:nvPicPr>
          <p:blipFill>
            <a:blip r:embed="rId212" cstate="print"/>
            <a:stretch>
              <a:fillRect/>
            </a:stretch>
          </p:blipFill>
          <p:spPr>
            <a:xfrm>
              <a:off x="3413759" y="5205983"/>
              <a:ext cx="170688" cy="24383"/>
            </a:xfrm>
            <a:prstGeom prst="rect">
              <a:avLst/>
            </a:prstGeom>
          </p:spPr>
        </p:pic>
        <p:pic>
          <p:nvPicPr>
            <p:cNvPr id="375" name="object 376">
              <a:extLst>
                <a:ext uri="{FF2B5EF4-FFF2-40B4-BE49-F238E27FC236}">
                  <a16:creationId xmlns:a16="http://schemas.microsoft.com/office/drawing/2014/main" id="{BE28E5CF-7A8C-4C29-8317-CB5F6B4007E2}"/>
                </a:ext>
              </a:extLst>
            </p:cNvPr>
            <p:cNvPicPr/>
            <p:nvPr/>
          </p:nvPicPr>
          <p:blipFill>
            <a:blip r:embed="rId177" cstate="print"/>
            <a:stretch>
              <a:fillRect/>
            </a:stretch>
          </p:blipFill>
          <p:spPr>
            <a:xfrm>
              <a:off x="3864864" y="5205983"/>
              <a:ext cx="121919" cy="24383"/>
            </a:xfrm>
            <a:prstGeom prst="rect">
              <a:avLst/>
            </a:prstGeom>
          </p:spPr>
        </p:pic>
        <p:pic>
          <p:nvPicPr>
            <p:cNvPr id="376" name="object 377">
              <a:extLst>
                <a:ext uri="{FF2B5EF4-FFF2-40B4-BE49-F238E27FC236}">
                  <a16:creationId xmlns:a16="http://schemas.microsoft.com/office/drawing/2014/main" id="{74AFC163-BD25-4FFB-9536-1A1730AD7174}"/>
                </a:ext>
              </a:extLst>
            </p:cNvPr>
            <p:cNvPicPr/>
            <p:nvPr/>
          </p:nvPicPr>
          <p:blipFill>
            <a:blip r:embed="rId213" cstate="print"/>
            <a:stretch>
              <a:fillRect/>
            </a:stretch>
          </p:blipFill>
          <p:spPr>
            <a:xfrm>
              <a:off x="4632959" y="5193791"/>
              <a:ext cx="329184" cy="36576"/>
            </a:xfrm>
            <a:prstGeom prst="rect">
              <a:avLst/>
            </a:prstGeom>
          </p:spPr>
        </p:pic>
        <p:pic>
          <p:nvPicPr>
            <p:cNvPr id="377" name="object 378">
              <a:extLst>
                <a:ext uri="{FF2B5EF4-FFF2-40B4-BE49-F238E27FC236}">
                  <a16:creationId xmlns:a16="http://schemas.microsoft.com/office/drawing/2014/main" id="{8B685546-7685-4449-8970-E44D5E7F7B20}"/>
                </a:ext>
              </a:extLst>
            </p:cNvPr>
            <p:cNvPicPr/>
            <p:nvPr/>
          </p:nvPicPr>
          <p:blipFill>
            <a:blip r:embed="rId214" cstate="print"/>
            <a:stretch>
              <a:fillRect/>
            </a:stretch>
          </p:blipFill>
          <p:spPr>
            <a:xfrm>
              <a:off x="3547871" y="5205983"/>
              <a:ext cx="219456" cy="24383"/>
            </a:xfrm>
            <a:prstGeom prst="rect">
              <a:avLst/>
            </a:prstGeom>
          </p:spPr>
        </p:pic>
        <p:pic>
          <p:nvPicPr>
            <p:cNvPr id="378" name="object 379">
              <a:extLst>
                <a:ext uri="{FF2B5EF4-FFF2-40B4-BE49-F238E27FC236}">
                  <a16:creationId xmlns:a16="http://schemas.microsoft.com/office/drawing/2014/main" id="{8CBABF5B-33BF-47D0-B68D-AA0BAF30DF1B}"/>
                </a:ext>
              </a:extLst>
            </p:cNvPr>
            <p:cNvPicPr/>
            <p:nvPr/>
          </p:nvPicPr>
          <p:blipFill>
            <a:blip r:embed="rId177" cstate="print"/>
            <a:stretch>
              <a:fillRect/>
            </a:stretch>
          </p:blipFill>
          <p:spPr>
            <a:xfrm>
              <a:off x="5242559" y="5205983"/>
              <a:ext cx="121920" cy="24383"/>
            </a:xfrm>
            <a:prstGeom prst="rect">
              <a:avLst/>
            </a:prstGeom>
          </p:spPr>
        </p:pic>
        <p:pic>
          <p:nvPicPr>
            <p:cNvPr id="379" name="object 380">
              <a:extLst>
                <a:ext uri="{FF2B5EF4-FFF2-40B4-BE49-F238E27FC236}">
                  <a16:creationId xmlns:a16="http://schemas.microsoft.com/office/drawing/2014/main" id="{6BD76CDE-826B-4A6B-9D32-06F9C088F9BF}"/>
                </a:ext>
              </a:extLst>
            </p:cNvPr>
            <p:cNvPicPr/>
            <p:nvPr/>
          </p:nvPicPr>
          <p:blipFill>
            <a:blip r:embed="rId215" cstate="print"/>
            <a:stretch>
              <a:fillRect/>
            </a:stretch>
          </p:blipFill>
          <p:spPr>
            <a:xfrm>
              <a:off x="743712" y="5218175"/>
              <a:ext cx="24383" cy="24383"/>
            </a:xfrm>
            <a:prstGeom prst="rect">
              <a:avLst/>
            </a:prstGeom>
          </p:spPr>
        </p:pic>
        <p:pic>
          <p:nvPicPr>
            <p:cNvPr id="380" name="object 381">
              <a:extLst>
                <a:ext uri="{FF2B5EF4-FFF2-40B4-BE49-F238E27FC236}">
                  <a16:creationId xmlns:a16="http://schemas.microsoft.com/office/drawing/2014/main" id="{FECC06EC-346C-4BE4-834E-306D35394FA4}"/>
                </a:ext>
              </a:extLst>
            </p:cNvPr>
            <p:cNvPicPr/>
            <p:nvPr/>
          </p:nvPicPr>
          <p:blipFill>
            <a:blip r:embed="rId216" cstate="print"/>
            <a:stretch>
              <a:fillRect/>
            </a:stretch>
          </p:blipFill>
          <p:spPr>
            <a:xfrm>
              <a:off x="2023872" y="5205983"/>
              <a:ext cx="292608" cy="36575"/>
            </a:xfrm>
            <a:prstGeom prst="rect">
              <a:avLst/>
            </a:prstGeom>
          </p:spPr>
        </p:pic>
        <p:pic>
          <p:nvPicPr>
            <p:cNvPr id="381" name="object 382">
              <a:extLst>
                <a:ext uri="{FF2B5EF4-FFF2-40B4-BE49-F238E27FC236}">
                  <a16:creationId xmlns:a16="http://schemas.microsoft.com/office/drawing/2014/main" id="{6C252A83-1DDC-40A6-957D-6745E24A3332}"/>
                </a:ext>
              </a:extLst>
            </p:cNvPr>
            <p:cNvPicPr/>
            <p:nvPr/>
          </p:nvPicPr>
          <p:blipFill>
            <a:blip r:embed="rId217" cstate="print"/>
            <a:stretch>
              <a:fillRect/>
            </a:stretch>
          </p:blipFill>
          <p:spPr>
            <a:xfrm>
              <a:off x="804672" y="5205983"/>
              <a:ext cx="85344" cy="60959"/>
            </a:xfrm>
            <a:prstGeom prst="rect">
              <a:avLst/>
            </a:prstGeom>
          </p:spPr>
        </p:pic>
        <p:pic>
          <p:nvPicPr>
            <p:cNvPr id="382" name="object 383">
              <a:extLst>
                <a:ext uri="{FF2B5EF4-FFF2-40B4-BE49-F238E27FC236}">
                  <a16:creationId xmlns:a16="http://schemas.microsoft.com/office/drawing/2014/main" id="{8D22C9C8-53F2-4114-950D-FAC509B0857C}"/>
                </a:ext>
              </a:extLst>
            </p:cNvPr>
            <p:cNvPicPr/>
            <p:nvPr/>
          </p:nvPicPr>
          <p:blipFill>
            <a:blip r:embed="rId218" cstate="print"/>
            <a:stretch>
              <a:fillRect/>
            </a:stretch>
          </p:blipFill>
          <p:spPr>
            <a:xfrm>
              <a:off x="3291839" y="5218175"/>
              <a:ext cx="85344" cy="24383"/>
            </a:xfrm>
            <a:prstGeom prst="rect">
              <a:avLst/>
            </a:prstGeom>
          </p:spPr>
        </p:pic>
        <p:pic>
          <p:nvPicPr>
            <p:cNvPr id="383" name="object 384">
              <a:extLst>
                <a:ext uri="{FF2B5EF4-FFF2-40B4-BE49-F238E27FC236}">
                  <a16:creationId xmlns:a16="http://schemas.microsoft.com/office/drawing/2014/main" id="{AC709CC2-3F3D-4B70-AE7A-031E4AFC0C5B}"/>
                </a:ext>
              </a:extLst>
            </p:cNvPr>
            <p:cNvPicPr/>
            <p:nvPr/>
          </p:nvPicPr>
          <p:blipFill>
            <a:blip r:embed="rId219" cstate="print"/>
            <a:stretch>
              <a:fillRect/>
            </a:stretch>
          </p:blipFill>
          <p:spPr>
            <a:xfrm>
              <a:off x="3742943" y="5218175"/>
              <a:ext cx="60960" cy="24383"/>
            </a:xfrm>
            <a:prstGeom prst="rect">
              <a:avLst/>
            </a:prstGeom>
          </p:spPr>
        </p:pic>
        <p:sp>
          <p:nvSpPr>
            <p:cNvPr id="384" name="object 385">
              <a:extLst>
                <a:ext uri="{FF2B5EF4-FFF2-40B4-BE49-F238E27FC236}">
                  <a16:creationId xmlns:a16="http://schemas.microsoft.com/office/drawing/2014/main" id="{0B5327A1-C378-463C-9848-86F37D6CC489}"/>
                </a:ext>
              </a:extLst>
            </p:cNvPr>
            <p:cNvSpPr/>
            <p:nvPr/>
          </p:nvSpPr>
          <p:spPr>
            <a:xfrm>
              <a:off x="804672" y="5236463"/>
              <a:ext cx="12700" cy="0"/>
            </a:xfrm>
            <a:custGeom>
              <a:avLst/>
              <a:gdLst/>
              <a:ahLst/>
              <a:cxnLst/>
              <a:rect l="l" t="t" r="r" b="b"/>
              <a:pathLst>
                <a:path w="12700">
                  <a:moveTo>
                    <a:pt x="0" y="0"/>
                  </a:moveTo>
                  <a:lnTo>
                    <a:pt x="12191" y="0"/>
                  </a:lnTo>
                </a:path>
              </a:pathLst>
            </a:custGeom>
            <a:ln w="12191">
              <a:solidFill>
                <a:srgbClr val="A1A2A2"/>
              </a:solidFill>
            </a:ln>
          </p:spPr>
          <p:txBody>
            <a:bodyPr wrap="square" lIns="0" tIns="0" rIns="0" bIns="0" rtlCol="0"/>
            <a:lstStyle/>
            <a:p>
              <a:endParaRPr/>
            </a:p>
          </p:txBody>
        </p:sp>
        <p:pic>
          <p:nvPicPr>
            <p:cNvPr id="385" name="object 386">
              <a:extLst>
                <a:ext uri="{FF2B5EF4-FFF2-40B4-BE49-F238E27FC236}">
                  <a16:creationId xmlns:a16="http://schemas.microsoft.com/office/drawing/2014/main" id="{253858C0-AA6E-46E7-902C-ACBD3CA4120C}"/>
                </a:ext>
              </a:extLst>
            </p:cNvPr>
            <p:cNvPicPr/>
            <p:nvPr/>
          </p:nvPicPr>
          <p:blipFill>
            <a:blip r:embed="rId147" cstate="print"/>
            <a:stretch>
              <a:fillRect/>
            </a:stretch>
          </p:blipFill>
          <p:spPr>
            <a:xfrm>
              <a:off x="1706880" y="5218175"/>
              <a:ext cx="73151" cy="24383"/>
            </a:xfrm>
            <a:prstGeom prst="rect">
              <a:avLst/>
            </a:prstGeom>
          </p:spPr>
        </p:pic>
        <p:pic>
          <p:nvPicPr>
            <p:cNvPr id="386" name="object 387">
              <a:extLst>
                <a:ext uri="{FF2B5EF4-FFF2-40B4-BE49-F238E27FC236}">
                  <a16:creationId xmlns:a16="http://schemas.microsoft.com/office/drawing/2014/main" id="{49456C48-83E5-4782-856C-DF79C84BB45D}"/>
                </a:ext>
              </a:extLst>
            </p:cNvPr>
            <p:cNvPicPr/>
            <p:nvPr/>
          </p:nvPicPr>
          <p:blipFill>
            <a:blip r:embed="rId220" cstate="print"/>
            <a:stretch>
              <a:fillRect/>
            </a:stretch>
          </p:blipFill>
          <p:spPr>
            <a:xfrm>
              <a:off x="1767840" y="5230367"/>
              <a:ext cx="195071" cy="12191"/>
            </a:xfrm>
            <a:prstGeom prst="rect">
              <a:avLst/>
            </a:prstGeom>
          </p:spPr>
        </p:pic>
        <p:pic>
          <p:nvPicPr>
            <p:cNvPr id="387" name="object 388">
              <a:extLst>
                <a:ext uri="{FF2B5EF4-FFF2-40B4-BE49-F238E27FC236}">
                  <a16:creationId xmlns:a16="http://schemas.microsoft.com/office/drawing/2014/main" id="{93EE4D33-1CD8-42CC-9E3F-28B8889A9E81}"/>
                </a:ext>
              </a:extLst>
            </p:cNvPr>
            <p:cNvPicPr/>
            <p:nvPr/>
          </p:nvPicPr>
          <p:blipFill>
            <a:blip r:embed="rId221" cstate="print"/>
            <a:stretch>
              <a:fillRect/>
            </a:stretch>
          </p:blipFill>
          <p:spPr>
            <a:xfrm>
              <a:off x="4888992" y="5218175"/>
              <a:ext cx="292608" cy="24383"/>
            </a:xfrm>
            <a:prstGeom prst="rect">
              <a:avLst/>
            </a:prstGeom>
          </p:spPr>
        </p:pic>
        <p:pic>
          <p:nvPicPr>
            <p:cNvPr id="388" name="object 389">
              <a:extLst>
                <a:ext uri="{FF2B5EF4-FFF2-40B4-BE49-F238E27FC236}">
                  <a16:creationId xmlns:a16="http://schemas.microsoft.com/office/drawing/2014/main" id="{4F839A9E-6742-42D1-951C-62CA68654067}"/>
                </a:ext>
              </a:extLst>
            </p:cNvPr>
            <p:cNvPicPr/>
            <p:nvPr/>
          </p:nvPicPr>
          <p:blipFill>
            <a:blip r:embed="rId222" cstate="print"/>
            <a:stretch>
              <a:fillRect/>
            </a:stretch>
          </p:blipFill>
          <p:spPr>
            <a:xfrm>
              <a:off x="2231136" y="5230367"/>
              <a:ext cx="73152" cy="12191"/>
            </a:xfrm>
            <a:prstGeom prst="rect">
              <a:avLst/>
            </a:prstGeom>
          </p:spPr>
        </p:pic>
        <p:pic>
          <p:nvPicPr>
            <p:cNvPr id="389" name="object 390">
              <a:extLst>
                <a:ext uri="{FF2B5EF4-FFF2-40B4-BE49-F238E27FC236}">
                  <a16:creationId xmlns:a16="http://schemas.microsoft.com/office/drawing/2014/main" id="{8A0D5D1D-1E92-43F9-883D-7F63829A2356}"/>
                </a:ext>
              </a:extLst>
            </p:cNvPr>
            <p:cNvPicPr/>
            <p:nvPr/>
          </p:nvPicPr>
          <p:blipFill>
            <a:blip r:embed="rId180" cstate="print"/>
            <a:stretch>
              <a:fillRect/>
            </a:stretch>
          </p:blipFill>
          <p:spPr>
            <a:xfrm>
              <a:off x="3194303" y="5218175"/>
              <a:ext cx="73152" cy="24383"/>
            </a:xfrm>
            <a:prstGeom prst="rect">
              <a:avLst/>
            </a:prstGeom>
          </p:spPr>
        </p:pic>
        <p:sp>
          <p:nvSpPr>
            <p:cNvPr id="390" name="object 391">
              <a:extLst>
                <a:ext uri="{FF2B5EF4-FFF2-40B4-BE49-F238E27FC236}">
                  <a16:creationId xmlns:a16="http://schemas.microsoft.com/office/drawing/2014/main" id="{91DD0931-7583-4EE2-9387-01DE800BCCF9}"/>
                </a:ext>
              </a:extLst>
            </p:cNvPr>
            <p:cNvSpPr/>
            <p:nvPr/>
          </p:nvSpPr>
          <p:spPr>
            <a:xfrm>
              <a:off x="3255264" y="5236463"/>
              <a:ext cx="12700" cy="0"/>
            </a:xfrm>
            <a:custGeom>
              <a:avLst/>
              <a:gdLst/>
              <a:ahLst/>
              <a:cxnLst/>
              <a:rect l="l" t="t" r="r" b="b"/>
              <a:pathLst>
                <a:path w="12700">
                  <a:moveTo>
                    <a:pt x="0" y="0"/>
                  </a:moveTo>
                  <a:lnTo>
                    <a:pt x="12191" y="0"/>
                  </a:lnTo>
                </a:path>
              </a:pathLst>
            </a:custGeom>
            <a:ln w="12191">
              <a:solidFill>
                <a:srgbClr val="A1A2A2"/>
              </a:solidFill>
            </a:ln>
          </p:spPr>
          <p:txBody>
            <a:bodyPr wrap="square" lIns="0" tIns="0" rIns="0" bIns="0" rtlCol="0"/>
            <a:lstStyle/>
            <a:p>
              <a:endParaRPr/>
            </a:p>
          </p:txBody>
        </p:sp>
        <p:pic>
          <p:nvPicPr>
            <p:cNvPr id="391" name="object 392">
              <a:extLst>
                <a:ext uri="{FF2B5EF4-FFF2-40B4-BE49-F238E27FC236}">
                  <a16:creationId xmlns:a16="http://schemas.microsoft.com/office/drawing/2014/main" id="{276D8F17-405D-4F59-B793-1A1423EFC89D}"/>
                </a:ext>
              </a:extLst>
            </p:cNvPr>
            <p:cNvPicPr/>
            <p:nvPr/>
          </p:nvPicPr>
          <p:blipFill>
            <a:blip r:embed="rId223" cstate="print"/>
            <a:stretch>
              <a:fillRect/>
            </a:stretch>
          </p:blipFill>
          <p:spPr>
            <a:xfrm>
              <a:off x="3364991" y="5230367"/>
              <a:ext cx="97536" cy="12191"/>
            </a:xfrm>
            <a:prstGeom prst="rect">
              <a:avLst/>
            </a:prstGeom>
          </p:spPr>
        </p:pic>
        <p:pic>
          <p:nvPicPr>
            <p:cNvPr id="392" name="object 393">
              <a:extLst>
                <a:ext uri="{FF2B5EF4-FFF2-40B4-BE49-F238E27FC236}">
                  <a16:creationId xmlns:a16="http://schemas.microsoft.com/office/drawing/2014/main" id="{DAB670AE-D8C9-4EC7-B852-5CB3574B44FF}"/>
                </a:ext>
              </a:extLst>
            </p:cNvPr>
            <p:cNvPicPr/>
            <p:nvPr/>
          </p:nvPicPr>
          <p:blipFill>
            <a:blip r:embed="rId183" cstate="print"/>
            <a:stretch>
              <a:fillRect/>
            </a:stretch>
          </p:blipFill>
          <p:spPr>
            <a:xfrm>
              <a:off x="3657599" y="5218175"/>
              <a:ext cx="73151" cy="24383"/>
            </a:xfrm>
            <a:prstGeom prst="rect">
              <a:avLst/>
            </a:prstGeom>
          </p:spPr>
        </p:pic>
        <p:sp>
          <p:nvSpPr>
            <p:cNvPr id="393" name="object 394">
              <a:extLst>
                <a:ext uri="{FF2B5EF4-FFF2-40B4-BE49-F238E27FC236}">
                  <a16:creationId xmlns:a16="http://schemas.microsoft.com/office/drawing/2014/main" id="{63E0A6A1-4FBE-4395-BBC9-F2859BBB8982}"/>
                </a:ext>
              </a:extLst>
            </p:cNvPr>
            <p:cNvSpPr/>
            <p:nvPr/>
          </p:nvSpPr>
          <p:spPr>
            <a:xfrm>
              <a:off x="3718559" y="5236463"/>
              <a:ext cx="12700" cy="0"/>
            </a:xfrm>
            <a:custGeom>
              <a:avLst/>
              <a:gdLst/>
              <a:ahLst/>
              <a:cxnLst/>
              <a:rect l="l" t="t" r="r" b="b"/>
              <a:pathLst>
                <a:path w="12700">
                  <a:moveTo>
                    <a:pt x="0" y="0"/>
                  </a:moveTo>
                  <a:lnTo>
                    <a:pt x="12191" y="0"/>
                  </a:lnTo>
                </a:path>
              </a:pathLst>
            </a:custGeom>
            <a:ln w="12191">
              <a:solidFill>
                <a:srgbClr val="A1A2A2"/>
              </a:solidFill>
            </a:ln>
          </p:spPr>
          <p:txBody>
            <a:bodyPr wrap="square" lIns="0" tIns="0" rIns="0" bIns="0" rtlCol="0"/>
            <a:lstStyle/>
            <a:p>
              <a:endParaRPr/>
            </a:p>
          </p:txBody>
        </p:sp>
        <p:pic>
          <p:nvPicPr>
            <p:cNvPr id="394" name="object 395">
              <a:extLst>
                <a:ext uri="{FF2B5EF4-FFF2-40B4-BE49-F238E27FC236}">
                  <a16:creationId xmlns:a16="http://schemas.microsoft.com/office/drawing/2014/main" id="{8D051522-0C00-4A76-B057-033136543936}"/>
                </a:ext>
              </a:extLst>
            </p:cNvPr>
            <p:cNvPicPr/>
            <p:nvPr/>
          </p:nvPicPr>
          <p:blipFill>
            <a:blip r:embed="rId186" cstate="print"/>
            <a:stretch>
              <a:fillRect/>
            </a:stretch>
          </p:blipFill>
          <p:spPr>
            <a:xfrm>
              <a:off x="2377440" y="5230367"/>
              <a:ext cx="109728" cy="24384"/>
            </a:xfrm>
            <a:prstGeom prst="rect">
              <a:avLst/>
            </a:prstGeom>
          </p:spPr>
        </p:pic>
        <p:pic>
          <p:nvPicPr>
            <p:cNvPr id="395" name="object 396">
              <a:extLst>
                <a:ext uri="{FF2B5EF4-FFF2-40B4-BE49-F238E27FC236}">
                  <a16:creationId xmlns:a16="http://schemas.microsoft.com/office/drawing/2014/main" id="{8C783C1A-FDE8-47B6-9303-7E2ACC2B368B}"/>
                </a:ext>
              </a:extLst>
            </p:cNvPr>
            <p:cNvPicPr/>
            <p:nvPr/>
          </p:nvPicPr>
          <p:blipFill>
            <a:blip r:embed="rId224" cstate="print"/>
            <a:stretch>
              <a:fillRect/>
            </a:stretch>
          </p:blipFill>
          <p:spPr>
            <a:xfrm>
              <a:off x="4632959" y="5230367"/>
              <a:ext cx="207264" cy="12191"/>
            </a:xfrm>
            <a:prstGeom prst="rect">
              <a:avLst/>
            </a:prstGeom>
          </p:spPr>
        </p:pic>
        <p:pic>
          <p:nvPicPr>
            <p:cNvPr id="396" name="object 397">
              <a:extLst>
                <a:ext uri="{FF2B5EF4-FFF2-40B4-BE49-F238E27FC236}">
                  <a16:creationId xmlns:a16="http://schemas.microsoft.com/office/drawing/2014/main" id="{C98ABD01-7249-4031-8088-8639F4DA3C63}"/>
                </a:ext>
              </a:extLst>
            </p:cNvPr>
            <p:cNvPicPr/>
            <p:nvPr/>
          </p:nvPicPr>
          <p:blipFill>
            <a:blip r:embed="rId225" cstate="print"/>
            <a:stretch>
              <a:fillRect/>
            </a:stretch>
          </p:blipFill>
          <p:spPr>
            <a:xfrm>
              <a:off x="3511295" y="5218175"/>
              <a:ext cx="97536" cy="48768"/>
            </a:xfrm>
            <a:prstGeom prst="rect">
              <a:avLst/>
            </a:prstGeom>
          </p:spPr>
        </p:pic>
        <p:pic>
          <p:nvPicPr>
            <p:cNvPr id="397" name="object 398">
              <a:extLst>
                <a:ext uri="{FF2B5EF4-FFF2-40B4-BE49-F238E27FC236}">
                  <a16:creationId xmlns:a16="http://schemas.microsoft.com/office/drawing/2014/main" id="{DC6B13A2-672F-43D7-BAFE-E50E4BFE9EC6}"/>
                </a:ext>
              </a:extLst>
            </p:cNvPr>
            <p:cNvPicPr/>
            <p:nvPr/>
          </p:nvPicPr>
          <p:blipFill>
            <a:blip r:embed="rId186" cstate="print"/>
            <a:stretch>
              <a:fillRect/>
            </a:stretch>
          </p:blipFill>
          <p:spPr>
            <a:xfrm>
              <a:off x="3864864" y="5230367"/>
              <a:ext cx="109728" cy="24384"/>
            </a:xfrm>
            <a:prstGeom prst="rect">
              <a:avLst/>
            </a:prstGeom>
          </p:spPr>
        </p:pic>
        <p:pic>
          <p:nvPicPr>
            <p:cNvPr id="398" name="object 399">
              <a:extLst>
                <a:ext uri="{FF2B5EF4-FFF2-40B4-BE49-F238E27FC236}">
                  <a16:creationId xmlns:a16="http://schemas.microsoft.com/office/drawing/2014/main" id="{5C0F5358-D5D1-4777-A03D-8EB9134B6EDD}"/>
                </a:ext>
              </a:extLst>
            </p:cNvPr>
            <p:cNvPicPr/>
            <p:nvPr/>
          </p:nvPicPr>
          <p:blipFill>
            <a:blip r:embed="rId226" cstate="print"/>
            <a:stretch>
              <a:fillRect/>
            </a:stretch>
          </p:blipFill>
          <p:spPr>
            <a:xfrm>
              <a:off x="5096256" y="5230367"/>
              <a:ext cx="73152" cy="12191"/>
            </a:xfrm>
            <a:prstGeom prst="rect">
              <a:avLst/>
            </a:prstGeom>
          </p:spPr>
        </p:pic>
        <p:pic>
          <p:nvPicPr>
            <p:cNvPr id="399" name="object 400">
              <a:extLst>
                <a:ext uri="{FF2B5EF4-FFF2-40B4-BE49-F238E27FC236}">
                  <a16:creationId xmlns:a16="http://schemas.microsoft.com/office/drawing/2014/main" id="{7568D358-59FD-4C2A-9C6E-1569A7DBC5F8}"/>
                </a:ext>
              </a:extLst>
            </p:cNvPr>
            <p:cNvPicPr/>
            <p:nvPr/>
          </p:nvPicPr>
          <p:blipFill>
            <a:blip r:embed="rId186" cstate="print"/>
            <a:stretch>
              <a:fillRect/>
            </a:stretch>
          </p:blipFill>
          <p:spPr>
            <a:xfrm>
              <a:off x="5242559" y="5230367"/>
              <a:ext cx="109728" cy="24384"/>
            </a:xfrm>
            <a:prstGeom prst="rect">
              <a:avLst/>
            </a:prstGeom>
          </p:spPr>
        </p:pic>
        <p:pic>
          <p:nvPicPr>
            <p:cNvPr id="400" name="object 401">
              <a:extLst>
                <a:ext uri="{FF2B5EF4-FFF2-40B4-BE49-F238E27FC236}">
                  <a16:creationId xmlns:a16="http://schemas.microsoft.com/office/drawing/2014/main" id="{3FC0C014-8872-4ED3-A0B7-4B4B8B745781}"/>
                </a:ext>
              </a:extLst>
            </p:cNvPr>
            <p:cNvPicPr/>
            <p:nvPr/>
          </p:nvPicPr>
          <p:blipFill>
            <a:blip r:embed="rId227" cstate="print"/>
            <a:stretch>
              <a:fillRect/>
            </a:stretch>
          </p:blipFill>
          <p:spPr>
            <a:xfrm>
              <a:off x="2036064" y="5242559"/>
              <a:ext cx="24383" cy="24383"/>
            </a:xfrm>
            <a:prstGeom prst="rect">
              <a:avLst/>
            </a:prstGeom>
          </p:spPr>
        </p:pic>
        <p:pic>
          <p:nvPicPr>
            <p:cNvPr id="401" name="object 402">
              <a:extLst>
                <a:ext uri="{FF2B5EF4-FFF2-40B4-BE49-F238E27FC236}">
                  <a16:creationId xmlns:a16="http://schemas.microsoft.com/office/drawing/2014/main" id="{2B703E9A-1905-42EA-94DB-8DDA1287C050}"/>
                </a:ext>
              </a:extLst>
            </p:cNvPr>
            <p:cNvPicPr/>
            <p:nvPr/>
          </p:nvPicPr>
          <p:blipFill>
            <a:blip r:embed="rId227" cstate="print"/>
            <a:stretch>
              <a:fillRect/>
            </a:stretch>
          </p:blipFill>
          <p:spPr>
            <a:xfrm>
              <a:off x="4901184" y="5242559"/>
              <a:ext cx="24383" cy="24383"/>
            </a:xfrm>
            <a:prstGeom prst="rect">
              <a:avLst/>
            </a:prstGeom>
          </p:spPr>
        </p:pic>
        <p:sp>
          <p:nvSpPr>
            <p:cNvPr id="402" name="object 403">
              <a:extLst>
                <a:ext uri="{FF2B5EF4-FFF2-40B4-BE49-F238E27FC236}">
                  <a16:creationId xmlns:a16="http://schemas.microsoft.com/office/drawing/2014/main" id="{D33A86C6-F203-4376-9EE9-BB5B7D4423F5}"/>
                </a:ext>
              </a:extLst>
            </p:cNvPr>
            <p:cNvSpPr/>
            <p:nvPr/>
          </p:nvSpPr>
          <p:spPr>
            <a:xfrm>
              <a:off x="2462784" y="5260847"/>
              <a:ext cx="2877820" cy="0"/>
            </a:xfrm>
            <a:custGeom>
              <a:avLst/>
              <a:gdLst/>
              <a:ahLst/>
              <a:cxnLst/>
              <a:rect l="l" t="t" r="r" b="b"/>
              <a:pathLst>
                <a:path w="2877820">
                  <a:moveTo>
                    <a:pt x="0" y="0"/>
                  </a:moveTo>
                  <a:lnTo>
                    <a:pt x="12191" y="0"/>
                  </a:lnTo>
                </a:path>
                <a:path w="2877820">
                  <a:moveTo>
                    <a:pt x="1487423" y="0"/>
                  </a:moveTo>
                  <a:lnTo>
                    <a:pt x="1499615" y="0"/>
                  </a:lnTo>
                </a:path>
                <a:path w="2877820">
                  <a:moveTo>
                    <a:pt x="2865119" y="0"/>
                  </a:moveTo>
                  <a:lnTo>
                    <a:pt x="2877311" y="0"/>
                  </a:lnTo>
                </a:path>
              </a:pathLst>
            </a:custGeom>
            <a:ln w="12191">
              <a:solidFill>
                <a:srgbClr val="C0C1C1"/>
              </a:solidFill>
            </a:ln>
          </p:spPr>
          <p:txBody>
            <a:bodyPr wrap="square" lIns="0" tIns="0" rIns="0" bIns="0" rtlCol="0"/>
            <a:lstStyle/>
            <a:p>
              <a:endParaRPr/>
            </a:p>
          </p:txBody>
        </p:sp>
        <p:pic>
          <p:nvPicPr>
            <p:cNvPr id="403" name="object 404">
              <a:extLst>
                <a:ext uri="{FF2B5EF4-FFF2-40B4-BE49-F238E27FC236}">
                  <a16:creationId xmlns:a16="http://schemas.microsoft.com/office/drawing/2014/main" id="{07022787-4EDE-4E44-9750-8291537B9A05}"/>
                </a:ext>
              </a:extLst>
            </p:cNvPr>
            <p:cNvPicPr/>
            <p:nvPr/>
          </p:nvPicPr>
          <p:blipFill>
            <a:blip r:embed="rId228" cstate="print"/>
            <a:stretch>
              <a:fillRect/>
            </a:stretch>
          </p:blipFill>
          <p:spPr>
            <a:xfrm>
              <a:off x="646176" y="5327903"/>
              <a:ext cx="5451347" cy="292607"/>
            </a:xfrm>
            <a:prstGeom prst="rect">
              <a:avLst/>
            </a:prstGeom>
          </p:spPr>
        </p:pic>
        <p:sp>
          <p:nvSpPr>
            <p:cNvPr id="404" name="object 405">
              <a:extLst>
                <a:ext uri="{FF2B5EF4-FFF2-40B4-BE49-F238E27FC236}">
                  <a16:creationId xmlns:a16="http://schemas.microsoft.com/office/drawing/2014/main" id="{79ABB7E3-2D32-4C46-9F70-9CE96B69FBA1}"/>
                </a:ext>
              </a:extLst>
            </p:cNvPr>
            <p:cNvSpPr/>
            <p:nvPr/>
          </p:nvSpPr>
          <p:spPr>
            <a:xfrm>
              <a:off x="646176" y="5620511"/>
              <a:ext cx="24765" cy="97790"/>
            </a:xfrm>
            <a:custGeom>
              <a:avLst/>
              <a:gdLst/>
              <a:ahLst/>
              <a:cxnLst/>
              <a:rect l="l" t="t" r="r" b="b"/>
              <a:pathLst>
                <a:path w="24765" h="97789">
                  <a:moveTo>
                    <a:pt x="24384" y="0"/>
                  </a:moveTo>
                  <a:lnTo>
                    <a:pt x="0" y="0"/>
                  </a:lnTo>
                  <a:lnTo>
                    <a:pt x="0" y="12192"/>
                  </a:lnTo>
                  <a:lnTo>
                    <a:pt x="0" y="24384"/>
                  </a:lnTo>
                  <a:lnTo>
                    <a:pt x="0" y="97536"/>
                  </a:lnTo>
                  <a:lnTo>
                    <a:pt x="24384" y="97536"/>
                  </a:lnTo>
                  <a:lnTo>
                    <a:pt x="24384" y="12192"/>
                  </a:lnTo>
                  <a:lnTo>
                    <a:pt x="24384" y="0"/>
                  </a:lnTo>
                  <a:close/>
                </a:path>
              </a:pathLst>
            </a:custGeom>
            <a:solidFill>
              <a:srgbClr val="7F7F7F"/>
            </a:solidFill>
          </p:spPr>
          <p:txBody>
            <a:bodyPr wrap="square" lIns="0" tIns="0" rIns="0" bIns="0" rtlCol="0"/>
            <a:lstStyle/>
            <a:p>
              <a:endParaRPr/>
            </a:p>
          </p:txBody>
        </p:sp>
        <p:sp>
          <p:nvSpPr>
            <p:cNvPr id="405" name="object 406">
              <a:extLst>
                <a:ext uri="{FF2B5EF4-FFF2-40B4-BE49-F238E27FC236}">
                  <a16:creationId xmlns:a16="http://schemas.microsoft.com/office/drawing/2014/main" id="{C17B0682-98F8-4B74-831B-289FFB4FA709}"/>
                </a:ext>
              </a:extLst>
            </p:cNvPr>
            <p:cNvSpPr/>
            <p:nvPr/>
          </p:nvSpPr>
          <p:spPr>
            <a:xfrm>
              <a:off x="3304031" y="5711951"/>
              <a:ext cx="85725" cy="0"/>
            </a:xfrm>
            <a:custGeom>
              <a:avLst/>
              <a:gdLst/>
              <a:ahLst/>
              <a:cxnLst/>
              <a:rect l="l" t="t" r="r" b="b"/>
              <a:pathLst>
                <a:path w="85725">
                  <a:moveTo>
                    <a:pt x="0" y="0"/>
                  </a:moveTo>
                  <a:lnTo>
                    <a:pt x="24383" y="0"/>
                  </a:lnTo>
                </a:path>
                <a:path w="85725">
                  <a:moveTo>
                    <a:pt x="60959" y="0"/>
                  </a:moveTo>
                  <a:lnTo>
                    <a:pt x="85343" y="0"/>
                  </a:lnTo>
                </a:path>
              </a:pathLst>
            </a:custGeom>
            <a:ln w="12191">
              <a:solidFill>
                <a:srgbClr val="D0D0D0"/>
              </a:solidFill>
            </a:ln>
          </p:spPr>
          <p:txBody>
            <a:bodyPr wrap="square" lIns="0" tIns="0" rIns="0" bIns="0" rtlCol="0"/>
            <a:lstStyle/>
            <a:p>
              <a:endParaRPr/>
            </a:p>
          </p:txBody>
        </p:sp>
        <p:sp>
          <p:nvSpPr>
            <p:cNvPr id="406" name="object 407">
              <a:extLst>
                <a:ext uri="{FF2B5EF4-FFF2-40B4-BE49-F238E27FC236}">
                  <a16:creationId xmlns:a16="http://schemas.microsoft.com/office/drawing/2014/main" id="{94909C08-58A9-476E-8356-72172F27404D}"/>
                </a:ext>
              </a:extLst>
            </p:cNvPr>
            <p:cNvSpPr/>
            <p:nvPr/>
          </p:nvSpPr>
          <p:spPr>
            <a:xfrm>
              <a:off x="3608831" y="5711951"/>
              <a:ext cx="24765" cy="0"/>
            </a:xfrm>
            <a:custGeom>
              <a:avLst/>
              <a:gdLst/>
              <a:ahLst/>
              <a:cxnLst/>
              <a:rect l="l" t="t" r="r" b="b"/>
              <a:pathLst>
                <a:path w="24764">
                  <a:moveTo>
                    <a:pt x="0" y="0"/>
                  </a:moveTo>
                  <a:lnTo>
                    <a:pt x="24383" y="0"/>
                  </a:lnTo>
                </a:path>
              </a:pathLst>
            </a:custGeom>
            <a:ln w="12191">
              <a:solidFill>
                <a:srgbClr val="EFEFEF"/>
              </a:solidFill>
            </a:ln>
          </p:spPr>
          <p:txBody>
            <a:bodyPr wrap="square" lIns="0" tIns="0" rIns="0" bIns="0" rtlCol="0"/>
            <a:lstStyle/>
            <a:p>
              <a:endParaRPr/>
            </a:p>
          </p:txBody>
        </p:sp>
        <p:pic>
          <p:nvPicPr>
            <p:cNvPr id="407" name="object 408">
              <a:extLst>
                <a:ext uri="{FF2B5EF4-FFF2-40B4-BE49-F238E27FC236}">
                  <a16:creationId xmlns:a16="http://schemas.microsoft.com/office/drawing/2014/main" id="{3AEA2DD7-C01B-4C3E-9844-B67EAEC7568D}"/>
                </a:ext>
              </a:extLst>
            </p:cNvPr>
            <p:cNvPicPr/>
            <p:nvPr/>
          </p:nvPicPr>
          <p:blipFill>
            <a:blip r:embed="rId229" cstate="print"/>
            <a:stretch>
              <a:fillRect/>
            </a:stretch>
          </p:blipFill>
          <p:spPr>
            <a:xfrm>
              <a:off x="2194560" y="5705855"/>
              <a:ext cx="219456" cy="36576"/>
            </a:xfrm>
            <a:prstGeom prst="rect">
              <a:avLst/>
            </a:prstGeom>
          </p:spPr>
        </p:pic>
        <p:sp>
          <p:nvSpPr>
            <p:cNvPr id="408" name="object 409">
              <a:extLst>
                <a:ext uri="{FF2B5EF4-FFF2-40B4-BE49-F238E27FC236}">
                  <a16:creationId xmlns:a16="http://schemas.microsoft.com/office/drawing/2014/main" id="{6E46A867-CBA6-4B8E-B567-CC899BD91CEA}"/>
                </a:ext>
              </a:extLst>
            </p:cNvPr>
            <p:cNvSpPr/>
            <p:nvPr/>
          </p:nvSpPr>
          <p:spPr>
            <a:xfrm>
              <a:off x="646176" y="5718047"/>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pic>
          <p:nvPicPr>
            <p:cNvPr id="409" name="object 410">
              <a:extLst>
                <a:ext uri="{FF2B5EF4-FFF2-40B4-BE49-F238E27FC236}">
                  <a16:creationId xmlns:a16="http://schemas.microsoft.com/office/drawing/2014/main" id="{6CD9BB41-2903-4CA2-821D-52AEAAADAF9A}"/>
                </a:ext>
              </a:extLst>
            </p:cNvPr>
            <p:cNvPicPr/>
            <p:nvPr/>
          </p:nvPicPr>
          <p:blipFill>
            <a:blip r:embed="rId161" cstate="print"/>
            <a:stretch>
              <a:fillRect/>
            </a:stretch>
          </p:blipFill>
          <p:spPr>
            <a:xfrm>
              <a:off x="1694688" y="5705855"/>
              <a:ext cx="60960" cy="36576"/>
            </a:xfrm>
            <a:prstGeom prst="rect">
              <a:avLst/>
            </a:prstGeom>
          </p:spPr>
        </p:pic>
        <p:pic>
          <p:nvPicPr>
            <p:cNvPr id="410" name="object 411">
              <a:extLst>
                <a:ext uri="{FF2B5EF4-FFF2-40B4-BE49-F238E27FC236}">
                  <a16:creationId xmlns:a16="http://schemas.microsoft.com/office/drawing/2014/main" id="{B3AA1030-D16B-436F-BBAA-6FFF284A2891}"/>
                </a:ext>
              </a:extLst>
            </p:cNvPr>
            <p:cNvPicPr/>
            <p:nvPr/>
          </p:nvPicPr>
          <p:blipFill>
            <a:blip r:embed="rId230" cstate="print"/>
            <a:stretch>
              <a:fillRect/>
            </a:stretch>
          </p:blipFill>
          <p:spPr>
            <a:xfrm>
              <a:off x="3681983" y="5705855"/>
              <a:ext cx="219456" cy="24384"/>
            </a:xfrm>
            <a:prstGeom prst="rect">
              <a:avLst/>
            </a:prstGeom>
          </p:spPr>
        </p:pic>
        <p:pic>
          <p:nvPicPr>
            <p:cNvPr id="411" name="object 412">
              <a:extLst>
                <a:ext uri="{FF2B5EF4-FFF2-40B4-BE49-F238E27FC236}">
                  <a16:creationId xmlns:a16="http://schemas.microsoft.com/office/drawing/2014/main" id="{F99CB1B8-B088-4B0D-AE8B-8FEF53857A73}"/>
                </a:ext>
              </a:extLst>
            </p:cNvPr>
            <p:cNvPicPr/>
            <p:nvPr/>
          </p:nvPicPr>
          <p:blipFill>
            <a:blip r:embed="rId124" cstate="print"/>
            <a:stretch>
              <a:fillRect/>
            </a:stretch>
          </p:blipFill>
          <p:spPr>
            <a:xfrm>
              <a:off x="3182111" y="5705855"/>
              <a:ext cx="60959" cy="36576"/>
            </a:xfrm>
            <a:prstGeom prst="rect">
              <a:avLst/>
            </a:prstGeom>
          </p:spPr>
        </p:pic>
        <p:pic>
          <p:nvPicPr>
            <p:cNvPr id="412" name="object 413">
              <a:extLst>
                <a:ext uri="{FF2B5EF4-FFF2-40B4-BE49-F238E27FC236}">
                  <a16:creationId xmlns:a16="http://schemas.microsoft.com/office/drawing/2014/main" id="{7D0AA164-A34B-420D-9E55-7F8316870F69}"/>
                </a:ext>
              </a:extLst>
            </p:cNvPr>
            <p:cNvPicPr/>
            <p:nvPr/>
          </p:nvPicPr>
          <p:blipFill>
            <a:blip r:embed="rId231" cstate="print"/>
            <a:stretch>
              <a:fillRect/>
            </a:stretch>
          </p:blipFill>
          <p:spPr>
            <a:xfrm>
              <a:off x="4730496" y="5705855"/>
              <a:ext cx="121919" cy="24384"/>
            </a:xfrm>
            <a:prstGeom prst="rect">
              <a:avLst/>
            </a:prstGeom>
          </p:spPr>
        </p:pic>
        <p:pic>
          <p:nvPicPr>
            <p:cNvPr id="413" name="object 414">
              <a:extLst>
                <a:ext uri="{FF2B5EF4-FFF2-40B4-BE49-F238E27FC236}">
                  <a16:creationId xmlns:a16="http://schemas.microsoft.com/office/drawing/2014/main" id="{7E0970E8-8C4D-4AC8-8058-F34E7068FC8C}"/>
                </a:ext>
              </a:extLst>
            </p:cNvPr>
            <p:cNvPicPr/>
            <p:nvPr/>
          </p:nvPicPr>
          <p:blipFill>
            <a:blip r:embed="rId232" cstate="print"/>
            <a:stretch>
              <a:fillRect/>
            </a:stretch>
          </p:blipFill>
          <p:spPr>
            <a:xfrm>
              <a:off x="1804416" y="5705855"/>
              <a:ext cx="109728" cy="36576"/>
            </a:xfrm>
            <a:prstGeom prst="rect">
              <a:avLst/>
            </a:prstGeom>
          </p:spPr>
        </p:pic>
        <p:pic>
          <p:nvPicPr>
            <p:cNvPr id="414" name="object 415">
              <a:extLst>
                <a:ext uri="{FF2B5EF4-FFF2-40B4-BE49-F238E27FC236}">
                  <a16:creationId xmlns:a16="http://schemas.microsoft.com/office/drawing/2014/main" id="{E6122587-A515-433D-8907-DBAE7E1A381A}"/>
                </a:ext>
              </a:extLst>
            </p:cNvPr>
            <p:cNvPicPr/>
            <p:nvPr/>
          </p:nvPicPr>
          <p:blipFill>
            <a:blip r:embed="rId233" cstate="print"/>
            <a:stretch>
              <a:fillRect/>
            </a:stretch>
          </p:blipFill>
          <p:spPr>
            <a:xfrm>
              <a:off x="3279647" y="5718047"/>
              <a:ext cx="121920" cy="24383"/>
            </a:xfrm>
            <a:prstGeom prst="rect">
              <a:avLst/>
            </a:prstGeom>
          </p:spPr>
        </p:pic>
        <p:pic>
          <p:nvPicPr>
            <p:cNvPr id="415" name="object 416">
              <a:extLst>
                <a:ext uri="{FF2B5EF4-FFF2-40B4-BE49-F238E27FC236}">
                  <a16:creationId xmlns:a16="http://schemas.microsoft.com/office/drawing/2014/main" id="{424D9E62-0FD5-4E22-A3F9-CFB34270B0EB}"/>
                </a:ext>
              </a:extLst>
            </p:cNvPr>
            <p:cNvPicPr/>
            <p:nvPr/>
          </p:nvPicPr>
          <p:blipFill>
            <a:blip r:embed="rId192" cstate="print"/>
            <a:stretch>
              <a:fillRect/>
            </a:stretch>
          </p:blipFill>
          <p:spPr>
            <a:xfrm>
              <a:off x="4901184" y="5705855"/>
              <a:ext cx="24383" cy="24384"/>
            </a:xfrm>
            <a:prstGeom prst="rect">
              <a:avLst/>
            </a:prstGeom>
          </p:spPr>
        </p:pic>
        <p:sp>
          <p:nvSpPr>
            <p:cNvPr id="416" name="object 417">
              <a:extLst>
                <a:ext uri="{FF2B5EF4-FFF2-40B4-BE49-F238E27FC236}">
                  <a16:creationId xmlns:a16="http://schemas.microsoft.com/office/drawing/2014/main" id="{03A5DBC0-FFCF-44D3-AAE4-A8B7DC33458F}"/>
                </a:ext>
              </a:extLst>
            </p:cNvPr>
            <p:cNvSpPr/>
            <p:nvPr/>
          </p:nvSpPr>
          <p:spPr>
            <a:xfrm>
              <a:off x="646176" y="5730239"/>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pic>
          <p:nvPicPr>
            <p:cNvPr id="417" name="object 418">
              <a:extLst>
                <a:ext uri="{FF2B5EF4-FFF2-40B4-BE49-F238E27FC236}">
                  <a16:creationId xmlns:a16="http://schemas.microsoft.com/office/drawing/2014/main" id="{B50B2666-0430-4CB1-93F0-999C76DE5B92}"/>
                </a:ext>
              </a:extLst>
            </p:cNvPr>
            <p:cNvPicPr/>
            <p:nvPr/>
          </p:nvPicPr>
          <p:blipFill>
            <a:blip r:embed="rId234" cstate="print"/>
            <a:stretch>
              <a:fillRect/>
            </a:stretch>
          </p:blipFill>
          <p:spPr>
            <a:xfrm>
              <a:off x="3450335" y="5705855"/>
              <a:ext cx="73151" cy="36576"/>
            </a:xfrm>
            <a:prstGeom prst="rect">
              <a:avLst/>
            </a:prstGeom>
          </p:spPr>
        </p:pic>
        <p:pic>
          <p:nvPicPr>
            <p:cNvPr id="418" name="object 419">
              <a:extLst>
                <a:ext uri="{FF2B5EF4-FFF2-40B4-BE49-F238E27FC236}">
                  <a16:creationId xmlns:a16="http://schemas.microsoft.com/office/drawing/2014/main" id="{0C353EC4-822B-4734-AC97-619A8EE5EA35}"/>
                </a:ext>
              </a:extLst>
            </p:cNvPr>
            <p:cNvPicPr/>
            <p:nvPr/>
          </p:nvPicPr>
          <p:blipFill>
            <a:blip r:embed="rId235" cstate="print"/>
            <a:stretch>
              <a:fillRect/>
            </a:stretch>
          </p:blipFill>
          <p:spPr>
            <a:xfrm>
              <a:off x="5181600" y="5705855"/>
              <a:ext cx="231648" cy="36576"/>
            </a:xfrm>
            <a:prstGeom prst="rect">
              <a:avLst/>
            </a:prstGeom>
          </p:spPr>
        </p:pic>
        <p:pic>
          <p:nvPicPr>
            <p:cNvPr id="419" name="object 420">
              <a:extLst>
                <a:ext uri="{FF2B5EF4-FFF2-40B4-BE49-F238E27FC236}">
                  <a16:creationId xmlns:a16="http://schemas.microsoft.com/office/drawing/2014/main" id="{D5AD9890-5CF2-486D-A28D-A70F2EA2ACED}"/>
                </a:ext>
              </a:extLst>
            </p:cNvPr>
            <p:cNvPicPr/>
            <p:nvPr/>
          </p:nvPicPr>
          <p:blipFill>
            <a:blip r:embed="rId236" cstate="print"/>
            <a:stretch>
              <a:fillRect/>
            </a:stretch>
          </p:blipFill>
          <p:spPr>
            <a:xfrm>
              <a:off x="4632959" y="5705855"/>
              <a:ext cx="36576" cy="36576"/>
            </a:xfrm>
            <a:prstGeom prst="rect">
              <a:avLst/>
            </a:prstGeom>
          </p:spPr>
        </p:pic>
        <p:pic>
          <p:nvPicPr>
            <p:cNvPr id="420" name="object 421">
              <a:extLst>
                <a:ext uri="{FF2B5EF4-FFF2-40B4-BE49-F238E27FC236}">
                  <a16:creationId xmlns:a16="http://schemas.microsoft.com/office/drawing/2014/main" id="{FAA1EF69-9323-4EF4-9775-3C2CBBA55B8D}"/>
                </a:ext>
              </a:extLst>
            </p:cNvPr>
            <p:cNvPicPr/>
            <p:nvPr/>
          </p:nvPicPr>
          <p:blipFill>
            <a:blip r:embed="rId162" cstate="print"/>
            <a:stretch>
              <a:fillRect/>
            </a:stretch>
          </p:blipFill>
          <p:spPr>
            <a:xfrm>
              <a:off x="1962912" y="5705855"/>
              <a:ext cx="182880" cy="48768"/>
            </a:xfrm>
            <a:prstGeom prst="rect">
              <a:avLst/>
            </a:prstGeom>
          </p:spPr>
        </p:pic>
        <p:pic>
          <p:nvPicPr>
            <p:cNvPr id="421" name="object 422">
              <a:extLst>
                <a:ext uri="{FF2B5EF4-FFF2-40B4-BE49-F238E27FC236}">
                  <a16:creationId xmlns:a16="http://schemas.microsoft.com/office/drawing/2014/main" id="{565E26A0-AE93-474B-BDD6-A1D0FA1E4819}"/>
                </a:ext>
              </a:extLst>
            </p:cNvPr>
            <p:cNvPicPr/>
            <p:nvPr/>
          </p:nvPicPr>
          <p:blipFill>
            <a:blip r:embed="rId237" cstate="print"/>
            <a:stretch>
              <a:fillRect/>
            </a:stretch>
          </p:blipFill>
          <p:spPr>
            <a:xfrm>
              <a:off x="743712" y="5705855"/>
              <a:ext cx="146304" cy="73152"/>
            </a:xfrm>
            <a:prstGeom prst="rect">
              <a:avLst/>
            </a:prstGeom>
          </p:spPr>
        </p:pic>
        <p:pic>
          <p:nvPicPr>
            <p:cNvPr id="422" name="object 423">
              <a:extLst>
                <a:ext uri="{FF2B5EF4-FFF2-40B4-BE49-F238E27FC236}">
                  <a16:creationId xmlns:a16="http://schemas.microsoft.com/office/drawing/2014/main" id="{DE549DCF-DF02-4D37-A8D4-F4C65B13AAD6}"/>
                </a:ext>
              </a:extLst>
            </p:cNvPr>
            <p:cNvPicPr/>
            <p:nvPr/>
          </p:nvPicPr>
          <p:blipFill>
            <a:blip r:embed="rId238" cstate="print"/>
            <a:stretch>
              <a:fillRect/>
            </a:stretch>
          </p:blipFill>
          <p:spPr>
            <a:xfrm>
              <a:off x="3486911" y="5718047"/>
              <a:ext cx="146303" cy="36575"/>
            </a:xfrm>
            <a:prstGeom prst="rect">
              <a:avLst/>
            </a:prstGeom>
          </p:spPr>
        </p:pic>
        <p:sp>
          <p:nvSpPr>
            <p:cNvPr id="423" name="object 424">
              <a:extLst>
                <a:ext uri="{FF2B5EF4-FFF2-40B4-BE49-F238E27FC236}">
                  <a16:creationId xmlns:a16="http://schemas.microsoft.com/office/drawing/2014/main" id="{4D9C2CC5-87D6-48C8-8813-B86B63285A29}"/>
                </a:ext>
              </a:extLst>
            </p:cNvPr>
            <p:cNvSpPr/>
            <p:nvPr/>
          </p:nvSpPr>
          <p:spPr>
            <a:xfrm>
              <a:off x="646176" y="5742431"/>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sp>
          <p:nvSpPr>
            <p:cNvPr id="424" name="object 425">
              <a:extLst>
                <a:ext uri="{FF2B5EF4-FFF2-40B4-BE49-F238E27FC236}">
                  <a16:creationId xmlns:a16="http://schemas.microsoft.com/office/drawing/2014/main" id="{7D195245-EA27-4F03-B3CF-457CB6FADFD0}"/>
                </a:ext>
              </a:extLst>
            </p:cNvPr>
            <p:cNvSpPr/>
            <p:nvPr/>
          </p:nvSpPr>
          <p:spPr>
            <a:xfrm>
              <a:off x="1828800" y="5742431"/>
              <a:ext cx="12700" cy="12700"/>
            </a:xfrm>
            <a:custGeom>
              <a:avLst/>
              <a:gdLst/>
              <a:ahLst/>
              <a:cxnLst/>
              <a:rect l="l" t="t" r="r" b="b"/>
              <a:pathLst>
                <a:path w="12700" h="12700">
                  <a:moveTo>
                    <a:pt x="0" y="12191"/>
                  </a:moveTo>
                  <a:lnTo>
                    <a:pt x="12191" y="12191"/>
                  </a:lnTo>
                  <a:lnTo>
                    <a:pt x="12191" y="0"/>
                  </a:lnTo>
                  <a:lnTo>
                    <a:pt x="0" y="0"/>
                  </a:lnTo>
                  <a:lnTo>
                    <a:pt x="0" y="12191"/>
                  </a:lnTo>
                  <a:close/>
                </a:path>
              </a:pathLst>
            </a:custGeom>
            <a:solidFill>
              <a:srgbClr val="434445"/>
            </a:solidFill>
          </p:spPr>
          <p:txBody>
            <a:bodyPr wrap="square" lIns="0" tIns="0" rIns="0" bIns="0" rtlCol="0"/>
            <a:lstStyle/>
            <a:p>
              <a:endParaRPr/>
            </a:p>
          </p:txBody>
        </p:sp>
        <p:pic>
          <p:nvPicPr>
            <p:cNvPr id="425" name="object 426">
              <a:extLst>
                <a:ext uri="{FF2B5EF4-FFF2-40B4-BE49-F238E27FC236}">
                  <a16:creationId xmlns:a16="http://schemas.microsoft.com/office/drawing/2014/main" id="{7B01880B-E792-4E30-A5E6-721FA10B2C69}"/>
                </a:ext>
              </a:extLst>
            </p:cNvPr>
            <p:cNvPicPr/>
            <p:nvPr/>
          </p:nvPicPr>
          <p:blipFill>
            <a:blip r:embed="rId239" cstate="print"/>
            <a:stretch>
              <a:fillRect/>
            </a:stretch>
          </p:blipFill>
          <p:spPr>
            <a:xfrm>
              <a:off x="3681983" y="5718047"/>
              <a:ext cx="231648" cy="36575"/>
            </a:xfrm>
            <a:prstGeom prst="rect">
              <a:avLst/>
            </a:prstGeom>
          </p:spPr>
        </p:pic>
        <p:pic>
          <p:nvPicPr>
            <p:cNvPr id="426" name="object 427">
              <a:extLst>
                <a:ext uri="{FF2B5EF4-FFF2-40B4-BE49-F238E27FC236}">
                  <a16:creationId xmlns:a16="http://schemas.microsoft.com/office/drawing/2014/main" id="{D66273BD-BF13-4DB6-BDFC-796B13828BF5}"/>
                </a:ext>
              </a:extLst>
            </p:cNvPr>
            <p:cNvPicPr/>
            <p:nvPr/>
          </p:nvPicPr>
          <p:blipFill>
            <a:blip r:embed="rId130" cstate="print"/>
            <a:stretch>
              <a:fillRect/>
            </a:stretch>
          </p:blipFill>
          <p:spPr>
            <a:xfrm>
              <a:off x="2292096" y="5718047"/>
              <a:ext cx="134111" cy="48767"/>
            </a:xfrm>
            <a:prstGeom prst="rect">
              <a:avLst/>
            </a:prstGeom>
          </p:spPr>
        </p:pic>
        <p:sp>
          <p:nvSpPr>
            <p:cNvPr id="427" name="object 428">
              <a:extLst>
                <a:ext uri="{FF2B5EF4-FFF2-40B4-BE49-F238E27FC236}">
                  <a16:creationId xmlns:a16="http://schemas.microsoft.com/office/drawing/2014/main" id="{A2BDFF9B-CAAB-436C-9C2D-49582DC2BDEE}"/>
                </a:ext>
              </a:extLst>
            </p:cNvPr>
            <p:cNvSpPr/>
            <p:nvPr/>
          </p:nvSpPr>
          <p:spPr>
            <a:xfrm>
              <a:off x="3450335" y="5742431"/>
              <a:ext cx="12700" cy="12700"/>
            </a:xfrm>
            <a:custGeom>
              <a:avLst/>
              <a:gdLst/>
              <a:ahLst/>
              <a:cxnLst/>
              <a:rect l="l" t="t" r="r" b="b"/>
              <a:pathLst>
                <a:path w="12700" h="12700">
                  <a:moveTo>
                    <a:pt x="0" y="12191"/>
                  </a:moveTo>
                  <a:lnTo>
                    <a:pt x="12191" y="12191"/>
                  </a:lnTo>
                  <a:lnTo>
                    <a:pt x="12191" y="0"/>
                  </a:lnTo>
                  <a:lnTo>
                    <a:pt x="0" y="0"/>
                  </a:lnTo>
                  <a:lnTo>
                    <a:pt x="0" y="12191"/>
                  </a:lnTo>
                  <a:close/>
                </a:path>
              </a:pathLst>
            </a:custGeom>
            <a:solidFill>
              <a:srgbClr val="434445"/>
            </a:solidFill>
          </p:spPr>
          <p:txBody>
            <a:bodyPr wrap="square" lIns="0" tIns="0" rIns="0" bIns="0" rtlCol="0"/>
            <a:lstStyle/>
            <a:p>
              <a:endParaRPr/>
            </a:p>
          </p:txBody>
        </p:sp>
        <p:sp>
          <p:nvSpPr>
            <p:cNvPr id="428" name="object 429">
              <a:extLst>
                <a:ext uri="{FF2B5EF4-FFF2-40B4-BE49-F238E27FC236}">
                  <a16:creationId xmlns:a16="http://schemas.microsoft.com/office/drawing/2014/main" id="{D0DBD314-2FBA-4A29-AE4D-4A72B56FB125}"/>
                </a:ext>
              </a:extLst>
            </p:cNvPr>
            <p:cNvSpPr/>
            <p:nvPr/>
          </p:nvSpPr>
          <p:spPr>
            <a:xfrm>
              <a:off x="3584447" y="5748527"/>
              <a:ext cx="12700" cy="0"/>
            </a:xfrm>
            <a:custGeom>
              <a:avLst/>
              <a:gdLst/>
              <a:ahLst/>
              <a:cxnLst/>
              <a:rect l="l" t="t" r="r" b="b"/>
              <a:pathLst>
                <a:path w="12700">
                  <a:moveTo>
                    <a:pt x="0" y="0"/>
                  </a:moveTo>
                  <a:lnTo>
                    <a:pt x="12191" y="0"/>
                  </a:lnTo>
                </a:path>
              </a:pathLst>
            </a:custGeom>
            <a:ln w="12191">
              <a:solidFill>
                <a:srgbClr val="EFEFEF"/>
              </a:solidFill>
            </a:ln>
          </p:spPr>
          <p:txBody>
            <a:bodyPr wrap="square" lIns="0" tIns="0" rIns="0" bIns="0" rtlCol="0"/>
            <a:lstStyle/>
            <a:p>
              <a:endParaRPr/>
            </a:p>
          </p:txBody>
        </p:sp>
        <p:pic>
          <p:nvPicPr>
            <p:cNvPr id="429" name="object 430">
              <a:extLst>
                <a:ext uri="{FF2B5EF4-FFF2-40B4-BE49-F238E27FC236}">
                  <a16:creationId xmlns:a16="http://schemas.microsoft.com/office/drawing/2014/main" id="{EA6AEC3A-1AE6-4011-BEAD-50438FF5D052}"/>
                </a:ext>
              </a:extLst>
            </p:cNvPr>
            <p:cNvPicPr/>
            <p:nvPr/>
          </p:nvPicPr>
          <p:blipFill>
            <a:blip r:embed="rId240" cstate="print"/>
            <a:stretch>
              <a:fillRect/>
            </a:stretch>
          </p:blipFill>
          <p:spPr>
            <a:xfrm>
              <a:off x="3230879" y="5730239"/>
              <a:ext cx="170688" cy="36575"/>
            </a:xfrm>
            <a:prstGeom prst="rect">
              <a:avLst/>
            </a:prstGeom>
          </p:spPr>
        </p:pic>
        <p:sp>
          <p:nvSpPr>
            <p:cNvPr id="430" name="object 431">
              <a:extLst>
                <a:ext uri="{FF2B5EF4-FFF2-40B4-BE49-F238E27FC236}">
                  <a16:creationId xmlns:a16="http://schemas.microsoft.com/office/drawing/2014/main" id="{07441153-45A3-475E-9216-8F7A715D8A69}"/>
                </a:ext>
              </a:extLst>
            </p:cNvPr>
            <p:cNvSpPr/>
            <p:nvPr/>
          </p:nvSpPr>
          <p:spPr>
            <a:xfrm>
              <a:off x="646176" y="5754623"/>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sp>
          <p:nvSpPr>
            <p:cNvPr id="431" name="object 432">
              <a:extLst>
                <a:ext uri="{FF2B5EF4-FFF2-40B4-BE49-F238E27FC236}">
                  <a16:creationId xmlns:a16="http://schemas.microsoft.com/office/drawing/2014/main" id="{52C0C026-9556-419F-BACB-758F29550188}"/>
                </a:ext>
              </a:extLst>
            </p:cNvPr>
            <p:cNvSpPr/>
            <p:nvPr/>
          </p:nvSpPr>
          <p:spPr>
            <a:xfrm>
              <a:off x="1828800" y="5754623"/>
              <a:ext cx="1633855" cy="12700"/>
            </a:xfrm>
            <a:custGeom>
              <a:avLst/>
              <a:gdLst/>
              <a:ahLst/>
              <a:cxnLst/>
              <a:rect l="l" t="t" r="r" b="b"/>
              <a:pathLst>
                <a:path w="1633854" h="12700">
                  <a:moveTo>
                    <a:pt x="12192" y="0"/>
                  </a:moveTo>
                  <a:lnTo>
                    <a:pt x="0" y="0"/>
                  </a:lnTo>
                  <a:lnTo>
                    <a:pt x="0" y="12192"/>
                  </a:lnTo>
                  <a:lnTo>
                    <a:pt x="12192" y="12192"/>
                  </a:lnTo>
                  <a:lnTo>
                    <a:pt x="12192" y="0"/>
                  </a:lnTo>
                  <a:close/>
                </a:path>
                <a:path w="1633854" h="12700">
                  <a:moveTo>
                    <a:pt x="146291" y="0"/>
                  </a:moveTo>
                  <a:lnTo>
                    <a:pt x="134099" y="0"/>
                  </a:lnTo>
                  <a:lnTo>
                    <a:pt x="134099" y="12192"/>
                  </a:lnTo>
                  <a:lnTo>
                    <a:pt x="146291" y="12192"/>
                  </a:lnTo>
                  <a:lnTo>
                    <a:pt x="146291" y="0"/>
                  </a:lnTo>
                  <a:close/>
                </a:path>
                <a:path w="1633854" h="12700">
                  <a:moveTo>
                    <a:pt x="1633715" y="0"/>
                  </a:moveTo>
                  <a:lnTo>
                    <a:pt x="1621523" y="0"/>
                  </a:lnTo>
                  <a:lnTo>
                    <a:pt x="1621523" y="12192"/>
                  </a:lnTo>
                  <a:lnTo>
                    <a:pt x="1633715" y="12192"/>
                  </a:lnTo>
                  <a:lnTo>
                    <a:pt x="1633715" y="0"/>
                  </a:lnTo>
                  <a:close/>
                </a:path>
              </a:pathLst>
            </a:custGeom>
            <a:solidFill>
              <a:srgbClr val="434445"/>
            </a:solidFill>
          </p:spPr>
          <p:txBody>
            <a:bodyPr wrap="square" lIns="0" tIns="0" rIns="0" bIns="0" rtlCol="0"/>
            <a:lstStyle/>
            <a:p>
              <a:endParaRPr/>
            </a:p>
          </p:txBody>
        </p:sp>
        <p:pic>
          <p:nvPicPr>
            <p:cNvPr id="432" name="object 433">
              <a:extLst>
                <a:ext uri="{FF2B5EF4-FFF2-40B4-BE49-F238E27FC236}">
                  <a16:creationId xmlns:a16="http://schemas.microsoft.com/office/drawing/2014/main" id="{D240E509-EDC1-4BE2-9A22-7AFC31EE4FF8}"/>
                </a:ext>
              </a:extLst>
            </p:cNvPr>
            <p:cNvPicPr/>
            <p:nvPr/>
          </p:nvPicPr>
          <p:blipFill>
            <a:blip r:embed="rId241" cstate="print"/>
            <a:stretch>
              <a:fillRect/>
            </a:stretch>
          </p:blipFill>
          <p:spPr>
            <a:xfrm>
              <a:off x="5181600" y="5730239"/>
              <a:ext cx="243839" cy="48768"/>
            </a:xfrm>
            <a:prstGeom prst="rect">
              <a:avLst/>
            </a:prstGeom>
          </p:spPr>
        </p:pic>
        <p:pic>
          <p:nvPicPr>
            <p:cNvPr id="433" name="object 434">
              <a:extLst>
                <a:ext uri="{FF2B5EF4-FFF2-40B4-BE49-F238E27FC236}">
                  <a16:creationId xmlns:a16="http://schemas.microsoft.com/office/drawing/2014/main" id="{F4283A98-8B7E-4FE4-AC14-164DB5E279AF}"/>
                </a:ext>
              </a:extLst>
            </p:cNvPr>
            <p:cNvPicPr/>
            <p:nvPr/>
          </p:nvPicPr>
          <p:blipFill>
            <a:blip r:embed="rId242" cstate="print"/>
            <a:stretch>
              <a:fillRect/>
            </a:stretch>
          </p:blipFill>
          <p:spPr>
            <a:xfrm>
              <a:off x="5096256" y="5705855"/>
              <a:ext cx="36576" cy="97536"/>
            </a:xfrm>
            <a:prstGeom prst="rect">
              <a:avLst/>
            </a:prstGeom>
          </p:spPr>
        </p:pic>
        <p:sp>
          <p:nvSpPr>
            <p:cNvPr id="434" name="object 435">
              <a:extLst>
                <a:ext uri="{FF2B5EF4-FFF2-40B4-BE49-F238E27FC236}">
                  <a16:creationId xmlns:a16="http://schemas.microsoft.com/office/drawing/2014/main" id="{D016335D-2DBF-4D2C-9405-7C125ECB4095}"/>
                </a:ext>
              </a:extLst>
            </p:cNvPr>
            <p:cNvSpPr/>
            <p:nvPr/>
          </p:nvSpPr>
          <p:spPr>
            <a:xfrm>
              <a:off x="646176" y="5766815"/>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pic>
          <p:nvPicPr>
            <p:cNvPr id="435" name="object 436">
              <a:extLst>
                <a:ext uri="{FF2B5EF4-FFF2-40B4-BE49-F238E27FC236}">
                  <a16:creationId xmlns:a16="http://schemas.microsoft.com/office/drawing/2014/main" id="{66BDCF4D-6177-4279-959B-04DF37DA7B47}"/>
                </a:ext>
              </a:extLst>
            </p:cNvPr>
            <p:cNvPicPr/>
            <p:nvPr/>
          </p:nvPicPr>
          <p:blipFill>
            <a:blip r:embed="rId243" cstate="print"/>
            <a:stretch>
              <a:fillRect/>
            </a:stretch>
          </p:blipFill>
          <p:spPr>
            <a:xfrm>
              <a:off x="4632959" y="5730239"/>
              <a:ext cx="280416" cy="60959"/>
            </a:xfrm>
            <a:prstGeom prst="rect">
              <a:avLst/>
            </a:prstGeom>
          </p:spPr>
        </p:pic>
        <p:pic>
          <p:nvPicPr>
            <p:cNvPr id="436" name="object 437">
              <a:extLst>
                <a:ext uri="{FF2B5EF4-FFF2-40B4-BE49-F238E27FC236}">
                  <a16:creationId xmlns:a16="http://schemas.microsoft.com/office/drawing/2014/main" id="{D0434B4A-A877-4493-AD78-CA1970693A85}"/>
                </a:ext>
              </a:extLst>
            </p:cNvPr>
            <p:cNvPicPr/>
            <p:nvPr/>
          </p:nvPicPr>
          <p:blipFill>
            <a:blip r:embed="rId244" cstate="print"/>
            <a:stretch>
              <a:fillRect/>
            </a:stretch>
          </p:blipFill>
          <p:spPr>
            <a:xfrm>
              <a:off x="3681983" y="5754623"/>
              <a:ext cx="231647" cy="24384"/>
            </a:xfrm>
            <a:prstGeom prst="rect">
              <a:avLst/>
            </a:prstGeom>
          </p:spPr>
        </p:pic>
        <p:sp>
          <p:nvSpPr>
            <p:cNvPr id="437" name="object 438">
              <a:extLst>
                <a:ext uri="{FF2B5EF4-FFF2-40B4-BE49-F238E27FC236}">
                  <a16:creationId xmlns:a16="http://schemas.microsoft.com/office/drawing/2014/main" id="{18D606B2-10BD-4BED-B75F-05C72544C31F}"/>
                </a:ext>
              </a:extLst>
            </p:cNvPr>
            <p:cNvSpPr/>
            <p:nvPr/>
          </p:nvSpPr>
          <p:spPr>
            <a:xfrm>
              <a:off x="1828800" y="5766815"/>
              <a:ext cx="146685" cy="12700"/>
            </a:xfrm>
            <a:custGeom>
              <a:avLst/>
              <a:gdLst/>
              <a:ahLst/>
              <a:cxnLst/>
              <a:rect l="l" t="t" r="r" b="b"/>
              <a:pathLst>
                <a:path w="146685" h="12700">
                  <a:moveTo>
                    <a:pt x="12192" y="0"/>
                  </a:moveTo>
                  <a:lnTo>
                    <a:pt x="0" y="0"/>
                  </a:lnTo>
                  <a:lnTo>
                    <a:pt x="0" y="12192"/>
                  </a:lnTo>
                  <a:lnTo>
                    <a:pt x="12192" y="12192"/>
                  </a:lnTo>
                  <a:lnTo>
                    <a:pt x="12192" y="0"/>
                  </a:lnTo>
                  <a:close/>
                </a:path>
                <a:path w="146685" h="12700">
                  <a:moveTo>
                    <a:pt x="146291" y="0"/>
                  </a:moveTo>
                  <a:lnTo>
                    <a:pt x="134099" y="0"/>
                  </a:lnTo>
                  <a:lnTo>
                    <a:pt x="134099" y="12192"/>
                  </a:lnTo>
                  <a:lnTo>
                    <a:pt x="146291" y="12192"/>
                  </a:lnTo>
                  <a:lnTo>
                    <a:pt x="146291" y="0"/>
                  </a:lnTo>
                  <a:close/>
                </a:path>
              </a:pathLst>
            </a:custGeom>
            <a:solidFill>
              <a:srgbClr val="434445"/>
            </a:solidFill>
          </p:spPr>
          <p:txBody>
            <a:bodyPr wrap="square" lIns="0" tIns="0" rIns="0" bIns="0" rtlCol="0"/>
            <a:lstStyle/>
            <a:p>
              <a:endParaRPr/>
            </a:p>
          </p:txBody>
        </p:sp>
        <p:pic>
          <p:nvPicPr>
            <p:cNvPr id="438" name="object 439">
              <a:extLst>
                <a:ext uri="{FF2B5EF4-FFF2-40B4-BE49-F238E27FC236}">
                  <a16:creationId xmlns:a16="http://schemas.microsoft.com/office/drawing/2014/main" id="{49D13658-C72C-4C69-BA1A-34A6373DC714}"/>
                </a:ext>
              </a:extLst>
            </p:cNvPr>
            <p:cNvPicPr/>
            <p:nvPr/>
          </p:nvPicPr>
          <p:blipFill>
            <a:blip r:embed="rId245" cstate="print"/>
            <a:stretch>
              <a:fillRect/>
            </a:stretch>
          </p:blipFill>
          <p:spPr>
            <a:xfrm>
              <a:off x="3182111" y="5742431"/>
              <a:ext cx="158495" cy="48768"/>
            </a:xfrm>
            <a:prstGeom prst="rect">
              <a:avLst/>
            </a:prstGeom>
          </p:spPr>
        </p:pic>
        <p:pic>
          <p:nvPicPr>
            <p:cNvPr id="439" name="object 440">
              <a:extLst>
                <a:ext uri="{FF2B5EF4-FFF2-40B4-BE49-F238E27FC236}">
                  <a16:creationId xmlns:a16="http://schemas.microsoft.com/office/drawing/2014/main" id="{B0A58C60-E77C-41BA-A6E3-C579CC10BF62}"/>
                </a:ext>
              </a:extLst>
            </p:cNvPr>
            <p:cNvPicPr/>
            <p:nvPr/>
          </p:nvPicPr>
          <p:blipFill>
            <a:blip r:embed="rId246" cstate="print"/>
            <a:stretch>
              <a:fillRect/>
            </a:stretch>
          </p:blipFill>
          <p:spPr>
            <a:xfrm>
              <a:off x="2097024" y="5742431"/>
              <a:ext cx="146303" cy="60959"/>
            </a:xfrm>
            <a:prstGeom prst="rect">
              <a:avLst/>
            </a:prstGeom>
          </p:spPr>
        </p:pic>
        <p:pic>
          <p:nvPicPr>
            <p:cNvPr id="440" name="object 441">
              <a:extLst>
                <a:ext uri="{FF2B5EF4-FFF2-40B4-BE49-F238E27FC236}">
                  <a16:creationId xmlns:a16="http://schemas.microsoft.com/office/drawing/2014/main" id="{1E7E1E65-52AB-41A0-AF51-DB7DB114D922}"/>
                </a:ext>
              </a:extLst>
            </p:cNvPr>
            <p:cNvPicPr/>
            <p:nvPr/>
          </p:nvPicPr>
          <p:blipFill>
            <a:blip r:embed="rId247" cstate="print"/>
            <a:stretch>
              <a:fillRect/>
            </a:stretch>
          </p:blipFill>
          <p:spPr>
            <a:xfrm>
              <a:off x="1694688" y="5730239"/>
              <a:ext cx="121919" cy="73151"/>
            </a:xfrm>
            <a:prstGeom prst="rect">
              <a:avLst/>
            </a:prstGeom>
          </p:spPr>
        </p:pic>
        <p:pic>
          <p:nvPicPr>
            <p:cNvPr id="441" name="object 442">
              <a:extLst>
                <a:ext uri="{FF2B5EF4-FFF2-40B4-BE49-F238E27FC236}">
                  <a16:creationId xmlns:a16="http://schemas.microsoft.com/office/drawing/2014/main" id="{0A8BFFE9-464E-48AA-82A9-383A46BBAEA8}"/>
                </a:ext>
              </a:extLst>
            </p:cNvPr>
            <p:cNvPicPr/>
            <p:nvPr/>
          </p:nvPicPr>
          <p:blipFill>
            <a:blip r:embed="rId248" cstate="print"/>
            <a:stretch>
              <a:fillRect/>
            </a:stretch>
          </p:blipFill>
          <p:spPr>
            <a:xfrm>
              <a:off x="1853184" y="5742431"/>
              <a:ext cx="207263" cy="85344"/>
            </a:xfrm>
            <a:prstGeom prst="rect">
              <a:avLst/>
            </a:prstGeom>
          </p:spPr>
        </p:pic>
        <p:pic>
          <p:nvPicPr>
            <p:cNvPr id="442" name="object 443">
              <a:extLst>
                <a:ext uri="{FF2B5EF4-FFF2-40B4-BE49-F238E27FC236}">
                  <a16:creationId xmlns:a16="http://schemas.microsoft.com/office/drawing/2014/main" id="{10E3F9AF-53AF-47FB-8B34-4E3937835B7B}"/>
                </a:ext>
              </a:extLst>
            </p:cNvPr>
            <p:cNvPicPr/>
            <p:nvPr/>
          </p:nvPicPr>
          <p:blipFill>
            <a:blip r:embed="rId249" cstate="print"/>
            <a:stretch>
              <a:fillRect/>
            </a:stretch>
          </p:blipFill>
          <p:spPr>
            <a:xfrm>
              <a:off x="4986528" y="5718047"/>
              <a:ext cx="60960" cy="85343"/>
            </a:xfrm>
            <a:prstGeom prst="rect">
              <a:avLst/>
            </a:prstGeom>
          </p:spPr>
        </p:pic>
        <p:sp>
          <p:nvSpPr>
            <p:cNvPr id="443" name="object 444">
              <a:extLst>
                <a:ext uri="{FF2B5EF4-FFF2-40B4-BE49-F238E27FC236}">
                  <a16:creationId xmlns:a16="http://schemas.microsoft.com/office/drawing/2014/main" id="{EC6D26F8-8ABD-48AE-BB32-90126066E96F}"/>
                </a:ext>
              </a:extLst>
            </p:cNvPr>
            <p:cNvSpPr/>
            <p:nvPr/>
          </p:nvSpPr>
          <p:spPr>
            <a:xfrm>
              <a:off x="646176" y="5779007"/>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sp>
          <p:nvSpPr>
            <p:cNvPr id="444" name="object 445">
              <a:extLst>
                <a:ext uri="{FF2B5EF4-FFF2-40B4-BE49-F238E27FC236}">
                  <a16:creationId xmlns:a16="http://schemas.microsoft.com/office/drawing/2014/main" id="{D83C7E44-F695-4B1C-9EB1-D120AD399EA7}"/>
                </a:ext>
              </a:extLst>
            </p:cNvPr>
            <p:cNvSpPr/>
            <p:nvPr/>
          </p:nvSpPr>
          <p:spPr>
            <a:xfrm>
              <a:off x="1767840" y="5779007"/>
              <a:ext cx="12700" cy="12700"/>
            </a:xfrm>
            <a:custGeom>
              <a:avLst/>
              <a:gdLst/>
              <a:ahLst/>
              <a:cxnLst/>
              <a:rect l="l" t="t" r="r" b="b"/>
              <a:pathLst>
                <a:path w="12700" h="12700">
                  <a:moveTo>
                    <a:pt x="0" y="12191"/>
                  </a:moveTo>
                  <a:lnTo>
                    <a:pt x="12191" y="12191"/>
                  </a:lnTo>
                  <a:lnTo>
                    <a:pt x="12191" y="0"/>
                  </a:lnTo>
                  <a:lnTo>
                    <a:pt x="0" y="0"/>
                  </a:lnTo>
                  <a:lnTo>
                    <a:pt x="0" y="12191"/>
                  </a:lnTo>
                  <a:close/>
                </a:path>
              </a:pathLst>
            </a:custGeom>
            <a:solidFill>
              <a:srgbClr val="D0D0D0"/>
            </a:solidFill>
          </p:spPr>
          <p:txBody>
            <a:bodyPr wrap="square" lIns="0" tIns="0" rIns="0" bIns="0" rtlCol="0"/>
            <a:lstStyle/>
            <a:p>
              <a:endParaRPr/>
            </a:p>
          </p:txBody>
        </p:sp>
        <p:sp>
          <p:nvSpPr>
            <p:cNvPr id="445" name="object 446">
              <a:extLst>
                <a:ext uri="{FF2B5EF4-FFF2-40B4-BE49-F238E27FC236}">
                  <a16:creationId xmlns:a16="http://schemas.microsoft.com/office/drawing/2014/main" id="{3A6E021F-3751-4379-81E3-6CD7EAC7A284}"/>
                </a:ext>
              </a:extLst>
            </p:cNvPr>
            <p:cNvSpPr/>
            <p:nvPr/>
          </p:nvSpPr>
          <p:spPr>
            <a:xfrm>
              <a:off x="1828800" y="5779007"/>
              <a:ext cx="12700" cy="12700"/>
            </a:xfrm>
            <a:custGeom>
              <a:avLst/>
              <a:gdLst/>
              <a:ahLst/>
              <a:cxnLst/>
              <a:rect l="l" t="t" r="r" b="b"/>
              <a:pathLst>
                <a:path w="12700" h="12700">
                  <a:moveTo>
                    <a:pt x="0" y="12191"/>
                  </a:moveTo>
                  <a:lnTo>
                    <a:pt x="12191" y="12191"/>
                  </a:lnTo>
                  <a:lnTo>
                    <a:pt x="12191" y="0"/>
                  </a:lnTo>
                  <a:lnTo>
                    <a:pt x="0" y="0"/>
                  </a:lnTo>
                  <a:lnTo>
                    <a:pt x="0" y="12191"/>
                  </a:lnTo>
                  <a:close/>
                </a:path>
              </a:pathLst>
            </a:custGeom>
            <a:solidFill>
              <a:srgbClr val="434445"/>
            </a:solidFill>
          </p:spPr>
          <p:txBody>
            <a:bodyPr wrap="square" lIns="0" tIns="0" rIns="0" bIns="0" rtlCol="0"/>
            <a:lstStyle/>
            <a:p>
              <a:endParaRPr/>
            </a:p>
          </p:txBody>
        </p:sp>
        <p:pic>
          <p:nvPicPr>
            <p:cNvPr id="446" name="object 447">
              <a:extLst>
                <a:ext uri="{FF2B5EF4-FFF2-40B4-BE49-F238E27FC236}">
                  <a16:creationId xmlns:a16="http://schemas.microsoft.com/office/drawing/2014/main" id="{5386EE6A-B9C0-4904-B685-5D0851FC5096}"/>
                </a:ext>
              </a:extLst>
            </p:cNvPr>
            <p:cNvPicPr/>
            <p:nvPr/>
          </p:nvPicPr>
          <p:blipFill>
            <a:blip r:embed="rId250" cstate="print"/>
            <a:stretch>
              <a:fillRect/>
            </a:stretch>
          </p:blipFill>
          <p:spPr>
            <a:xfrm>
              <a:off x="829056" y="5766815"/>
              <a:ext cx="60960" cy="36575"/>
            </a:xfrm>
            <a:prstGeom prst="rect">
              <a:avLst/>
            </a:prstGeom>
          </p:spPr>
        </p:pic>
        <p:pic>
          <p:nvPicPr>
            <p:cNvPr id="447" name="object 448">
              <a:extLst>
                <a:ext uri="{FF2B5EF4-FFF2-40B4-BE49-F238E27FC236}">
                  <a16:creationId xmlns:a16="http://schemas.microsoft.com/office/drawing/2014/main" id="{16D2A266-DB76-4C9C-A5FC-BAA47FC2638F}"/>
                </a:ext>
              </a:extLst>
            </p:cNvPr>
            <p:cNvPicPr/>
            <p:nvPr/>
          </p:nvPicPr>
          <p:blipFill>
            <a:blip r:embed="rId251" cstate="print"/>
            <a:stretch>
              <a:fillRect/>
            </a:stretch>
          </p:blipFill>
          <p:spPr>
            <a:xfrm>
              <a:off x="3230879" y="5754623"/>
              <a:ext cx="316992" cy="60960"/>
            </a:xfrm>
            <a:prstGeom prst="rect">
              <a:avLst/>
            </a:prstGeom>
          </p:spPr>
        </p:pic>
        <p:pic>
          <p:nvPicPr>
            <p:cNvPr id="448" name="object 449">
              <a:extLst>
                <a:ext uri="{FF2B5EF4-FFF2-40B4-BE49-F238E27FC236}">
                  <a16:creationId xmlns:a16="http://schemas.microsoft.com/office/drawing/2014/main" id="{C79EDC56-DCC6-45F0-AC66-A97B164900AE}"/>
                </a:ext>
              </a:extLst>
            </p:cNvPr>
            <p:cNvPicPr/>
            <p:nvPr/>
          </p:nvPicPr>
          <p:blipFill>
            <a:blip r:embed="rId252" cstate="print"/>
            <a:stretch>
              <a:fillRect/>
            </a:stretch>
          </p:blipFill>
          <p:spPr>
            <a:xfrm>
              <a:off x="3608831" y="5742431"/>
              <a:ext cx="134111" cy="60959"/>
            </a:xfrm>
            <a:prstGeom prst="rect">
              <a:avLst/>
            </a:prstGeom>
          </p:spPr>
        </p:pic>
        <p:sp>
          <p:nvSpPr>
            <p:cNvPr id="449" name="object 450">
              <a:extLst>
                <a:ext uri="{FF2B5EF4-FFF2-40B4-BE49-F238E27FC236}">
                  <a16:creationId xmlns:a16="http://schemas.microsoft.com/office/drawing/2014/main" id="{CCFA58D8-C7A5-422F-B54F-82D5C2054E55}"/>
                </a:ext>
              </a:extLst>
            </p:cNvPr>
            <p:cNvSpPr/>
            <p:nvPr/>
          </p:nvSpPr>
          <p:spPr>
            <a:xfrm>
              <a:off x="3450335" y="5785103"/>
              <a:ext cx="12700" cy="0"/>
            </a:xfrm>
            <a:custGeom>
              <a:avLst/>
              <a:gdLst/>
              <a:ahLst/>
              <a:cxnLst/>
              <a:rect l="l" t="t" r="r" b="b"/>
              <a:pathLst>
                <a:path w="12700">
                  <a:moveTo>
                    <a:pt x="0" y="0"/>
                  </a:moveTo>
                  <a:lnTo>
                    <a:pt x="12191" y="0"/>
                  </a:lnTo>
                </a:path>
              </a:pathLst>
            </a:custGeom>
            <a:ln w="12191">
              <a:solidFill>
                <a:srgbClr val="434445"/>
              </a:solidFill>
            </a:ln>
          </p:spPr>
          <p:txBody>
            <a:bodyPr wrap="square" lIns="0" tIns="0" rIns="0" bIns="0" rtlCol="0"/>
            <a:lstStyle/>
            <a:p>
              <a:endParaRPr/>
            </a:p>
          </p:txBody>
        </p:sp>
        <p:pic>
          <p:nvPicPr>
            <p:cNvPr id="450" name="object 451">
              <a:extLst>
                <a:ext uri="{FF2B5EF4-FFF2-40B4-BE49-F238E27FC236}">
                  <a16:creationId xmlns:a16="http://schemas.microsoft.com/office/drawing/2014/main" id="{5D82C34D-FB62-461C-B05F-67F4D37629CB}"/>
                </a:ext>
              </a:extLst>
            </p:cNvPr>
            <p:cNvPicPr/>
            <p:nvPr/>
          </p:nvPicPr>
          <p:blipFill>
            <a:blip r:embed="rId177" cstate="print"/>
            <a:stretch>
              <a:fillRect/>
            </a:stretch>
          </p:blipFill>
          <p:spPr>
            <a:xfrm>
              <a:off x="5303520" y="5766815"/>
              <a:ext cx="121919" cy="24383"/>
            </a:xfrm>
            <a:prstGeom prst="rect">
              <a:avLst/>
            </a:prstGeom>
          </p:spPr>
        </p:pic>
        <p:pic>
          <p:nvPicPr>
            <p:cNvPr id="451" name="object 452">
              <a:extLst>
                <a:ext uri="{FF2B5EF4-FFF2-40B4-BE49-F238E27FC236}">
                  <a16:creationId xmlns:a16="http://schemas.microsoft.com/office/drawing/2014/main" id="{04968F98-14FC-4A6A-98EB-15AB9747A1AC}"/>
                </a:ext>
              </a:extLst>
            </p:cNvPr>
            <p:cNvPicPr/>
            <p:nvPr/>
          </p:nvPicPr>
          <p:blipFill>
            <a:blip r:embed="rId215" cstate="print"/>
            <a:stretch>
              <a:fillRect/>
            </a:stretch>
          </p:blipFill>
          <p:spPr>
            <a:xfrm>
              <a:off x="743712" y="5779007"/>
              <a:ext cx="24383" cy="24383"/>
            </a:xfrm>
            <a:prstGeom prst="rect">
              <a:avLst/>
            </a:prstGeom>
          </p:spPr>
        </p:pic>
        <p:pic>
          <p:nvPicPr>
            <p:cNvPr id="452" name="object 453">
              <a:extLst>
                <a:ext uri="{FF2B5EF4-FFF2-40B4-BE49-F238E27FC236}">
                  <a16:creationId xmlns:a16="http://schemas.microsoft.com/office/drawing/2014/main" id="{C2D3A294-EC85-488E-A55C-461D16824832}"/>
                </a:ext>
              </a:extLst>
            </p:cNvPr>
            <p:cNvPicPr/>
            <p:nvPr/>
          </p:nvPicPr>
          <p:blipFill>
            <a:blip r:embed="rId253" cstate="print"/>
            <a:stretch>
              <a:fillRect/>
            </a:stretch>
          </p:blipFill>
          <p:spPr>
            <a:xfrm>
              <a:off x="2304287" y="5754623"/>
              <a:ext cx="121920" cy="73152"/>
            </a:xfrm>
            <a:prstGeom prst="rect">
              <a:avLst/>
            </a:prstGeom>
          </p:spPr>
        </p:pic>
        <p:sp>
          <p:nvSpPr>
            <p:cNvPr id="453" name="object 454">
              <a:extLst>
                <a:ext uri="{FF2B5EF4-FFF2-40B4-BE49-F238E27FC236}">
                  <a16:creationId xmlns:a16="http://schemas.microsoft.com/office/drawing/2014/main" id="{5B210036-0BDA-4B5B-B6E6-EC0D7BE9E1C2}"/>
                </a:ext>
              </a:extLst>
            </p:cNvPr>
            <p:cNvSpPr/>
            <p:nvPr/>
          </p:nvSpPr>
          <p:spPr>
            <a:xfrm>
              <a:off x="646176" y="5791199"/>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sp>
          <p:nvSpPr>
            <p:cNvPr id="454" name="object 455">
              <a:extLst>
                <a:ext uri="{FF2B5EF4-FFF2-40B4-BE49-F238E27FC236}">
                  <a16:creationId xmlns:a16="http://schemas.microsoft.com/office/drawing/2014/main" id="{4DC40DCE-C54E-4E8C-BD5A-D0B505AB7EEE}"/>
                </a:ext>
              </a:extLst>
            </p:cNvPr>
            <p:cNvSpPr/>
            <p:nvPr/>
          </p:nvSpPr>
          <p:spPr>
            <a:xfrm>
              <a:off x="1767840" y="5791199"/>
              <a:ext cx="73660" cy="12700"/>
            </a:xfrm>
            <a:custGeom>
              <a:avLst/>
              <a:gdLst/>
              <a:ahLst/>
              <a:cxnLst/>
              <a:rect l="l" t="t" r="r" b="b"/>
              <a:pathLst>
                <a:path w="73660" h="12700">
                  <a:moveTo>
                    <a:pt x="12192" y="0"/>
                  </a:moveTo>
                  <a:lnTo>
                    <a:pt x="0" y="0"/>
                  </a:lnTo>
                  <a:lnTo>
                    <a:pt x="0" y="12192"/>
                  </a:lnTo>
                  <a:lnTo>
                    <a:pt x="12192" y="12192"/>
                  </a:lnTo>
                  <a:lnTo>
                    <a:pt x="12192" y="0"/>
                  </a:lnTo>
                  <a:close/>
                </a:path>
                <a:path w="73660" h="12700">
                  <a:moveTo>
                    <a:pt x="73152" y="0"/>
                  </a:moveTo>
                  <a:lnTo>
                    <a:pt x="60960" y="0"/>
                  </a:lnTo>
                  <a:lnTo>
                    <a:pt x="60960" y="12192"/>
                  </a:lnTo>
                  <a:lnTo>
                    <a:pt x="73152" y="12192"/>
                  </a:lnTo>
                  <a:lnTo>
                    <a:pt x="73152" y="0"/>
                  </a:lnTo>
                  <a:close/>
                </a:path>
              </a:pathLst>
            </a:custGeom>
            <a:solidFill>
              <a:srgbClr val="A1A2A2"/>
            </a:solidFill>
          </p:spPr>
          <p:txBody>
            <a:bodyPr wrap="square" lIns="0" tIns="0" rIns="0" bIns="0" rtlCol="0"/>
            <a:lstStyle/>
            <a:p>
              <a:endParaRPr/>
            </a:p>
          </p:txBody>
        </p:sp>
        <p:pic>
          <p:nvPicPr>
            <p:cNvPr id="455" name="object 456">
              <a:extLst>
                <a:ext uri="{FF2B5EF4-FFF2-40B4-BE49-F238E27FC236}">
                  <a16:creationId xmlns:a16="http://schemas.microsoft.com/office/drawing/2014/main" id="{2ECDE311-E839-414E-B667-14F5B8D8BE0C}"/>
                </a:ext>
              </a:extLst>
            </p:cNvPr>
            <p:cNvPicPr/>
            <p:nvPr/>
          </p:nvPicPr>
          <p:blipFill>
            <a:blip r:embed="rId254" cstate="print"/>
            <a:stretch>
              <a:fillRect/>
            </a:stretch>
          </p:blipFill>
          <p:spPr>
            <a:xfrm>
              <a:off x="5157215" y="5766815"/>
              <a:ext cx="85344" cy="36575"/>
            </a:xfrm>
            <a:prstGeom prst="rect">
              <a:avLst/>
            </a:prstGeom>
          </p:spPr>
        </p:pic>
        <p:pic>
          <p:nvPicPr>
            <p:cNvPr id="456" name="object 457">
              <a:extLst>
                <a:ext uri="{FF2B5EF4-FFF2-40B4-BE49-F238E27FC236}">
                  <a16:creationId xmlns:a16="http://schemas.microsoft.com/office/drawing/2014/main" id="{95C02036-FAEF-4DB2-BCE6-2BE74A1F13D0}"/>
                </a:ext>
              </a:extLst>
            </p:cNvPr>
            <p:cNvPicPr/>
            <p:nvPr/>
          </p:nvPicPr>
          <p:blipFill>
            <a:blip r:embed="rId255" cstate="print"/>
            <a:stretch>
              <a:fillRect/>
            </a:stretch>
          </p:blipFill>
          <p:spPr>
            <a:xfrm>
              <a:off x="3791711" y="5766815"/>
              <a:ext cx="121919" cy="60959"/>
            </a:xfrm>
            <a:prstGeom prst="rect">
              <a:avLst/>
            </a:prstGeom>
          </p:spPr>
        </p:pic>
        <p:sp>
          <p:nvSpPr>
            <p:cNvPr id="457" name="object 458">
              <a:extLst>
                <a:ext uri="{FF2B5EF4-FFF2-40B4-BE49-F238E27FC236}">
                  <a16:creationId xmlns:a16="http://schemas.microsoft.com/office/drawing/2014/main" id="{66217DA0-DAA0-468D-AB32-AE857628AA7C}"/>
                </a:ext>
              </a:extLst>
            </p:cNvPr>
            <p:cNvSpPr/>
            <p:nvPr/>
          </p:nvSpPr>
          <p:spPr>
            <a:xfrm>
              <a:off x="2206752" y="5797295"/>
              <a:ext cx="12700" cy="0"/>
            </a:xfrm>
            <a:custGeom>
              <a:avLst/>
              <a:gdLst/>
              <a:ahLst/>
              <a:cxnLst/>
              <a:rect l="l" t="t" r="r" b="b"/>
              <a:pathLst>
                <a:path w="12700">
                  <a:moveTo>
                    <a:pt x="0" y="0"/>
                  </a:moveTo>
                  <a:lnTo>
                    <a:pt x="12191" y="0"/>
                  </a:lnTo>
                </a:path>
              </a:pathLst>
            </a:custGeom>
            <a:ln w="12191">
              <a:solidFill>
                <a:srgbClr val="A1A2A2"/>
              </a:solidFill>
            </a:ln>
          </p:spPr>
          <p:txBody>
            <a:bodyPr wrap="square" lIns="0" tIns="0" rIns="0" bIns="0" rtlCol="0"/>
            <a:lstStyle/>
            <a:p>
              <a:endParaRPr/>
            </a:p>
          </p:txBody>
        </p:sp>
        <p:pic>
          <p:nvPicPr>
            <p:cNvPr id="458" name="object 459">
              <a:extLst>
                <a:ext uri="{FF2B5EF4-FFF2-40B4-BE49-F238E27FC236}">
                  <a16:creationId xmlns:a16="http://schemas.microsoft.com/office/drawing/2014/main" id="{EED195D5-3E1C-402A-BB05-CF4BAB3E1287}"/>
                </a:ext>
              </a:extLst>
            </p:cNvPr>
            <p:cNvPicPr/>
            <p:nvPr/>
          </p:nvPicPr>
          <p:blipFill>
            <a:blip r:embed="rId256" cstate="print"/>
            <a:stretch>
              <a:fillRect/>
            </a:stretch>
          </p:blipFill>
          <p:spPr>
            <a:xfrm>
              <a:off x="3194303" y="5779007"/>
              <a:ext cx="73152" cy="24383"/>
            </a:xfrm>
            <a:prstGeom prst="rect">
              <a:avLst/>
            </a:prstGeom>
          </p:spPr>
        </p:pic>
        <p:sp>
          <p:nvSpPr>
            <p:cNvPr id="459" name="object 460">
              <a:extLst>
                <a:ext uri="{FF2B5EF4-FFF2-40B4-BE49-F238E27FC236}">
                  <a16:creationId xmlns:a16="http://schemas.microsoft.com/office/drawing/2014/main" id="{F0569EE2-FAB2-4C86-8C9B-2AF2A6280348}"/>
                </a:ext>
              </a:extLst>
            </p:cNvPr>
            <p:cNvSpPr/>
            <p:nvPr/>
          </p:nvSpPr>
          <p:spPr>
            <a:xfrm>
              <a:off x="3255264" y="5797295"/>
              <a:ext cx="12700" cy="0"/>
            </a:xfrm>
            <a:custGeom>
              <a:avLst/>
              <a:gdLst/>
              <a:ahLst/>
              <a:cxnLst/>
              <a:rect l="l" t="t" r="r" b="b"/>
              <a:pathLst>
                <a:path w="12700">
                  <a:moveTo>
                    <a:pt x="0" y="0"/>
                  </a:moveTo>
                  <a:lnTo>
                    <a:pt x="12191" y="0"/>
                  </a:lnTo>
                </a:path>
              </a:pathLst>
            </a:custGeom>
            <a:ln w="12191">
              <a:solidFill>
                <a:srgbClr val="A1A2A2"/>
              </a:solidFill>
            </a:ln>
          </p:spPr>
          <p:txBody>
            <a:bodyPr wrap="square" lIns="0" tIns="0" rIns="0" bIns="0" rtlCol="0"/>
            <a:lstStyle/>
            <a:p>
              <a:endParaRPr/>
            </a:p>
          </p:txBody>
        </p:sp>
        <p:pic>
          <p:nvPicPr>
            <p:cNvPr id="460" name="object 461">
              <a:extLst>
                <a:ext uri="{FF2B5EF4-FFF2-40B4-BE49-F238E27FC236}">
                  <a16:creationId xmlns:a16="http://schemas.microsoft.com/office/drawing/2014/main" id="{A0B552CF-650D-4B67-AD72-825594866110}"/>
                </a:ext>
              </a:extLst>
            </p:cNvPr>
            <p:cNvPicPr/>
            <p:nvPr/>
          </p:nvPicPr>
          <p:blipFill>
            <a:blip r:embed="rId257" cstate="print"/>
            <a:stretch>
              <a:fillRect/>
            </a:stretch>
          </p:blipFill>
          <p:spPr>
            <a:xfrm>
              <a:off x="4657344" y="5766815"/>
              <a:ext cx="182879" cy="36575"/>
            </a:xfrm>
            <a:prstGeom prst="rect">
              <a:avLst/>
            </a:prstGeom>
          </p:spPr>
        </p:pic>
        <p:sp>
          <p:nvSpPr>
            <p:cNvPr id="461" name="object 462">
              <a:extLst>
                <a:ext uri="{FF2B5EF4-FFF2-40B4-BE49-F238E27FC236}">
                  <a16:creationId xmlns:a16="http://schemas.microsoft.com/office/drawing/2014/main" id="{400E1D07-F738-450C-B342-F28CF088403B}"/>
                </a:ext>
              </a:extLst>
            </p:cNvPr>
            <p:cNvSpPr/>
            <p:nvPr/>
          </p:nvSpPr>
          <p:spPr>
            <a:xfrm>
              <a:off x="5157215" y="5797295"/>
              <a:ext cx="12700" cy="0"/>
            </a:xfrm>
            <a:custGeom>
              <a:avLst/>
              <a:gdLst/>
              <a:ahLst/>
              <a:cxnLst/>
              <a:rect l="l" t="t" r="r" b="b"/>
              <a:pathLst>
                <a:path w="12700">
                  <a:moveTo>
                    <a:pt x="0" y="0"/>
                  </a:moveTo>
                  <a:lnTo>
                    <a:pt x="12191" y="0"/>
                  </a:lnTo>
                </a:path>
              </a:pathLst>
            </a:custGeom>
            <a:ln w="12191">
              <a:solidFill>
                <a:srgbClr val="A1A2A2"/>
              </a:solidFill>
            </a:ln>
          </p:spPr>
          <p:txBody>
            <a:bodyPr wrap="square" lIns="0" tIns="0" rIns="0" bIns="0" rtlCol="0"/>
            <a:lstStyle/>
            <a:p>
              <a:endParaRPr/>
            </a:p>
          </p:txBody>
        </p:sp>
        <p:sp>
          <p:nvSpPr>
            <p:cNvPr id="462" name="object 463">
              <a:extLst>
                <a:ext uri="{FF2B5EF4-FFF2-40B4-BE49-F238E27FC236}">
                  <a16:creationId xmlns:a16="http://schemas.microsoft.com/office/drawing/2014/main" id="{F72C85E9-2028-4193-ACEE-859F2F3E1DD4}"/>
                </a:ext>
              </a:extLst>
            </p:cNvPr>
            <p:cNvSpPr/>
            <p:nvPr/>
          </p:nvSpPr>
          <p:spPr>
            <a:xfrm>
              <a:off x="646176" y="5803391"/>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pic>
          <p:nvPicPr>
            <p:cNvPr id="463" name="object 464">
              <a:extLst>
                <a:ext uri="{FF2B5EF4-FFF2-40B4-BE49-F238E27FC236}">
                  <a16:creationId xmlns:a16="http://schemas.microsoft.com/office/drawing/2014/main" id="{DFBA0A22-2E12-439C-AD95-50E2327086C9}"/>
                </a:ext>
              </a:extLst>
            </p:cNvPr>
            <p:cNvPicPr/>
            <p:nvPr/>
          </p:nvPicPr>
          <p:blipFill>
            <a:blip r:embed="rId186" cstate="print"/>
            <a:stretch>
              <a:fillRect/>
            </a:stretch>
          </p:blipFill>
          <p:spPr>
            <a:xfrm>
              <a:off x="5303520" y="5791199"/>
              <a:ext cx="109728" cy="24384"/>
            </a:xfrm>
            <a:prstGeom prst="rect">
              <a:avLst/>
            </a:prstGeom>
          </p:spPr>
        </p:pic>
        <p:sp>
          <p:nvSpPr>
            <p:cNvPr id="464" name="object 465">
              <a:extLst>
                <a:ext uri="{FF2B5EF4-FFF2-40B4-BE49-F238E27FC236}">
                  <a16:creationId xmlns:a16="http://schemas.microsoft.com/office/drawing/2014/main" id="{64721746-EEE9-43C3-AFB9-9BC22AB51DA6}"/>
                </a:ext>
              </a:extLst>
            </p:cNvPr>
            <p:cNvSpPr/>
            <p:nvPr/>
          </p:nvSpPr>
          <p:spPr>
            <a:xfrm>
              <a:off x="1975104" y="5809487"/>
              <a:ext cx="439420" cy="0"/>
            </a:xfrm>
            <a:custGeom>
              <a:avLst/>
              <a:gdLst/>
              <a:ahLst/>
              <a:cxnLst/>
              <a:rect l="l" t="t" r="r" b="b"/>
              <a:pathLst>
                <a:path w="439419">
                  <a:moveTo>
                    <a:pt x="0" y="0"/>
                  </a:moveTo>
                  <a:lnTo>
                    <a:pt x="12191" y="0"/>
                  </a:lnTo>
                </a:path>
                <a:path w="439419">
                  <a:moveTo>
                    <a:pt x="426720" y="0"/>
                  </a:moveTo>
                  <a:lnTo>
                    <a:pt x="438912" y="0"/>
                  </a:lnTo>
                </a:path>
              </a:pathLst>
            </a:custGeom>
            <a:ln w="12191">
              <a:solidFill>
                <a:srgbClr val="626364"/>
              </a:solidFill>
            </a:ln>
          </p:spPr>
          <p:txBody>
            <a:bodyPr wrap="square" lIns="0" tIns="0" rIns="0" bIns="0" rtlCol="0"/>
            <a:lstStyle/>
            <a:p>
              <a:endParaRPr/>
            </a:p>
          </p:txBody>
        </p:sp>
        <p:pic>
          <p:nvPicPr>
            <p:cNvPr id="465" name="object 466">
              <a:extLst>
                <a:ext uri="{FF2B5EF4-FFF2-40B4-BE49-F238E27FC236}">
                  <a16:creationId xmlns:a16="http://schemas.microsoft.com/office/drawing/2014/main" id="{CDB92492-9A0E-41C4-959F-E51CFABFF398}"/>
                </a:ext>
              </a:extLst>
            </p:cNvPr>
            <p:cNvPicPr/>
            <p:nvPr/>
          </p:nvPicPr>
          <p:blipFill>
            <a:blip r:embed="rId258" cstate="print"/>
            <a:stretch>
              <a:fillRect/>
            </a:stretch>
          </p:blipFill>
          <p:spPr>
            <a:xfrm>
              <a:off x="4888992" y="5779007"/>
              <a:ext cx="36576" cy="48768"/>
            </a:xfrm>
            <a:prstGeom prst="rect">
              <a:avLst/>
            </a:prstGeom>
          </p:spPr>
        </p:pic>
        <p:sp>
          <p:nvSpPr>
            <p:cNvPr id="466" name="object 467">
              <a:extLst>
                <a:ext uri="{FF2B5EF4-FFF2-40B4-BE49-F238E27FC236}">
                  <a16:creationId xmlns:a16="http://schemas.microsoft.com/office/drawing/2014/main" id="{7C0566D2-1E05-49D0-9762-0AFD31A40F8D}"/>
                </a:ext>
              </a:extLst>
            </p:cNvPr>
            <p:cNvSpPr/>
            <p:nvPr/>
          </p:nvSpPr>
          <p:spPr>
            <a:xfrm>
              <a:off x="3889247" y="5809487"/>
              <a:ext cx="12700" cy="0"/>
            </a:xfrm>
            <a:custGeom>
              <a:avLst/>
              <a:gdLst/>
              <a:ahLst/>
              <a:cxnLst/>
              <a:rect l="l" t="t" r="r" b="b"/>
              <a:pathLst>
                <a:path w="12700">
                  <a:moveTo>
                    <a:pt x="0" y="0"/>
                  </a:moveTo>
                  <a:lnTo>
                    <a:pt x="12191" y="0"/>
                  </a:lnTo>
                </a:path>
              </a:pathLst>
            </a:custGeom>
            <a:ln w="12191">
              <a:solidFill>
                <a:srgbClr val="626364"/>
              </a:solidFill>
            </a:ln>
          </p:spPr>
          <p:txBody>
            <a:bodyPr wrap="square" lIns="0" tIns="0" rIns="0" bIns="0" rtlCol="0"/>
            <a:lstStyle/>
            <a:p>
              <a:endParaRPr/>
            </a:p>
          </p:txBody>
        </p:sp>
        <p:sp>
          <p:nvSpPr>
            <p:cNvPr id="467" name="object 468">
              <a:extLst>
                <a:ext uri="{FF2B5EF4-FFF2-40B4-BE49-F238E27FC236}">
                  <a16:creationId xmlns:a16="http://schemas.microsoft.com/office/drawing/2014/main" id="{A3A7CBE5-A6A9-4790-94C9-6D22652BE72D}"/>
                </a:ext>
              </a:extLst>
            </p:cNvPr>
            <p:cNvSpPr/>
            <p:nvPr/>
          </p:nvSpPr>
          <p:spPr>
            <a:xfrm>
              <a:off x="646176" y="5815583"/>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sp>
          <p:nvSpPr>
            <p:cNvPr id="468" name="object 469">
              <a:extLst>
                <a:ext uri="{FF2B5EF4-FFF2-40B4-BE49-F238E27FC236}">
                  <a16:creationId xmlns:a16="http://schemas.microsoft.com/office/drawing/2014/main" id="{0D93EFB9-BD02-440A-A80D-78222FB5EEA2}"/>
                </a:ext>
              </a:extLst>
            </p:cNvPr>
            <p:cNvSpPr/>
            <p:nvPr/>
          </p:nvSpPr>
          <p:spPr>
            <a:xfrm>
              <a:off x="3462527" y="5821679"/>
              <a:ext cx="1938655" cy="0"/>
            </a:xfrm>
            <a:custGeom>
              <a:avLst/>
              <a:gdLst/>
              <a:ahLst/>
              <a:cxnLst/>
              <a:rect l="l" t="t" r="r" b="b"/>
              <a:pathLst>
                <a:path w="1938654">
                  <a:moveTo>
                    <a:pt x="0" y="0"/>
                  </a:moveTo>
                  <a:lnTo>
                    <a:pt x="12191" y="0"/>
                  </a:lnTo>
                </a:path>
                <a:path w="1938654">
                  <a:moveTo>
                    <a:pt x="1926336" y="0"/>
                  </a:moveTo>
                  <a:lnTo>
                    <a:pt x="1938528" y="0"/>
                  </a:lnTo>
                </a:path>
              </a:pathLst>
            </a:custGeom>
            <a:ln w="12191">
              <a:solidFill>
                <a:srgbClr val="C0C1C1"/>
              </a:solidFill>
            </a:ln>
          </p:spPr>
          <p:txBody>
            <a:bodyPr wrap="square" lIns="0" tIns="0" rIns="0" bIns="0" rtlCol="0"/>
            <a:lstStyle/>
            <a:p>
              <a:endParaRPr/>
            </a:p>
          </p:txBody>
        </p:sp>
        <p:sp>
          <p:nvSpPr>
            <p:cNvPr id="469" name="object 470">
              <a:extLst>
                <a:ext uri="{FF2B5EF4-FFF2-40B4-BE49-F238E27FC236}">
                  <a16:creationId xmlns:a16="http://schemas.microsoft.com/office/drawing/2014/main" id="{4B75CCCC-4B1B-46B9-B563-ECC69FA0F347}"/>
                </a:ext>
              </a:extLst>
            </p:cNvPr>
            <p:cNvSpPr/>
            <p:nvPr/>
          </p:nvSpPr>
          <p:spPr>
            <a:xfrm>
              <a:off x="646176" y="5827775"/>
              <a:ext cx="24765" cy="12700"/>
            </a:xfrm>
            <a:custGeom>
              <a:avLst/>
              <a:gdLst/>
              <a:ahLst/>
              <a:cxnLst/>
              <a:rect l="l" t="t" r="r" b="b"/>
              <a:pathLst>
                <a:path w="24765" h="12700">
                  <a:moveTo>
                    <a:pt x="0" y="12191"/>
                  </a:moveTo>
                  <a:lnTo>
                    <a:pt x="24383" y="12191"/>
                  </a:lnTo>
                  <a:lnTo>
                    <a:pt x="24383" y="0"/>
                  </a:lnTo>
                  <a:lnTo>
                    <a:pt x="0" y="0"/>
                  </a:lnTo>
                  <a:lnTo>
                    <a:pt x="0" y="12191"/>
                  </a:lnTo>
                  <a:close/>
                </a:path>
              </a:pathLst>
            </a:custGeom>
            <a:solidFill>
              <a:srgbClr val="7F7F7F"/>
            </a:solidFill>
          </p:spPr>
          <p:txBody>
            <a:bodyPr wrap="square" lIns="0" tIns="0" rIns="0" bIns="0" rtlCol="0"/>
            <a:lstStyle/>
            <a:p>
              <a:endParaRPr/>
            </a:p>
          </p:txBody>
        </p:sp>
        <p:pic>
          <p:nvPicPr>
            <p:cNvPr id="470" name="object 471">
              <a:extLst>
                <a:ext uri="{FF2B5EF4-FFF2-40B4-BE49-F238E27FC236}">
                  <a16:creationId xmlns:a16="http://schemas.microsoft.com/office/drawing/2014/main" id="{4F791D26-32BD-4858-B9AA-2A661C632EC6}"/>
                </a:ext>
              </a:extLst>
            </p:cNvPr>
            <p:cNvPicPr/>
            <p:nvPr/>
          </p:nvPicPr>
          <p:blipFill>
            <a:blip r:embed="rId259" cstate="print"/>
            <a:stretch>
              <a:fillRect/>
            </a:stretch>
          </p:blipFill>
          <p:spPr>
            <a:xfrm>
              <a:off x="646176" y="5620511"/>
              <a:ext cx="5449824" cy="280415"/>
            </a:xfrm>
            <a:prstGeom prst="rect">
              <a:avLst/>
            </a:prstGeom>
          </p:spPr>
        </p:pic>
        <p:sp>
          <p:nvSpPr>
            <p:cNvPr id="471" name="object 472">
              <a:extLst>
                <a:ext uri="{FF2B5EF4-FFF2-40B4-BE49-F238E27FC236}">
                  <a16:creationId xmlns:a16="http://schemas.microsoft.com/office/drawing/2014/main" id="{86548390-28D9-4968-B5E8-9F46063F1B6C}"/>
                </a:ext>
              </a:extLst>
            </p:cNvPr>
            <p:cNvSpPr/>
            <p:nvPr/>
          </p:nvSpPr>
          <p:spPr>
            <a:xfrm>
              <a:off x="646176" y="5839967"/>
              <a:ext cx="24765" cy="36830"/>
            </a:xfrm>
            <a:custGeom>
              <a:avLst/>
              <a:gdLst/>
              <a:ahLst/>
              <a:cxnLst/>
              <a:rect l="l" t="t" r="r" b="b"/>
              <a:pathLst>
                <a:path w="24765" h="36829">
                  <a:moveTo>
                    <a:pt x="24384" y="0"/>
                  </a:moveTo>
                  <a:lnTo>
                    <a:pt x="0" y="0"/>
                  </a:lnTo>
                  <a:lnTo>
                    <a:pt x="0" y="12192"/>
                  </a:lnTo>
                  <a:lnTo>
                    <a:pt x="0" y="24384"/>
                  </a:lnTo>
                  <a:lnTo>
                    <a:pt x="0" y="36576"/>
                  </a:lnTo>
                  <a:lnTo>
                    <a:pt x="24384" y="36576"/>
                  </a:lnTo>
                  <a:lnTo>
                    <a:pt x="24384" y="24384"/>
                  </a:lnTo>
                  <a:lnTo>
                    <a:pt x="24384" y="12192"/>
                  </a:lnTo>
                  <a:lnTo>
                    <a:pt x="24384" y="0"/>
                  </a:lnTo>
                  <a:close/>
                </a:path>
              </a:pathLst>
            </a:custGeom>
            <a:solidFill>
              <a:srgbClr val="7F7F7F"/>
            </a:solidFill>
          </p:spPr>
          <p:txBody>
            <a:bodyPr wrap="square" lIns="0" tIns="0" rIns="0" bIns="0" rtlCol="0"/>
            <a:lstStyle/>
            <a:p>
              <a:endParaRPr/>
            </a:p>
          </p:txBody>
        </p:sp>
        <p:sp>
          <p:nvSpPr>
            <p:cNvPr id="472" name="object 473">
              <a:extLst>
                <a:ext uri="{FF2B5EF4-FFF2-40B4-BE49-F238E27FC236}">
                  <a16:creationId xmlns:a16="http://schemas.microsoft.com/office/drawing/2014/main" id="{BA760F8B-D70E-4555-A019-A6F9E2A6C6CB}"/>
                </a:ext>
              </a:extLst>
            </p:cNvPr>
            <p:cNvSpPr/>
            <p:nvPr/>
          </p:nvSpPr>
          <p:spPr>
            <a:xfrm>
              <a:off x="4381500" y="3905250"/>
              <a:ext cx="1369060" cy="1440180"/>
            </a:xfrm>
            <a:custGeom>
              <a:avLst/>
              <a:gdLst/>
              <a:ahLst/>
              <a:cxnLst/>
              <a:rect l="l" t="t" r="r" b="b"/>
              <a:pathLst>
                <a:path w="1369060" h="1440179">
                  <a:moveTo>
                    <a:pt x="0" y="1150620"/>
                  </a:moveTo>
                  <a:lnTo>
                    <a:pt x="0" y="1440180"/>
                  </a:lnTo>
                  <a:lnTo>
                    <a:pt x="1368552" y="1440180"/>
                  </a:lnTo>
                  <a:lnTo>
                    <a:pt x="1368552" y="1150620"/>
                  </a:lnTo>
                  <a:lnTo>
                    <a:pt x="0" y="1150620"/>
                  </a:lnTo>
                  <a:close/>
                </a:path>
                <a:path w="1369060" h="1440179">
                  <a:moveTo>
                    <a:pt x="0" y="0"/>
                  </a:moveTo>
                  <a:lnTo>
                    <a:pt x="0" y="288798"/>
                  </a:lnTo>
                  <a:lnTo>
                    <a:pt x="1368552" y="288798"/>
                  </a:lnTo>
                  <a:lnTo>
                    <a:pt x="1368552" y="0"/>
                  </a:lnTo>
                  <a:lnTo>
                    <a:pt x="0" y="0"/>
                  </a:lnTo>
                  <a:close/>
                </a:path>
              </a:pathLst>
            </a:custGeom>
            <a:ln w="38100">
              <a:solidFill>
                <a:srgbClr val="FF0000"/>
              </a:solidFill>
            </a:ln>
          </p:spPr>
          <p:txBody>
            <a:bodyPr wrap="square" lIns="0" tIns="0" rIns="0" bIns="0" rtlCol="0"/>
            <a:lstStyle/>
            <a:p>
              <a:endParaRPr/>
            </a:p>
          </p:txBody>
        </p:sp>
        <p:sp>
          <p:nvSpPr>
            <p:cNvPr id="473" name="object 474">
              <a:extLst>
                <a:ext uri="{FF2B5EF4-FFF2-40B4-BE49-F238E27FC236}">
                  <a16:creationId xmlns:a16="http://schemas.microsoft.com/office/drawing/2014/main" id="{E890CE83-1A74-444D-87DF-DFC18C790BFF}"/>
                </a:ext>
              </a:extLst>
            </p:cNvPr>
            <p:cNvSpPr/>
            <p:nvPr/>
          </p:nvSpPr>
          <p:spPr>
            <a:xfrm>
              <a:off x="5821680" y="4265675"/>
              <a:ext cx="372110" cy="719455"/>
            </a:xfrm>
            <a:custGeom>
              <a:avLst/>
              <a:gdLst/>
              <a:ahLst/>
              <a:cxnLst/>
              <a:rect l="l" t="t" r="r" b="b"/>
              <a:pathLst>
                <a:path w="372110" h="719454">
                  <a:moveTo>
                    <a:pt x="371856" y="445008"/>
                  </a:moveTo>
                  <a:lnTo>
                    <a:pt x="348234" y="415290"/>
                  </a:lnTo>
                  <a:lnTo>
                    <a:pt x="76949" y="632460"/>
                  </a:lnTo>
                  <a:lnTo>
                    <a:pt x="53340" y="602742"/>
                  </a:lnTo>
                  <a:lnTo>
                    <a:pt x="0" y="719328"/>
                  </a:lnTo>
                  <a:lnTo>
                    <a:pt x="61722" y="705700"/>
                  </a:lnTo>
                  <a:lnTo>
                    <a:pt x="124206" y="691896"/>
                  </a:lnTo>
                  <a:lnTo>
                    <a:pt x="100850" y="662533"/>
                  </a:lnTo>
                  <a:lnTo>
                    <a:pt x="371856" y="445008"/>
                  </a:lnTo>
                  <a:close/>
                </a:path>
                <a:path w="372110" h="719454">
                  <a:moveTo>
                    <a:pt x="371856" y="272034"/>
                  </a:moveTo>
                  <a:lnTo>
                    <a:pt x="101206" y="56248"/>
                  </a:lnTo>
                  <a:lnTo>
                    <a:pt x="124968" y="26670"/>
                  </a:lnTo>
                  <a:lnTo>
                    <a:pt x="0" y="0"/>
                  </a:lnTo>
                  <a:lnTo>
                    <a:pt x="53340" y="115824"/>
                  </a:lnTo>
                  <a:lnTo>
                    <a:pt x="62484" y="104444"/>
                  </a:lnTo>
                  <a:lnTo>
                    <a:pt x="77406" y="85864"/>
                  </a:lnTo>
                  <a:lnTo>
                    <a:pt x="348234" y="302514"/>
                  </a:lnTo>
                  <a:lnTo>
                    <a:pt x="371856" y="272034"/>
                  </a:lnTo>
                  <a:close/>
                </a:path>
              </a:pathLst>
            </a:custGeom>
            <a:solidFill>
              <a:srgbClr val="FF0000"/>
            </a:solidFill>
          </p:spPr>
          <p:txBody>
            <a:bodyPr wrap="square" lIns="0" tIns="0" rIns="0" bIns="0" rtlCol="0"/>
            <a:lstStyle/>
            <a:p>
              <a:endParaRPr/>
            </a:p>
          </p:txBody>
        </p:sp>
      </p:grpSp>
      <p:sp>
        <p:nvSpPr>
          <p:cNvPr id="510" name="object 512">
            <a:extLst>
              <a:ext uri="{FF2B5EF4-FFF2-40B4-BE49-F238E27FC236}">
                <a16:creationId xmlns:a16="http://schemas.microsoft.com/office/drawing/2014/main" id="{A33B5728-4ADA-4EFD-9898-68F6F7E2CCF6}"/>
              </a:ext>
            </a:extLst>
          </p:cNvPr>
          <p:cNvSpPr txBox="1"/>
          <p:nvPr/>
        </p:nvSpPr>
        <p:spPr>
          <a:xfrm>
            <a:off x="7421616" y="1235457"/>
            <a:ext cx="2811145" cy="1302385"/>
          </a:xfrm>
          <a:prstGeom prst="rect">
            <a:avLst/>
          </a:prstGeom>
        </p:spPr>
        <p:txBody>
          <a:bodyPr vert="horz" wrap="square" lIns="0" tIns="12065" rIns="0" bIns="0" rtlCol="0">
            <a:spAutoFit/>
          </a:bodyPr>
          <a:lstStyle/>
          <a:p>
            <a:pPr marL="12700" marR="5080" indent="2540" algn="ctr">
              <a:lnSpc>
                <a:spcPct val="100000"/>
              </a:lnSpc>
              <a:spcBef>
                <a:spcPts val="95"/>
              </a:spcBef>
            </a:pPr>
            <a:r>
              <a:rPr sz="1400" b="1" spc="-5" dirty="0">
                <a:solidFill>
                  <a:srgbClr val="FFFFFF"/>
                </a:solidFill>
                <a:latin typeface="Arial"/>
                <a:cs typeface="Arial"/>
              </a:rPr>
              <a:t>We wish to </a:t>
            </a:r>
            <a:r>
              <a:rPr sz="1400" b="1" spc="-10" dirty="0">
                <a:solidFill>
                  <a:srgbClr val="FFFFFF"/>
                </a:solidFill>
                <a:latin typeface="Arial"/>
                <a:cs typeface="Arial"/>
              </a:rPr>
              <a:t>thank </a:t>
            </a:r>
            <a:r>
              <a:rPr sz="1400" b="1" i="1" spc="-5" dirty="0">
                <a:solidFill>
                  <a:srgbClr val="FFFFFF"/>
                </a:solidFill>
                <a:latin typeface="Arial"/>
                <a:cs typeface="Arial"/>
              </a:rPr>
              <a:t>Hua </a:t>
            </a:r>
            <a:r>
              <a:rPr sz="1400" b="1" i="1" spc="-10" dirty="0">
                <a:solidFill>
                  <a:srgbClr val="FFFFFF"/>
                </a:solidFill>
                <a:latin typeface="Arial"/>
                <a:cs typeface="Arial"/>
              </a:rPr>
              <a:t>Zhang, </a:t>
            </a:r>
            <a:r>
              <a:rPr sz="1400" b="1" i="1" spc="-5" dirty="0">
                <a:solidFill>
                  <a:srgbClr val="FFFFFF"/>
                </a:solidFill>
                <a:latin typeface="Arial"/>
                <a:cs typeface="Arial"/>
              </a:rPr>
              <a:t> </a:t>
            </a:r>
            <a:r>
              <a:rPr sz="1400" b="1" i="1" spc="-10" dirty="0">
                <a:solidFill>
                  <a:srgbClr val="FFFFFF"/>
                </a:solidFill>
                <a:latin typeface="Arial"/>
                <a:cs typeface="Arial"/>
              </a:rPr>
              <a:t>Yan-zhi</a:t>
            </a:r>
            <a:r>
              <a:rPr sz="1400" b="1" i="1" spc="-5" dirty="0">
                <a:solidFill>
                  <a:srgbClr val="FFFFFF"/>
                </a:solidFill>
                <a:latin typeface="Arial"/>
                <a:cs typeface="Arial"/>
              </a:rPr>
              <a:t> Shi</a:t>
            </a:r>
            <a:r>
              <a:rPr sz="1400" b="1" i="1" dirty="0">
                <a:solidFill>
                  <a:srgbClr val="FFFFFF"/>
                </a:solidFill>
                <a:latin typeface="Arial"/>
                <a:cs typeface="Arial"/>
              </a:rPr>
              <a:t> </a:t>
            </a:r>
            <a:r>
              <a:rPr sz="1400" b="1" spc="-5" dirty="0">
                <a:solidFill>
                  <a:srgbClr val="FFFFFF"/>
                </a:solidFill>
                <a:latin typeface="Arial"/>
                <a:cs typeface="Arial"/>
              </a:rPr>
              <a:t>and</a:t>
            </a:r>
            <a:r>
              <a:rPr sz="1400" b="1" spc="-15" dirty="0">
                <a:solidFill>
                  <a:srgbClr val="FFFFFF"/>
                </a:solidFill>
                <a:latin typeface="Arial"/>
                <a:cs typeface="Arial"/>
              </a:rPr>
              <a:t> </a:t>
            </a:r>
            <a:r>
              <a:rPr sz="1400" b="1" i="1" spc="-10" dirty="0">
                <a:solidFill>
                  <a:srgbClr val="FFFFFF"/>
                </a:solidFill>
                <a:latin typeface="Arial"/>
                <a:cs typeface="Arial"/>
              </a:rPr>
              <a:t>Ying-feng</a:t>
            </a:r>
            <a:r>
              <a:rPr sz="1400" b="1" i="1" spc="-5" dirty="0">
                <a:solidFill>
                  <a:srgbClr val="FFFFFF"/>
                </a:solidFill>
                <a:latin typeface="Arial"/>
                <a:cs typeface="Arial"/>
              </a:rPr>
              <a:t> </a:t>
            </a:r>
            <a:r>
              <a:rPr sz="1400" b="1" i="1" spc="-10" dirty="0">
                <a:solidFill>
                  <a:srgbClr val="FFFFFF"/>
                </a:solidFill>
                <a:latin typeface="Arial"/>
                <a:cs typeface="Arial"/>
              </a:rPr>
              <a:t>Wang </a:t>
            </a:r>
            <a:r>
              <a:rPr sz="1400" b="1" i="1" spc="-5" dirty="0">
                <a:solidFill>
                  <a:srgbClr val="FFFFFF"/>
                </a:solidFill>
                <a:latin typeface="Arial"/>
                <a:cs typeface="Arial"/>
              </a:rPr>
              <a:t> </a:t>
            </a:r>
            <a:r>
              <a:rPr sz="1400" b="1" spc="-5" dirty="0">
                <a:solidFill>
                  <a:srgbClr val="FFFFFF"/>
                </a:solidFill>
                <a:latin typeface="Arial"/>
                <a:cs typeface="Arial"/>
              </a:rPr>
              <a:t>at</a:t>
            </a:r>
            <a:r>
              <a:rPr sz="1400" b="1" spc="-10" dirty="0">
                <a:solidFill>
                  <a:srgbClr val="FFFFFF"/>
                </a:solidFill>
                <a:latin typeface="Arial"/>
                <a:cs typeface="Arial"/>
              </a:rPr>
              <a:t> </a:t>
            </a:r>
            <a:r>
              <a:rPr sz="1400" b="1" spc="-5" dirty="0">
                <a:solidFill>
                  <a:srgbClr val="FFFFFF"/>
                </a:solidFill>
                <a:latin typeface="Arial"/>
                <a:cs typeface="Arial"/>
              </a:rPr>
              <a:t>the</a:t>
            </a:r>
            <a:r>
              <a:rPr sz="1400" b="1" dirty="0">
                <a:solidFill>
                  <a:srgbClr val="FFFFFF"/>
                </a:solidFill>
                <a:latin typeface="Arial"/>
                <a:cs typeface="Arial"/>
              </a:rPr>
              <a:t> </a:t>
            </a:r>
            <a:r>
              <a:rPr sz="1400" b="1" i="1" spc="-10" dirty="0">
                <a:solidFill>
                  <a:srgbClr val="FFFFFF"/>
                </a:solidFill>
                <a:latin typeface="Arial"/>
                <a:cs typeface="Arial"/>
              </a:rPr>
              <a:t>Capital</a:t>
            </a:r>
            <a:r>
              <a:rPr sz="1400" b="1" i="1" dirty="0">
                <a:solidFill>
                  <a:srgbClr val="FFFFFF"/>
                </a:solidFill>
                <a:latin typeface="Arial"/>
                <a:cs typeface="Arial"/>
              </a:rPr>
              <a:t> </a:t>
            </a:r>
            <a:r>
              <a:rPr sz="1400" b="1" i="1" spc="-10" dirty="0">
                <a:solidFill>
                  <a:srgbClr val="FFFFFF"/>
                </a:solidFill>
                <a:latin typeface="Arial"/>
                <a:cs typeface="Arial"/>
              </a:rPr>
              <a:t>Normal</a:t>
            </a:r>
            <a:r>
              <a:rPr sz="1400" b="1" i="1" dirty="0">
                <a:solidFill>
                  <a:srgbClr val="FFFFFF"/>
                </a:solidFill>
                <a:latin typeface="Arial"/>
                <a:cs typeface="Arial"/>
              </a:rPr>
              <a:t> </a:t>
            </a:r>
            <a:r>
              <a:rPr sz="1400" b="1" i="1" spc="-10" dirty="0">
                <a:solidFill>
                  <a:srgbClr val="FFFFFF"/>
                </a:solidFill>
                <a:latin typeface="Arial"/>
                <a:cs typeface="Arial"/>
              </a:rPr>
              <a:t>University </a:t>
            </a:r>
            <a:r>
              <a:rPr sz="1400" b="1" i="1" spc="-5" dirty="0">
                <a:solidFill>
                  <a:srgbClr val="FFFFFF"/>
                </a:solidFill>
                <a:latin typeface="Arial"/>
                <a:cs typeface="Arial"/>
              </a:rPr>
              <a:t> in </a:t>
            </a:r>
            <a:r>
              <a:rPr sz="1400" b="1" i="1" spc="-10" dirty="0">
                <a:solidFill>
                  <a:srgbClr val="FFFFFF"/>
                </a:solidFill>
                <a:latin typeface="Arial"/>
                <a:cs typeface="Arial"/>
              </a:rPr>
              <a:t>Beijing,</a:t>
            </a:r>
            <a:r>
              <a:rPr sz="1400" b="1" i="1" dirty="0">
                <a:solidFill>
                  <a:srgbClr val="FFFFFF"/>
                </a:solidFill>
                <a:latin typeface="Arial"/>
                <a:cs typeface="Arial"/>
              </a:rPr>
              <a:t> </a:t>
            </a:r>
            <a:r>
              <a:rPr sz="1400" b="1" i="1" spc="-10" dirty="0">
                <a:solidFill>
                  <a:srgbClr val="FFFFFF"/>
                </a:solidFill>
                <a:latin typeface="Arial"/>
                <a:cs typeface="Arial"/>
              </a:rPr>
              <a:t>China</a:t>
            </a:r>
            <a:r>
              <a:rPr sz="1400" b="1" i="1" spc="-20" dirty="0">
                <a:solidFill>
                  <a:srgbClr val="FFFFFF"/>
                </a:solidFill>
                <a:latin typeface="Arial"/>
                <a:cs typeface="Arial"/>
              </a:rPr>
              <a:t> </a:t>
            </a:r>
            <a:r>
              <a:rPr sz="1400" b="1" spc="-5" dirty="0">
                <a:solidFill>
                  <a:srgbClr val="FFFFFF"/>
                </a:solidFill>
                <a:latin typeface="Arial"/>
                <a:cs typeface="Arial"/>
              </a:rPr>
              <a:t>for their </a:t>
            </a:r>
            <a:r>
              <a:rPr sz="1400" b="1" dirty="0">
                <a:solidFill>
                  <a:srgbClr val="FFFFFF"/>
                </a:solidFill>
                <a:latin typeface="Arial"/>
                <a:cs typeface="Arial"/>
              </a:rPr>
              <a:t> </a:t>
            </a:r>
            <a:r>
              <a:rPr sz="1400" b="1" spc="-10" dirty="0">
                <a:solidFill>
                  <a:srgbClr val="FFFFFF"/>
                </a:solidFill>
                <a:latin typeface="Arial"/>
                <a:cs typeface="Arial"/>
              </a:rPr>
              <a:t>permission </a:t>
            </a:r>
            <a:r>
              <a:rPr sz="1400" b="1" spc="-5" dirty="0">
                <a:solidFill>
                  <a:srgbClr val="FFFFFF"/>
                </a:solidFill>
                <a:latin typeface="Arial"/>
                <a:cs typeface="Arial"/>
              </a:rPr>
              <a:t>to publish the results </a:t>
            </a:r>
            <a:r>
              <a:rPr sz="1400" b="1" spc="-375" dirty="0">
                <a:solidFill>
                  <a:srgbClr val="FFFFFF"/>
                </a:solidFill>
                <a:latin typeface="Arial"/>
                <a:cs typeface="Arial"/>
              </a:rPr>
              <a:t> </a:t>
            </a:r>
            <a:r>
              <a:rPr sz="1400" b="1" spc="-5" dirty="0">
                <a:solidFill>
                  <a:srgbClr val="FFFFFF"/>
                </a:solidFill>
                <a:latin typeface="Arial"/>
                <a:cs typeface="Arial"/>
              </a:rPr>
              <a:t>from </a:t>
            </a:r>
            <a:r>
              <a:rPr sz="1400" b="1" spc="-10" dirty="0">
                <a:solidFill>
                  <a:srgbClr val="FFFFFF"/>
                </a:solidFill>
                <a:latin typeface="Arial"/>
                <a:cs typeface="Arial"/>
              </a:rPr>
              <a:t>their</a:t>
            </a:r>
            <a:r>
              <a:rPr sz="1400" b="1" dirty="0">
                <a:solidFill>
                  <a:srgbClr val="FFFFFF"/>
                </a:solidFill>
                <a:latin typeface="Arial"/>
                <a:cs typeface="Arial"/>
              </a:rPr>
              <a:t> </a:t>
            </a:r>
            <a:r>
              <a:rPr sz="1400" b="1" spc="-10" dirty="0">
                <a:solidFill>
                  <a:srgbClr val="FFFFFF"/>
                </a:solidFill>
                <a:latin typeface="Arial"/>
                <a:cs typeface="Arial"/>
              </a:rPr>
              <a:t>scientific</a:t>
            </a:r>
            <a:r>
              <a:rPr sz="1400" b="1" dirty="0">
                <a:solidFill>
                  <a:srgbClr val="FFFFFF"/>
                </a:solidFill>
                <a:latin typeface="Arial"/>
                <a:cs typeface="Arial"/>
              </a:rPr>
              <a:t> </a:t>
            </a:r>
            <a:r>
              <a:rPr sz="1400" b="1" spc="-10" dirty="0">
                <a:solidFill>
                  <a:srgbClr val="FFFFFF"/>
                </a:solidFill>
                <a:latin typeface="Arial"/>
                <a:cs typeface="Arial"/>
              </a:rPr>
              <a:t>study*</a:t>
            </a:r>
            <a:endParaRPr sz="1400" dirty="0">
              <a:latin typeface="Arial"/>
              <a:cs typeface="Arial"/>
            </a:endParaRPr>
          </a:p>
        </p:txBody>
      </p:sp>
      <p:sp>
        <p:nvSpPr>
          <p:cNvPr id="513" name="TextBox 512">
            <a:extLst>
              <a:ext uri="{FF2B5EF4-FFF2-40B4-BE49-F238E27FC236}">
                <a16:creationId xmlns:a16="http://schemas.microsoft.com/office/drawing/2014/main" id="{81C6A812-2BC6-4BB6-A9E9-29D92E3525F5}"/>
              </a:ext>
            </a:extLst>
          </p:cNvPr>
          <p:cNvSpPr txBox="1"/>
          <p:nvPr/>
        </p:nvSpPr>
        <p:spPr>
          <a:xfrm>
            <a:off x="4560061" y="3792579"/>
            <a:ext cx="5183372" cy="1748684"/>
          </a:xfrm>
          <a:prstGeom prst="rect">
            <a:avLst/>
          </a:prstGeom>
          <a:noFill/>
        </p:spPr>
        <p:txBody>
          <a:bodyPr wrap="square">
            <a:spAutoFit/>
          </a:bodyPr>
          <a:lstStyle/>
          <a:p>
            <a:pPr marL="2747645" marR="119380">
              <a:lnSpc>
                <a:spcPct val="110000"/>
              </a:lnSpc>
              <a:spcBef>
                <a:spcPts val="100"/>
              </a:spcBef>
            </a:pPr>
            <a:r>
              <a:rPr lang="en-US" sz="1800" b="1" spc="-5" dirty="0" err="1">
                <a:solidFill>
                  <a:srgbClr val="FF0000"/>
                </a:solidFill>
                <a:latin typeface="Arial"/>
                <a:cs typeface="Arial"/>
              </a:rPr>
              <a:t>Shugan</a:t>
            </a:r>
            <a:r>
              <a:rPr lang="en-US" sz="1800" b="1" spc="-25" dirty="0">
                <a:solidFill>
                  <a:srgbClr val="FF0000"/>
                </a:solidFill>
                <a:latin typeface="Arial"/>
                <a:cs typeface="Arial"/>
              </a:rPr>
              <a:t> </a:t>
            </a:r>
            <a:r>
              <a:rPr lang="en-US" sz="1800" b="1" dirty="0">
                <a:solidFill>
                  <a:srgbClr val="FF0000"/>
                </a:solidFill>
                <a:latin typeface="Arial"/>
                <a:cs typeface="Arial"/>
              </a:rPr>
              <a:t>pill</a:t>
            </a:r>
            <a:r>
              <a:rPr lang="en-US" sz="1800" b="1" spc="-10" dirty="0">
                <a:solidFill>
                  <a:srgbClr val="FF0000"/>
                </a:solidFill>
                <a:latin typeface="Arial"/>
                <a:cs typeface="Arial"/>
              </a:rPr>
              <a:t> </a:t>
            </a:r>
            <a:r>
              <a:rPr lang="en-US" sz="1800" b="1" dirty="0">
                <a:solidFill>
                  <a:srgbClr val="FF0000"/>
                </a:solidFill>
                <a:latin typeface="Arial"/>
                <a:cs typeface="Arial"/>
              </a:rPr>
              <a:t>exceeds</a:t>
            </a:r>
            <a:r>
              <a:rPr lang="en-US" sz="1800" b="1" spc="-10" dirty="0">
                <a:solidFill>
                  <a:srgbClr val="FF0000"/>
                </a:solidFill>
                <a:latin typeface="Arial"/>
                <a:cs typeface="Arial"/>
              </a:rPr>
              <a:t> </a:t>
            </a:r>
            <a:r>
              <a:rPr lang="en-US" sz="1800" b="1" dirty="0">
                <a:solidFill>
                  <a:srgbClr val="FF0000"/>
                </a:solidFill>
                <a:latin typeface="Arial"/>
                <a:cs typeface="Arial"/>
              </a:rPr>
              <a:t>legal</a:t>
            </a:r>
            <a:r>
              <a:rPr lang="en-US" sz="1800" b="1" spc="-10" dirty="0">
                <a:solidFill>
                  <a:srgbClr val="FF0000"/>
                </a:solidFill>
                <a:latin typeface="Arial"/>
                <a:cs typeface="Arial"/>
              </a:rPr>
              <a:t> </a:t>
            </a:r>
            <a:r>
              <a:rPr lang="en-US" sz="1800" b="1" dirty="0">
                <a:solidFill>
                  <a:srgbClr val="FF0000"/>
                </a:solidFill>
                <a:latin typeface="Arial"/>
                <a:cs typeface="Arial"/>
              </a:rPr>
              <a:t>limits </a:t>
            </a:r>
            <a:r>
              <a:rPr lang="en-US" sz="1800" b="1" spc="-430" dirty="0">
                <a:solidFill>
                  <a:srgbClr val="FF0000"/>
                </a:solidFill>
                <a:latin typeface="Arial"/>
                <a:cs typeface="Arial"/>
              </a:rPr>
              <a:t> </a:t>
            </a:r>
            <a:r>
              <a:rPr lang="en-US" sz="1800" b="1" dirty="0">
                <a:solidFill>
                  <a:srgbClr val="FF0000"/>
                </a:solidFill>
                <a:latin typeface="Arial"/>
                <a:cs typeface="Arial"/>
              </a:rPr>
              <a:t>for</a:t>
            </a:r>
            <a:r>
              <a:rPr lang="en-US" sz="1800" b="1" spc="-10" dirty="0">
                <a:solidFill>
                  <a:srgbClr val="FF0000"/>
                </a:solidFill>
                <a:latin typeface="Arial"/>
                <a:cs typeface="Arial"/>
              </a:rPr>
              <a:t> </a:t>
            </a:r>
            <a:r>
              <a:rPr lang="en-US" sz="1800" b="1" dirty="0">
                <a:solidFill>
                  <a:srgbClr val="FF0000"/>
                </a:solidFill>
                <a:latin typeface="Arial"/>
                <a:cs typeface="Arial"/>
              </a:rPr>
              <a:t>Hg</a:t>
            </a:r>
            <a:r>
              <a:rPr lang="en-US" sz="1800" b="1" spc="-10" dirty="0">
                <a:solidFill>
                  <a:srgbClr val="FF0000"/>
                </a:solidFill>
                <a:latin typeface="Arial"/>
                <a:cs typeface="Arial"/>
              </a:rPr>
              <a:t> </a:t>
            </a:r>
            <a:r>
              <a:rPr lang="en-US" sz="1600" b="1" spc="-5" dirty="0">
                <a:solidFill>
                  <a:srgbClr val="FF0000"/>
                </a:solidFill>
                <a:latin typeface="Arial"/>
                <a:cs typeface="Arial"/>
              </a:rPr>
              <a:t>(0.2</a:t>
            </a:r>
            <a:r>
              <a:rPr lang="en-US" sz="1600" b="1" spc="-10" dirty="0">
                <a:solidFill>
                  <a:srgbClr val="FF0000"/>
                </a:solidFill>
                <a:latin typeface="Arial"/>
                <a:cs typeface="Arial"/>
              </a:rPr>
              <a:t> </a:t>
            </a:r>
            <a:r>
              <a:rPr lang="en-US" sz="1600" b="1" spc="-5" dirty="0">
                <a:solidFill>
                  <a:srgbClr val="FF0000"/>
                </a:solidFill>
                <a:latin typeface="Arial"/>
                <a:cs typeface="Arial"/>
              </a:rPr>
              <a:t>ppm)</a:t>
            </a:r>
            <a:r>
              <a:rPr lang="en-US" sz="1600" b="1" spc="45" dirty="0">
                <a:solidFill>
                  <a:srgbClr val="FF0000"/>
                </a:solidFill>
                <a:latin typeface="Arial"/>
                <a:cs typeface="Arial"/>
              </a:rPr>
              <a:t> </a:t>
            </a:r>
            <a:r>
              <a:rPr lang="en-US" sz="1800" b="1" spc="-5" dirty="0">
                <a:solidFill>
                  <a:srgbClr val="FF0000"/>
                </a:solidFill>
                <a:latin typeface="Arial"/>
                <a:cs typeface="Arial"/>
              </a:rPr>
              <a:t>and</a:t>
            </a:r>
            <a:r>
              <a:rPr lang="en-US" sz="1800" b="1" spc="-10" dirty="0">
                <a:solidFill>
                  <a:srgbClr val="FF0000"/>
                </a:solidFill>
                <a:latin typeface="Arial"/>
                <a:cs typeface="Arial"/>
              </a:rPr>
              <a:t> </a:t>
            </a:r>
            <a:r>
              <a:rPr lang="en-US" sz="1800" b="1" spc="-5" dirty="0">
                <a:solidFill>
                  <a:srgbClr val="FF0000"/>
                </a:solidFill>
                <a:latin typeface="Arial"/>
                <a:cs typeface="Arial"/>
              </a:rPr>
              <a:t>As</a:t>
            </a:r>
            <a:r>
              <a:rPr lang="en-US" sz="1800" b="1" spc="-10" dirty="0">
                <a:solidFill>
                  <a:srgbClr val="FF0000"/>
                </a:solidFill>
                <a:latin typeface="Arial"/>
                <a:cs typeface="Arial"/>
              </a:rPr>
              <a:t> </a:t>
            </a:r>
            <a:r>
              <a:rPr lang="en-US" sz="1600" b="1" spc="-5" dirty="0">
                <a:solidFill>
                  <a:srgbClr val="FF0000"/>
                </a:solidFill>
                <a:latin typeface="Arial"/>
                <a:cs typeface="Arial"/>
              </a:rPr>
              <a:t>(2.0</a:t>
            </a:r>
            <a:r>
              <a:rPr lang="en-US" sz="1600" b="1" spc="-10" dirty="0">
                <a:solidFill>
                  <a:srgbClr val="FF0000"/>
                </a:solidFill>
                <a:latin typeface="Arial"/>
                <a:cs typeface="Arial"/>
              </a:rPr>
              <a:t> ppm)</a:t>
            </a:r>
            <a:endParaRPr lang="en-US" sz="1600" dirty="0">
              <a:latin typeface="Arial"/>
              <a:cs typeface="Arial"/>
            </a:endParaRPr>
          </a:p>
          <a:p>
            <a:pPr marL="2747645">
              <a:lnSpc>
                <a:spcPct val="100000"/>
              </a:lnSpc>
              <a:spcBef>
                <a:spcPts val="130"/>
              </a:spcBef>
            </a:pPr>
            <a:r>
              <a:rPr lang="en-US" sz="1000" b="1" i="1" spc="-5" dirty="0">
                <a:solidFill>
                  <a:srgbClr val="FF0000"/>
                </a:solidFill>
                <a:latin typeface="Arial"/>
                <a:cs typeface="Arial"/>
              </a:rPr>
              <a:t>[</a:t>
            </a:r>
            <a:endParaRPr lang="en-US" sz="1000" dirty="0">
              <a:latin typeface="Arial"/>
              <a:cs typeface="Arial"/>
            </a:endParaRPr>
          </a:p>
        </p:txBody>
      </p:sp>
      <p:sp>
        <p:nvSpPr>
          <p:cNvPr id="514" name="object 5">
            <a:extLst>
              <a:ext uri="{FF2B5EF4-FFF2-40B4-BE49-F238E27FC236}">
                <a16:creationId xmlns:a16="http://schemas.microsoft.com/office/drawing/2014/main" id="{2B3CF239-E315-4E79-8C98-5A7CE4C863CF}"/>
              </a:ext>
            </a:extLst>
          </p:cNvPr>
          <p:cNvSpPr txBox="1">
            <a:spLocks/>
          </p:cNvSpPr>
          <p:nvPr/>
        </p:nvSpPr>
        <p:spPr>
          <a:xfrm>
            <a:off x="1036890" y="-96347"/>
            <a:ext cx="7777546" cy="1336263"/>
          </a:xfrm>
          <a:prstGeom prst="rect">
            <a:avLst/>
          </a:prstGeom>
        </p:spPr>
        <p:txBody>
          <a:bodyPr vert="horz" wrap="square" lIns="0" tIns="12700" rIns="0" bIns="0" rtlCol="0">
            <a:spAutoFit/>
          </a:bodyPr>
          <a:lstStyle>
            <a:lvl1pPr algn="l" rtl="0" eaLnBrk="1" latinLnBrk="0" hangingPunct="1">
              <a:spcBef>
                <a:spcPct val="0"/>
              </a:spcBef>
              <a:buNone/>
              <a:defRPr kumimoji="0" sz="4300" kern="1200">
                <a:solidFill>
                  <a:schemeClr val="tx2">
                    <a:satMod val="130000"/>
                  </a:schemeClr>
                </a:solidFill>
                <a:effectLst>
                  <a:outerShdw blurRad="50000" dist="30000" dir="5400000" algn="tl" rotWithShape="0">
                    <a:srgbClr val="000000">
                      <a:alpha val="30000"/>
                    </a:srgbClr>
                  </a:outerShdw>
                </a:effectLst>
                <a:latin typeface="+mj-lt"/>
                <a:ea typeface="+mj-ea"/>
                <a:cs typeface="+mj-cs"/>
              </a:defRPr>
            </a:lvl1pPr>
            <a:extLst/>
          </a:lstStyle>
          <a:p>
            <a:pPr marL="12700" marR="5080">
              <a:spcBef>
                <a:spcPts val="100"/>
              </a:spcBef>
            </a:pPr>
            <a:r>
              <a:rPr lang="en-US" dirty="0"/>
              <a:t>Example:</a:t>
            </a:r>
            <a:r>
              <a:rPr lang="en-US" spc="-20" dirty="0"/>
              <a:t> </a:t>
            </a:r>
            <a:r>
              <a:rPr lang="en-US" dirty="0"/>
              <a:t>Determination</a:t>
            </a:r>
            <a:r>
              <a:rPr lang="en-US" spc="-20" dirty="0"/>
              <a:t> </a:t>
            </a:r>
            <a:r>
              <a:rPr lang="en-US" dirty="0"/>
              <a:t>of</a:t>
            </a:r>
            <a:r>
              <a:rPr lang="en-US" spc="-15" dirty="0"/>
              <a:t> </a:t>
            </a:r>
            <a:r>
              <a:rPr lang="en-US" dirty="0"/>
              <a:t>heavy</a:t>
            </a:r>
            <a:r>
              <a:rPr lang="en-US" spc="-20" dirty="0"/>
              <a:t> </a:t>
            </a:r>
            <a:r>
              <a:rPr lang="en-US" dirty="0"/>
              <a:t>metals </a:t>
            </a:r>
            <a:r>
              <a:rPr lang="en-US" spc="-760" dirty="0"/>
              <a:t> </a:t>
            </a:r>
            <a:r>
              <a:rPr lang="en-US" dirty="0"/>
              <a:t>in</a:t>
            </a:r>
            <a:r>
              <a:rPr lang="en-US" spc="-5" dirty="0"/>
              <a:t> </a:t>
            </a:r>
            <a:r>
              <a:rPr lang="en-US" dirty="0"/>
              <a:t>herbal</a:t>
            </a:r>
            <a:r>
              <a:rPr lang="en-US" spc="-5" dirty="0"/>
              <a:t> </a:t>
            </a:r>
            <a:r>
              <a:rPr lang="en-US" dirty="0"/>
              <a:t>medicines</a:t>
            </a:r>
          </a:p>
        </p:txBody>
      </p:sp>
    </p:spTree>
    <p:extLst>
      <p:ext uri="{BB962C8B-B14F-4D97-AF65-F5344CB8AC3E}">
        <p14:creationId xmlns:p14="http://schemas.microsoft.com/office/powerpoint/2010/main" val="1710405876"/>
      </p:ext>
    </p:extLst>
  </p:cSld>
  <p:clrMapOvr>
    <a:masterClrMapping/>
  </p:clrMapOvr>
  <p:transition>
    <p:wipe dir="d"/>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a:extLst>
              <a:ext uri="{FF2B5EF4-FFF2-40B4-BE49-F238E27FC236}">
                <a16:creationId xmlns:a16="http://schemas.microsoft.com/office/drawing/2014/main" id="{110172F1-C77A-4D13-8936-DAFB7C98A23F}"/>
              </a:ext>
            </a:extLst>
          </p:cNvPr>
          <p:cNvSpPr txBox="1">
            <a:spLocks/>
          </p:cNvSpPr>
          <p:nvPr/>
        </p:nvSpPr>
        <p:spPr>
          <a:xfrm>
            <a:off x="1050852" y="-152400"/>
            <a:ext cx="8153400" cy="1336263"/>
          </a:xfrm>
          <a:prstGeom prst="rect">
            <a:avLst/>
          </a:prstGeom>
        </p:spPr>
        <p:txBody>
          <a:bodyPr vert="horz" wrap="square" lIns="0" tIns="12700" rIns="0" bIns="0" rtlCol="0">
            <a:spAutoFit/>
          </a:bodyPr>
          <a:lstStyle>
            <a:lvl1pPr algn="l" rtl="0" eaLnBrk="1" latinLnBrk="0" hangingPunct="1">
              <a:spcBef>
                <a:spcPct val="0"/>
              </a:spcBef>
              <a:buNone/>
              <a:defRPr kumimoji="0" sz="4300" kern="1200">
                <a:solidFill>
                  <a:schemeClr val="tx2">
                    <a:satMod val="130000"/>
                  </a:schemeClr>
                </a:solidFill>
                <a:effectLst>
                  <a:outerShdw blurRad="50000" dist="30000" dir="5400000" algn="tl" rotWithShape="0">
                    <a:srgbClr val="000000">
                      <a:alpha val="30000"/>
                    </a:srgbClr>
                  </a:outerShdw>
                </a:effectLst>
                <a:latin typeface="+mj-lt"/>
                <a:ea typeface="+mj-ea"/>
                <a:cs typeface="+mj-cs"/>
              </a:defRPr>
            </a:lvl1pPr>
            <a:extLst/>
          </a:lstStyle>
          <a:p>
            <a:pPr marL="12700" marR="5080">
              <a:spcBef>
                <a:spcPts val="100"/>
              </a:spcBef>
            </a:pPr>
            <a:r>
              <a:rPr lang="en-US" dirty="0"/>
              <a:t>Metal impurities – </a:t>
            </a:r>
            <a:r>
              <a:rPr lang="en-US" dirty="0" err="1"/>
              <a:t>Leachables</a:t>
            </a:r>
            <a:r>
              <a:rPr lang="en-US" dirty="0"/>
              <a:t> from </a:t>
            </a:r>
            <a:r>
              <a:rPr lang="en-US" spc="5" dirty="0"/>
              <a:t> </a:t>
            </a:r>
            <a:r>
              <a:rPr lang="en-US" dirty="0"/>
              <a:t>pharmaceutical</a:t>
            </a:r>
            <a:r>
              <a:rPr lang="en-US" spc="-35" dirty="0"/>
              <a:t> </a:t>
            </a:r>
            <a:r>
              <a:rPr lang="en-US" dirty="0"/>
              <a:t>packaging</a:t>
            </a:r>
            <a:r>
              <a:rPr lang="en-US" spc="-35" dirty="0"/>
              <a:t> </a:t>
            </a:r>
            <a:r>
              <a:rPr lang="en-US" dirty="0"/>
              <a:t>materials</a:t>
            </a:r>
          </a:p>
        </p:txBody>
      </p:sp>
      <p:sp>
        <p:nvSpPr>
          <p:cNvPr id="3" name="object 3">
            <a:extLst>
              <a:ext uri="{FF2B5EF4-FFF2-40B4-BE49-F238E27FC236}">
                <a16:creationId xmlns:a16="http://schemas.microsoft.com/office/drawing/2014/main" id="{A068CA24-4B5D-4476-B953-CEBCF8493509}"/>
              </a:ext>
            </a:extLst>
          </p:cNvPr>
          <p:cNvSpPr txBox="1"/>
          <p:nvPr/>
        </p:nvSpPr>
        <p:spPr>
          <a:xfrm>
            <a:off x="1144772" y="1211972"/>
            <a:ext cx="7772400" cy="4932119"/>
          </a:xfrm>
          <a:prstGeom prst="rect">
            <a:avLst/>
          </a:prstGeom>
        </p:spPr>
        <p:txBody>
          <a:bodyPr vert="horz" wrap="square" lIns="0" tIns="12700" rIns="0" bIns="0" rtlCol="0">
            <a:spAutoFit/>
          </a:bodyPr>
          <a:lstStyle/>
          <a:p>
            <a:pPr marL="394970" marR="1156335" indent="-381635">
              <a:lnSpc>
                <a:spcPct val="100000"/>
              </a:lnSpc>
              <a:spcBef>
                <a:spcPts val="100"/>
              </a:spcBef>
              <a:buAutoNum type="arabicPeriod"/>
              <a:tabLst>
                <a:tab pos="394970" algn="l"/>
                <a:tab pos="395605" algn="l"/>
              </a:tabLst>
            </a:pPr>
            <a:r>
              <a:rPr sz="1800" b="1" spc="-5" dirty="0">
                <a:latin typeface="Arial"/>
                <a:cs typeface="Arial"/>
              </a:rPr>
              <a:t>Interaction between formulation and packaging material results in </a:t>
            </a:r>
            <a:r>
              <a:rPr sz="1800" b="1" spc="-490" dirty="0">
                <a:latin typeface="Arial"/>
                <a:cs typeface="Arial"/>
              </a:rPr>
              <a:t> </a:t>
            </a:r>
            <a:r>
              <a:rPr sz="1800" b="1" dirty="0">
                <a:latin typeface="Arial"/>
                <a:cs typeface="Arial"/>
              </a:rPr>
              <a:t>components</a:t>
            </a:r>
            <a:r>
              <a:rPr sz="1800" b="1" spc="-10" dirty="0">
                <a:latin typeface="Arial"/>
                <a:cs typeface="Arial"/>
              </a:rPr>
              <a:t> </a:t>
            </a:r>
            <a:r>
              <a:rPr sz="1800" b="1" dirty="0">
                <a:latin typeface="Arial"/>
                <a:cs typeface="Arial"/>
              </a:rPr>
              <a:t>migrating</a:t>
            </a:r>
            <a:r>
              <a:rPr sz="1800" b="1" spc="-5" dirty="0">
                <a:latin typeface="Arial"/>
                <a:cs typeface="Arial"/>
              </a:rPr>
              <a:t> </a:t>
            </a:r>
            <a:r>
              <a:rPr sz="1800" b="1" dirty="0">
                <a:latin typeface="Arial"/>
                <a:cs typeface="Arial"/>
              </a:rPr>
              <a:t>into</a:t>
            </a:r>
            <a:r>
              <a:rPr sz="1800" b="1" spc="-10" dirty="0">
                <a:latin typeface="Arial"/>
                <a:cs typeface="Arial"/>
              </a:rPr>
              <a:t> </a:t>
            </a:r>
            <a:r>
              <a:rPr sz="1800" b="1" dirty="0">
                <a:latin typeface="Arial"/>
                <a:cs typeface="Arial"/>
              </a:rPr>
              <a:t>the</a:t>
            </a:r>
            <a:r>
              <a:rPr sz="1800" b="1" spc="-5" dirty="0">
                <a:latin typeface="Arial"/>
                <a:cs typeface="Arial"/>
              </a:rPr>
              <a:t> </a:t>
            </a:r>
            <a:r>
              <a:rPr sz="1800" b="1" dirty="0">
                <a:latin typeface="Arial"/>
                <a:cs typeface="Arial"/>
              </a:rPr>
              <a:t>drug</a:t>
            </a:r>
            <a:r>
              <a:rPr sz="1800" b="1" spc="-10" dirty="0">
                <a:latin typeface="Arial"/>
                <a:cs typeface="Arial"/>
              </a:rPr>
              <a:t> </a:t>
            </a:r>
            <a:r>
              <a:rPr sz="1800" b="1" dirty="0">
                <a:latin typeface="Arial"/>
                <a:cs typeface="Arial"/>
              </a:rPr>
              <a:t>product</a:t>
            </a:r>
            <a:endParaRPr sz="1800" dirty="0">
              <a:latin typeface="Arial"/>
              <a:cs typeface="Arial"/>
            </a:endParaRPr>
          </a:p>
          <a:p>
            <a:pPr marL="394970" indent="-381635">
              <a:lnSpc>
                <a:spcPct val="100000"/>
              </a:lnSpc>
              <a:spcBef>
                <a:spcPts val="650"/>
              </a:spcBef>
              <a:buAutoNum type="arabicPeriod"/>
              <a:tabLst>
                <a:tab pos="394970" algn="l"/>
                <a:tab pos="395605" algn="l"/>
              </a:tabLst>
            </a:pPr>
            <a:r>
              <a:rPr sz="1800" b="1" dirty="0">
                <a:latin typeface="Arial"/>
                <a:cs typeface="Arial"/>
              </a:rPr>
              <a:t>These</a:t>
            </a:r>
            <a:r>
              <a:rPr sz="1800" b="1" spc="-10" dirty="0">
                <a:latin typeface="Arial"/>
                <a:cs typeface="Arial"/>
              </a:rPr>
              <a:t> </a:t>
            </a:r>
            <a:r>
              <a:rPr sz="1800" b="1" dirty="0">
                <a:latin typeface="Arial"/>
                <a:cs typeface="Arial"/>
              </a:rPr>
              <a:t>components</a:t>
            </a:r>
            <a:r>
              <a:rPr sz="1800" b="1" spc="-10" dirty="0">
                <a:latin typeface="Arial"/>
                <a:cs typeface="Arial"/>
              </a:rPr>
              <a:t> </a:t>
            </a:r>
            <a:r>
              <a:rPr sz="1800" b="1" spc="-5" dirty="0">
                <a:latin typeface="Arial"/>
                <a:cs typeface="Arial"/>
              </a:rPr>
              <a:t>may</a:t>
            </a:r>
            <a:r>
              <a:rPr sz="1800" b="1" spc="-10" dirty="0">
                <a:latin typeface="Arial"/>
                <a:cs typeface="Arial"/>
              </a:rPr>
              <a:t> </a:t>
            </a:r>
            <a:r>
              <a:rPr sz="1800" b="1" dirty="0">
                <a:latin typeface="Arial"/>
                <a:cs typeface="Arial"/>
              </a:rPr>
              <a:t>be</a:t>
            </a:r>
            <a:r>
              <a:rPr sz="1800" b="1" spc="-10" dirty="0">
                <a:latin typeface="Arial"/>
                <a:cs typeface="Arial"/>
              </a:rPr>
              <a:t> </a:t>
            </a:r>
            <a:r>
              <a:rPr sz="1800" b="1" dirty="0">
                <a:latin typeface="Arial"/>
                <a:cs typeface="Arial"/>
              </a:rPr>
              <a:t>toxic</a:t>
            </a:r>
            <a:r>
              <a:rPr sz="1800" b="1" spc="-10" dirty="0">
                <a:latin typeface="Arial"/>
                <a:cs typeface="Arial"/>
              </a:rPr>
              <a:t> </a:t>
            </a:r>
            <a:r>
              <a:rPr sz="1800" b="1" dirty="0">
                <a:latin typeface="Arial"/>
                <a:cs typeface="Arial"/>
              </a:rPr>
              <a:t>or</a:t>
            </a:r>
            <a:r>
              <a:rPr sz="1800" b="1" spc="-10" dirty="0">
                <a:latin typeface="Arial"/>
                <a:cs typeface="Arial"/>
              </a:rPr>
              <a:t> </a:t>
            </a:r>
            <a:r>
              <a:rPr sz="1800" b="1" spc="-5" dirty="0">
                <a:latin typeface="Arial"/>
                <a:cs typeface="Arial"/>
              </a:rPr>
              <a:t>affect </a:t>
            </a:r>
            <a:r>
              <a:rPr sz="1800" b="1" dirty="0">
                <a:latin typeface="Arial"/>
                <a:cs typeface="Arial"/>
              </a:rPr>
              <a:t>the</a:t>
            </a:r>
            <a:r>
              <a:rPr sz="1800" b="1" spc="-10" dirty="0">
                <a:latin typeface="Arial"/>
                <a:cs typeface="Arial"/>
              </a:rPr>
              <a:t> </a:t>
            </a:r>
            <a:r>
              <a:rPr sz="1800" b="1" dirty="0">
                <a:latin typeface="Arial"/>
                <a:cs typeface="Arial"/>
              </a:rPr>
              <a:t>stability</a:t>
            </a:r>
            <a:r>
              <a:rPr sz="1800" b="1" spc="-10" dirty="0">
                <a:latin typeface="Arial"/>
                <a:cs typeface="Arial"/>
              </a:rPr>
              <a:t> </a:t>
            </a:r>
            <a:r>
              <a:rPr sz="1800" b="1" dirty="0">
                <a:latin typeface="Arial"/>
                <a:cs typeface="Arial"/>
              </a:rPr>
              <a:t>of</a:t>
            </a:r>
            <a:r>
              <a:rPr sz="1800" b="1" spc="-10" dirty="0">
                <a:latin typeface="Arial"/>
                <a:cs typeface="Arial"/>
              </a:rPr>
              <a:t> </a:t>
            </a:r>
            <a:r>
              <a:rPr sz="1800" b="1" dirty="0">
                <a:latin typeface="Arial"/>
                <a:cs typeface="Arial"/>
              </a:rPr>
              <a:t>the</a:t>
            </a:r>
            <a:r>
              <a:rPr sz="1800" b="1" spc="-10" dirty="0">
                <a:latin typeface="Arial"/>
                <a:cs typeface="Arial"/>
              </a:rPr>
              <a:t> </a:t>
            </a:r>
            <a:r>
              <a:rPr sz="1800" b="1" dirty="0">
                <a:latin typeface="Arial"/>
                <a:cs typeface="Arial"/>
              </a:rPr>
              <a:t>drug</a:t>
            </a:r>
            <a:r>
              <a:rPr sz="1800" b="1" spc="-10" dirty="0">
                <a:latin typeface="Arial"/>
                <a:cs typeface="Arial"/>
              </a:rPr>
              <a:t> </a:t>
            </a:r>
            <a:r>
              <a:rPr sz="1800" b="1" dirty="0">
                <a:latin typeface="Arial"/>
                <a:cs typeface="Arial"/>
              </a:rPr>
              <a:t>product</a:t>
            </a:r>
            <a:endParaRPr sz="1800" dirty="0">
              <a:latin typeface="Arial"/>
              <a:cs typeface="Arial"/>
            </a:endParaRPr>
          </a:p>
          <a:p>
            <a:pPr marL="394970" indent="-381635">
              <a:lnSpc>
                <a:spcPct val="100000"/>
              </a:lnSpc>
              <a:spcBef>
                <a:spcPts val="655"/>
              </a:spcBef>
              <a:buAutoNum type="arabicPeriod"/>
              <a:tabLst>
                <a:tab pos="394970" algn="l"/>
                <a:tab pos="395605" algn="l"/>
              </a:tabLst>
            </a:pPr>
            <a:r>
              <a:rPr sz="1800" b="1" dirty="0">
                <a:latin typeface="Arial"/>
                <a:cs typeface="Arial"/>
              </a:rPr>
              <a:t>Storage</a:t>
            </a:r>
            <a:r>
              <a:rPr sz="1800" b="1" spc="-15" dirty="0">
                <a:latin typeface="Arial"/>
                <a:cs typeface="Arial"/>
              </a:rPr>
              <a:t> </a:t>
            </a:r>
            <a:r>
              <a:rPr sz="1800" b="1" dirty="0">
                <a:latin typeface="Arial"/>
                <a:cs typeface="Arial"/>
              </a:rPr>
              <a:t>conditions</a:t>
            </a:r>
            <a:r>
              <a:rPr sz="1800" b="1" spc="-15" dirty="0">
                <a:latin typeface="Arial"/>
                <a:cs typeface="Arial"/>
              </a:rPr>
              <a:t> </a:t>
            </a:r>
            <a:r>
              <a:rPr sz="1800" b="1" dirty="0">
                <a:latin typeface="Arial"/>
                <a:cs typeface="Arial"/>
              </a:rPr>
              <a:t>impact</a:t>
            </a:r>
            <a:r>
              <a:rPr sz="1800" b="1" spc="-15" dirty="0">
                <a:latin typeface="Arial"/>
                <a:cs typeface="Arial"/>
              </a:rPr>
              <a:t> </a:t>
            </a:r>
            <a:r>
              <a:rPr sz="1800" b="1" dirty="0">
                <a:latin typeface="Arial"/>
                <a:cs typeface="Arial"/>
              </a:rPr>
              <a:t>leaching</a:t>
            </a:r>
            <a:r>
              <a:rPr sz="1800" b="1" spc="-15" dirty="0">
                <a:latin typeface="Arial"/>
                <a:cs typeface="Arial"/>
              </a:rPr>
              <a:t> </a:t>
            </a:r>
            <a:r>
              <a:rPr sz="1800" b="1" dirty="0">
                <a:latin typeface="Arial"/>
                <a:cs typeface="Arial"/>
              </a:rPr>
              <a:t>(heat,</a:t>
            </a:r>
            <a:r>
              <a:rPr sz="1800" b="1" spc="-15" dirty="0">
                <a:latin typeface="Arial"/>
                <a:cs typeface="Arial"/>
              </a:rPr>
              <a:t> </a:t>
            </a:r>
            <a:r>
              <a:rPr sz="1800" b="1" spc="-5" dirty="0">
                <a:latin typeface="Arial"/>
                <a:cs typeface="Arial"/>
              </a:rPr>
              <a:t>UV</a:t>
            </a:r>
            <a:r>
              <a:rPr sz="1800" b="1" spc="-15" dirty="0">
                <a:latin typeface="Arial"/>
                <a:cs typeface="Arial"/>
              </a:rPr>
              <a:t> </a:t>
            </a:r>
            <a:r>
              <a:rPr sz="1800" b="1" dirty="0">
                <a:latin typeface="Arial"/>
                <a:cs typeface="Arial"/>
              </a:rPr>
              <a:t>radiation,</a:t>
            </a:r>
            <a:r>
              <a:rPr sz="1800" b="1" spc="-15" dirty="0">
                <a:latin typeface="Arial"/>
                <a:cs typeface="Arial"/>
              </a:rPr>
              <a:t> </a:t>
            </a:r>
            <a:r>
              <a:rPr sz="1800" b="1" dirty="0">
                <a:latin typeface="Arial"/>
                <a:cs typeface="Arial"/>
              </a:rPr>
              <a:t>storage</a:t>
            </a:r>
            <a:r>
              <a:rPr sz="1800" b="1" spc="-15" dirty="0">
                <a:latin typeface="Arial"/>
                <a:cs typeface="Arial"/>
              </a:rPr>
              <a:t> </a:t>
            </a:r>
            <a:r>
              <a:rPr sz="1800" b="1" dirty="0">
                <a:latin typeface="Arial"/>
                <a:cs typeface="Arial"/>
              </a:rPr>
              <a:t>time)</a:t>
            </a:r>
            <a:endParaRPr sz="1800" dirty="0">
              <a:latin typeface="Arial"/>
              <a:cs typeface="Arial"/>
            </a:endParaRPr>
          </a:p>
          <a:p>
            <a:pPr>
              <a:lnSpc>
                <a:spcPct val="100000"/>
              </a:lnSpc>
              <a:spcBef>
                <a:spcPts val="10"/>
              </a:spcBef>
            </a:pPr>
            <a:endParaRPr sz="2450" dirty="0">
              <a:latin typeface="Arial"/>
              <a:cs typeface="Arial"/>
            </a:endParaRPr>
          </a:p>
          <a:p>
            <a:pPr marL="13970">
              <a:lnSpc>
                <a:spcPct val="100000"/>
              </a:lnSpc>
            </a:pPr>
            <a:r>
              <a:rPr sz="1600" spc="-5" dirty="0">
                <a:latin typeface="Arial MT"/>
                <a:cs typeface="Arial MT"/>
              </a:rPr>
              <a:t>Typical</a:t>
            </a:r>
            <a:r>
              <a:rPr sz="1600" spc="-30" dirty="0">
                <a:latin typeface="Arial MT"/>
                <a:cs typeface="Arial MT"/>
              </a:rPr>
              <a:t> </a:t>
            </a:r>
            <a:r>
              <a:rPr sz="1600" spc="-5" dirty="0">
                <a:latin typeface="Arial MT"/>
                <a:cs typeface="Arial MT"/>
              </a:rPr>
              <a:t>leachables</a:t>
            </a:r>
            <a:r>
              <a:rPr sz="1600" spc="-25" dirty="0">
                <a:latin typeface="Arial MT"/>
                <a:cs typeface="Arial MT"/>
              </a:rPr>
              <a:t> </a:t>
            </a:r>
            <a:r>
              <a:rPr sz="1600" spc="-5" dirty="0">
                <a:latin typeface="Arial MT"/>
                <a:cs typeface="Arial MT"/>
              </a:rPr>
              <a:t>are:</a:t>
            </a:r>
            <a:endParaRPr sz="1600" dirty="0">
              <a:latin typeface="Arial MT"/>
              <a:cs typeface="Arial MT"/>
            </a:endParaRPr>
          </a:p>
          <a:p>
            <a:pPr marL="394970" indent="-381635">
              <a:lnSpc>
                <a:spcPct val="100000"/>
              </a:lnSpc>
              <a:spcBef>
                <a:spcPts val="585"/>
              </a:spcBef>
              <a:buChar char="•"/>
              <a:tabLst>
                <a:tab pos="394970" algn="l"/>
                <a:tab pos="395605" algn="l"/>
              </a:tabLst>
            </a:pPr>
            <a:r>
              <a:rPr sz="1600" spc="-5" dirty="0">
                <a:latin typeface="Arial MT"/>
                <a:cs typeface="Arial MT"/>
              </a:rPr>
              <a:t>Small organic</a:t>
            </a:r>
            <a:r>
              <a:rPr sz="1600" dirty="0">
                <a:latin typeface="Arial MT"/>
                <a:cs typeface="Arial MT"/>
              </a:rPr>
              <a:t> </a:t>
            </a:r>
            <a:r>
              <a:rPr sz="1600" spc="-5" dirty="0">
                <a:latin typeface="Arial MT"/>
                <a:cs typeface="Arial MT"/>
              </a:rPr>
              <a:t>molecules</a:t>
            </a:r>
            <a:r>
              <a:rPr sz="1600" dirty="0">
                <a:latin typeface="Arial MT"/>
                <a:cs typeface="Arial MT"/>
              </a:rPr>
              <a:t> </a:t>
            </a:r>
            <a:r>
              <a:rPr sz="1600" spc="-5" dirty="0">
                <a:latin typeface="Arial MT"/>
                <a:cs typeface="Arial MT"/>
              </a:rPr>
              <a:t>[monomers,</a:t>
            </a:r>
            <a:r>
              <a:rPr sz="1600" dirty="0">
                <a:latin typeface="Arial MT"/>
                <a:cs typeface="Arial MT"/>
              </a:rPr>
              <a:t> </a:t>
            </a:r>
            <a:r>
              <a:rPr sz="1600" spc="-5" dirty="0">
                <a:latin typeface="Arial MT"/>
                <a:cs typeface="Arial MT"/>
              </a:rPr>
              <a:t>excipients,</a:t>
            </a:r>
            <a:r>
              <a:rPr sz="1600" dirty="0">
                <a:latin typeface="Arial MT"/>
                <a:cs typeface="Arial MT"/>
              </a:rPr>
              <a:t> </a:t>
            </a:r>
            <a:r>
              <a:rPr sz="1600" spc="-5" dirty="0">
                <a:latin typeface="Arial MT"/>
                <a:cs typeface="Arial MT"/>
              </a:rPr>
              <a:t>reaction by-products],</a:t>
            </a:r>
            <a:endParaRPr sz="1600" dirty="0">
              <a:latin typeface="Arial MT"/>
              <a:cs typeface="Arial MT"/>
            </a:endParaRPr>
          </a:p>
          <a:p>
            <a:pPr marL="394970" marR="957580" indent="-381000">
              <a:lnSpc>
                <a:spcPct val="100000"/>
              </a:lnSpc>
              <a:spcBef>
                <a:spcPts val="580"/>
              </a:spcBef>
              <a:buChar char="•"/>
              <a:tabLst>
                <a:tab pos="394970" algn="l"/>
                <a:tab pos="395605" algn="l"/>
              </a:tabLst>
            </a:pPr>
            <a:r>
              <a:rPr sz="1600" spc="-5" dirty="0">
                <a:latin typeface="Arial MT"/>
                <a:cs typeface="Arial MT"/>
              </a:rPr>
              <a:t>Metal</a:t>
            </a:r>
            <a:r>
              <a:rPr sz="1600" dirty="0">
                <a:latin typeface="Arial MT"/>
                <a:cs typeface="Arial MT"/>
              </a:rPr>
              <a:t> </a:t>
            </a:r>
            <a:r>
              <a:rPr sz="1600" spc="-5" dirty="0">
                <a:latin typeface="Arial MT"/>
                <a:cs typeface="Arial MT"/>
              </a:rPr>
              <a:t>ions</a:t>
            </a:r>
            <a:r>
              <a:rPr sz="1600" spc="5" dirty="0">
                <a:latin typeface="Arial MT"/>
                <a:cs typeface="Arial MT"/>
              </a:rPr>
              <a:t> </a:t>
            </a:r>
            <a:r>
              <a:rPr sz="1600" spc="-5" dirty="0">
                <a:latin typeface="Arial MT"/>
                <a:cs typeface="Arial MT"/>
              </a:rPr>
              <a:t>and</a:t>
            </a:r>
            <a:r>
              <a:rPr sz="1600" spc="5" dirty="0">
                <a:latin typeface="Arial MT"/>
                <a:cs typeface="Arial MT"/>
              </a:rPr>
              <a:t> </a:t>
            </a:r>
            <a:r>
              <a:rPr sz="1600" spc="-5" dirty="0">
                <a:latin typeface="Arial MT"/>
                <a:cs typeface="Arial MT"/>
              </a:rPr>
              <a:t>trace</a:t>
            </a:r>
            <a:r>
              <a:rPr sz="1600" dirty="0">
                <a:latin typeface="Arial MT"/>
                <a:cs typeface="Arial MT"/>
              </a:rPr>
              <a:t> </a:t>
            </a:r>
            <a:r>
              <a:rPr sz="1600" spc="-5" dirty="0">
                <a:latin typeface="Arial MT"/>
                <a:cs typeface="Arial MT"/>
              </a:rPr>
              <a:t>elements</a:t>
            </a:r>
            <a:r>
              <a:rPr sz="1600" spc="5" dirty="0">
                <a:latin typeface="Arial MT"/>
                <a:cs typeface="Arial MT"/>
              </a:rPr>
              <a:t> </a:t>
            </a:r>
            <a:r>
              <a:rPr sz="1600" spc="-5" dirty="0">
                <a:latin typeface="Arial MT"/>
                <a:cs typeface="Arial MT"/>
              </a:rPr>
              <a:t>(e.g.</a:t>
            </a:r>
            <a:r>
              <a:rPr sz="1600" spc="5" dirty="0">
                <a:latin typeface="Arial MT"/>
                <a:cs typeface="Arial MT"/>
              </a:rPr>
              <a:t> </a:t>
            </a:r>
            <a:r>
              <a:rPr sz="1600" spc="-5" dirty="0">
                <a:latin typeface="Arial MT"/>
                <a:cs typeface="Arial MT"/>
              </a:rPr>
              <a:t>aluminum,</a:t>
            </a:r>
            <a:r>
              <a:rPr sz="1600" spc="5" dirty="0">
                <a:latin typeface="Arial MT"/>
                <a:cs typeface="Arial MT"/>
              </a:rPr>
              <a:t> </a:t>
            </a:r>
            <a:r>
              <a:rPr sz="1600" spc="-5" dirty="0">
                <a:latin typeface="Arial MT"/>
                <a:cs typeface="Arial MT"/>
              </a:rPr>
              <a:t>cadmium,</a:t>
            </a:r>
            <a:r>
              <a:rPr sz="1600" dirty="0">
                <a:latin typeface="Arial MT"/>
                <a:cs typeface="Arial MT"/>
              </a:rPr>
              <a:t> </a:t>
            </a:r>
            <a:r>
              <a:rPr sz="1600" spc="-5" dirty="0">
                <a:latin typeface="Arial MT"/>
                <a:cs typeface="Arial MT"/>
              </a:rPr>
              <a:t>chromium,</a:t>
            </a:r>
            <a:r>
              <a:rPr sz="1600" spc="5" dirty="0">
                <a:latin typeface="Arial MT"/>
                <a:cs typeface="Arial MT"/>
              </a:rPr>
              <a:t> </a:t>
            </a:r>
            <a:r>
              <a:rPr sz="1600" dirty="0">
                <a:latin typeface="Arial MT"/>
                <a:cs typeface="Arial MT"/>
              </a:rPr>
              <a:t>copper, lead, </a:t>
            </a:r>
            <a:r>
              <a:rPr sz="1600" spc="-430" dirty="0">
                <a:latin typeface="Arial MT"/>
                <a:cs typeface="Arial MT"/>
              </a:rPr>
              <a:t> </a:t>
            </a:r>
            <a:r>
              <a:rPr sz="1600" spc="-5" dirty="0">
                <a:latin typeface="Arial MT"/>
                <a:cs typeface="Arial MT"/>
              </a:rPr>
              <a:t>manganese,</a:t>
            </a:r>
            <a:r>
              <a:rPr sz="1600" spc="-10" dirty="0">
                <a:latin typeface="Arial MT"/>
                <a:cs typeface="Arial MT"/>
              </a:rPr>
              <a:t> </a:t>
            </a:r>
            <a:r>
              <a:rPr sz="1600" spc="-5" dirty="0">
                <a:latin typeface="Arial MT"/>
                <a:cs typeface="Arial MT"/>
              </a:rPr>
              <a:t>and zinc)</a:t>
            </a:r>
            <a:endParaRPr sz="1600" dirty="0">
              <a:latin typeface="Arial MT"/>
              <a:cs typeface="Arial MT"/>
            </a:endParaRPr>
          </a:p>
          <a:p>
            <a:pPr>
              <a:lnSpc>
                <a:spcPct val="100000"/>
              </a:lnSpc>
              <a:spcBef>
                <a:spcPts val="20"/>
              </a:spcBef>
            </a:pPr>
            <a:endParaRPr sz="2150" dirty="0">
              <a:latin typeface="Arial MT"/>
              <a:cs typeface="Arial MT"/>
            </a:endParaRPr>
          </a:p>
          <a:p>
            <a:pPr marL="469265" marR="5080" indent="-457200">
              <a:lnSpc>
                <a:spcPct val="100000"/>
              </a:lnSpc>
            </a:pPr>
            <a:r>
              <a:rPr sz="2000" spc="-10" dirty="0">
                <a:latin typeface="Arial MT"/>
                <a:cs typeface="Arial MT"/>
              </a:rPr>
              <a:t>“Metal</a:t>
            </a:r>
            <a:r>
              <a:rPr sz="2000" spc="5" dirty="0">
                <a:latin typeface="Arial MT"/>
                <a:cs typeface="Arial MT"/>
              </a:rPr>
              <a:t> </a:t>
            </a:r>
            <a:r>
              <a:rPr sz="2000" spc="-5" dirty="0">
                <a:latin typeface="Arial MT"/>
                <a:cs typeface="Arial MT"/>
              </a:rPr>
              <a:t>ions</a:t>
            </a:r>
            <a:r>
              <a:rPr sz="2000" spc="5" dirty="0">
                <a:latin typeface="Arial MT"/>
                <a:cs typeface="Arial MT"/>
              </a:rPr>
              <a:t> </a:t>
            </a:r>
            <a:r>
              <a:rPr sz="2000" spc="-5" dirty="0">
                <a:latin typeface="Arial MT"/>
                <a:cs typeface="Arial MT"/>
              </a:rPr>
              <a:t>can</a:t>
            </a:r>
            <a:r>
              <a:rPr sz="2000" spc="5" dirty="0">
                <a:latin typeface="Arial MT"/>
                <a:cs typeface="Arial MT"/>
              </a:rPr>
              <a:t> </a:t>
            </a:r>
            <a:r>
              <a:rPr sz="2000" spc="-5" dirty="0">
                <a:latin typeface="Arial MT"/>
                <a:cs typeface="Arial MT"/>
              </a:rPr>
              <a:t>affect</a:t>
            </a:r>
            <a:r>
              <a:rPr sz="2000" spc="5" dirty="0">
                <a:latin typeface="Arial MT"/>
                <a:cs typeface="Arial MT"/>
              </a:rPr>
              <a:t> </a:t>
            </a:r>
            <a:r>
              <a:rPr sz="2000" spc="-5" dirty="0">
                <a:latin typeface="Arial MT"/>
                <a:cs typeface="Arial MT"/>
              </a:rPr>
              <a:t>the</a:t>
            </a:r>
            <a:r>
              <a:rPr sz="2000" spc="10" dirty="0">
                <a:latin typeface="Arial MT"/>
                <a:cs typeface="Arial MT"/>
              </a:rPr>
              <a:t> </a:t>
            </a:r>
            <a:r>
              <a:rPr sz="2000" spc="-10" dirty="0">
                <a:latin typeface="Arial MT"/>
                <a:cs typeface="Arial MT"/>
              </a:rPr>
              <a:t>stability</a:t>
            </a:r>
            <a:r>
              <a:rPr sz="2000" spc="5" dirty="0">
                <a:latin typeface="Arial MT"/>
                <a:cs typeface="Arial MT"/>
              </a:rPr>
              <a:t> </a:t>
            </a:r>
            <a:r>
              <a:rPr sz="2000" spc="-5" dirty="0">
                <a:latin typeface="Arial MT"/>
                <a:cs typeface="Arial MT"/>
              </a:rPr>
              <a:t>of</a:t>
            </a:r>
            <a:r>
              <a:rPr sz="2000" spc="10" dirty="0">
                <a:latin typeface="Arial MT"/>
                <a:cs typeface="Arial MT"/>
              </a:rPr>
              <a:t> </a:t>
            </a:r>
            <a:r>
              <a:rPr sz="2000" spc="-5" dirty="0">
                <a:latin typeface="Arial MT"/>
                <a:cs typeface="Arial MT"/>
              </a:rPr>
              <a:t>the</a:t>
            </a:r>
            <a:r>
              <a:rPr sz="2000" spc="5" dirty="0">
                <a:latin typeface="Arial MT"/>
                <a:cs typeface="Arial MT"/>
              </a:rPr>
              <a:t> </a:t>
            </a:r>
            <a:r>
              <a:rPr sz="2000" spc="-5" dirty="0">
                <a:latin typeface="Arial MT"/>
                <a:cs typeface="Arial MT"/>
              </a:rPr>
              <a:t>formulation,</a:t>
            </a:r>
            <a:r>
              <a:rPr sz="2000" spc="5" dirty="0">
                <a:latin typeface="Arial MT"/>
                <a:cs typeface="Arial MT"/>
              </a:rPr>
              <a:t> </a:t>
            </a:r>
            <a:r>
              <a:rPr sz="2000" spc="-5" dirty="0">
                <a:latin typeface="Arial MT"/>
                <a:cs typeface="Arial MT"/>
              </a:rPr>
              <a:t>catalyze</a:t>
            </a:r>
            <a:r>
              <a:rPr sz="2000" dirty="0">
                <a:latin typeface="Arial MT"/>
                <a:cs typeface="Arial MT"/>
              </a:rPr>
              <a:t> </a:t>
            </a:r>
            <a:r>
              <a:rPr sz="2000" spc="-5" dirty="0">
                <a:latin typeface="Arial MT"/>
                <a:cs typeface="Arial MT"/>
              </a:rPr>
              <a:t>the</a:t>
            </a:r>
            <a:r>
              <a:rPr sz="2000" spc="5" dirty="0">
                <a:latin typeface="Arial MT"/>
                <a:cs typeface="Arial MT"/>
              </a:rPr>
              <a:t> </a:t>
            </a:r>
            <a:r>
              <a:rPr sz="2000" spc="-5" dirty="0">
                <a:latin typeface="Arial MT"/>
                <a:cs typeface="Arial MT"/>
              </a:rPr>
              <a:t>degradation </a:t>
            </a:r>
            <a:r>
              <a:rPr sz="2000" spc="-540" dirty="0">
                <a:latin typeface="Arial MT"/>
                <a:cs typeface="Arial MT"/>
              </a:rPr>
              <a:t> </a:t>
            </a:r>
            <a:r>
              <a:rPr sz="2000" spc="-5" dirty="0">
                <a:latin typeface="Arial MT"/>
                <a:cs typeface="Arial MT"/>
              </a:rPr>
              <a:t>of</a:t>
            </a:r>
            <a:r>
              <a:rPr sz="2000" dirty="0">
                <a:latin typeface="Arial MT"/>
                <a:cs typeface="Arial MT"/>
              </a:rPr>
              <a:t> </a:t>
            </a:r>
            <a:r>
              <a:rPr sz="2000" spc="-5" dirty="0">
                <a:latin typeface="Arial MT"/>
                <a:cs typeface="Arial MT"/>
              </a:rPr>
              <a:t>the </a:t>
            </a:r>
            <a:r>
              <a:rPr sz="2000" spc="-10" dirty="0">
                <a:latin typeface="Arial MT"/>
                <a:cs typeface="Arial MT"/>
              </a:rPr>
              <a:t>active</a:t>
            </a:r>
            <a:r>
              <a:rPr sz="2000" dirty="0">
                <a:latin typeface="Arial MT"/>
                <a:cs typeface="Arial MT"/>
              </a:rPr>
              <a:t> </a:t>
            </a:r>
            <a:r>
              <a:rPr sz="2000" spc="-10" dirty="0">
                <a:latin typeface="Arial MT"/>
                <a:cs typeface="Arial MT"/>
              </a:rPr>
              <a:t>pharmaceutical</a:t>
            </a:r>
            <a:r>
              <a:rPr sz="2000" dirty="0">
                <a:latin typeface="Arial MT"/>
                <a:cs typeface="Arial MT"/>
              </a:rPr>
              <a:t> ingredient </a:t>
            </a:r>
            <a:r>
              <a:rPr sz="2000" spc="-5" dirty="0">
                <a:latin typeface="Arial MT"/>
                <a:cs typeface="Arial MT"/>
              </a:rPr>
              <a:t>(API)</a:t>
            </a:r>
            <a:r>
              <a:rPr sz="2000" dirty="0">
                <a:latin typeface="Arial MT"/>
                <a:cs typeface="Arial MT"/>
              </a:rPr>
              <a:t> </a:t>
            </a:r>
            <a:r>
              <a:rPr sz="2000" spc="-5" dirty="0">
                <a:latin typeface="Arial MT"/>
                <a:cs typeface="Arial MT"/>
              </a:rPr>
              <a:t>and</a:t>
            </a:r>
            <a:r>
              <a:rPr sz="2000" dirty="0">
                <a:latin typeface="Arial MT"/>
                <a:cs typeface="Arial MT"/>
              </a:rPr>
              <a:t> </a:t>
            </a:r>
            <a:r>
              <a:rPr sz="2000" spc="-5" dirty="0">
                <a:latin typeface="Arial MT"/>
                <a:cs typeface="Arial MT"/>
              </a:rPr>
              <a:t>cause</a:t>
            </a:r>
            <a:r>
              <a:rPr sz="2000" dirty="0">
                <a:latin typeface="Arial MT"/>
                <a:cs typeface="Arial MT"/>
              </a:rPr>
              <a:t> </a:t>
            </a:r>
            <a:r>
              <a:rPr sz="2000" spc="-5" dirty="0">
                <a:latin typeface="Arial MT"/>
                <a:cs typeface="Arial MT"/>
              </a:rPr>
              <a:t>unqualified </a:t>
            </a:r>
            <a:r>
              <a:rPr sz="2000" dirty="0">
                <a:latin typeface="Arial MT"/>
                <a:cs typeface="Arial MT"/>
              </a:rPr>
              <a:t> </a:t>
            </a:r>
            <a:r>
              <a:rPr sz="2000" spc="-10" dirty="0">
                <a:latin typeface="Arial MT"/>
                <a:cs typeface="Arial MT"/>
              </a:rPr>
              <a:t>degradates </a:t>
            </a:r>
            <a:r>
              <a:rPr sz="2000" spc="-5" dirty="0">
                <a:latin typeface="Arial MT"/>
                <a:cs typeface="Arial MT"/>
              </a:rPr>
              <a:t>to form,</a:t>
            </a:r>
            <a:r>
              <a:rPr sz="2000" dirty="0">
                <a:latin typeface="Arial MT"/>
                <a:cs typeface="Arial MT"/>
              </a:rPr>
              <a:t> </a:t>
            </a:r>
            <a:r>
              <a:rPr sz="2000" spc="-5" dirty="0">
                <a:latin typeface="Arial MT"/>
                <a:cs typeface="Arial MT"/>
              </a:rPr>
              <a:t>or </a:t>
            </a:r>
            <a:r>
              <a:rPr sz="2000" spc="-10" dirty="0">
                <a:latin typeface="Arial MT"/>
                <a:cs typeface="Arial MT"/>
              </a:rPr>
              <a:t>pose</a:t>
            </a:r>
            <a:r>
              <a:rPr sz="2000" spc="-5" dirty="0">
                <a:latin typeface="Arial MT"/>
                <a:cs typeface="Arial MT"/>
              </a:rPr>
              <a:t> a</a:t>
            </a:r>
            <a:r>
              <a:rPr sz="2000" dirty="0">
                <a:latin typeface="Arial MT"/>
                <a:cs typeface="Arial MT"/>
              </a:rPr>
              <a:t> </a:t>
            </a:r>
            <a:r>
              <a:rPr sz="2000" spc="-10" dirty="0">
                <a:latin typeface="Arial MT"/>
                <a:cs typeface="Arial MT"/>
              </a:rPr>
              <a:t>toxicity</a:t>
            </a:r>
            <a:r>
              <a:rPr sz="2000" spc="-5" dirty="0">
                <a:latin typeface="Arial MT"/>
                <a:cs typeface="Arial MT"/>
              </a:rPr>
              <a:t> </a:t>
            </a:r>
            <a:r>
              <a:rPr sz="2000" spc="-10" dirty="0">
                <a:latin typeface="Arial MT"/>
                <a:cs typeface="Arial MT"/>
              </a:rPr>
              <a:t>threat</a:t>
            </a:r>
            <a:r>
              <a:rPr sz="2000" spc="-5" dirty="0">
                <a:latin typeface="Arial MT"/>
                <a:cs typeface="Arial MT"/>
              </a:rPr>
              <a:t> on</a:t>
            </a:r>
            <a:r>
              <a:rPr sz="2000" dirty="0">
                <a:latin typeface="Arial MT"/>
                <a:cs typeface="Arial MT"/>
              </a:rPr>
              <a:t> </a:t>
            </a:r>
            <a:r>
              <a:rPr sz="2000" spc="-5" dirty="0">
                <a:latin typeface="Arial MT"/>
                <a:cs typeface="Arial MT"/>
              </a:rPr>
              <a:t>their </a:t>
            </a:r>
            <a:r>
              <a:rPr sz="2000" spc="-10" dirty="0">
                <a:latin typeface="Arial MT"/>
                <a:cs typeface="Arial MT"/>
              </a:rPr>
              <a:t>own.”</a:t>
            </a:r>
            <a:endParaRPr sz="2000" dirty="0">
              <a:latin typeface="Arial MT"/>
              <a:cs typeface="Arial MT"/>
            </a:endParaRPr>
          </a:p>
        </p:txBody>
      </p:sp>
      <p:sp>
        <p:nvSpPr>
          <p:cNvPr id="4" name="object 4">
            <a:extLst>
              <a:ext uri="{FF2B5EF4-FFF2-40B4-BE49-F238E27FC236}">
                <a16:creationId xmlns:a16="http://schemas.microsoft.com/office/drawing/2014/main" id="{A3758DE9-DB96-4A88-BE82-B4FBE7C6CD30}"/>
              </a:ext>
            </a:extLst>
          </p:cNvPr>
          <p:cNvSpPr txBox="1"/>
          <p:nvPr/>
        </p:nvSpPr>
        <p:spPr>
          <a:xfrm>
            <a:off x="1162493" y="6172200"/>
            <a:ext cx="7981507" cy="566822"/>
          </a:xfrm>
          <a:prstGeom prst="rect">
            <a:avLst/>
          </a:prstGeom>
        </p:spPr>
        <p:txBody>
          <a:bodyPr vert="horz" wrap="square" lIns="0" tIns="12700" rIns="0" bIns="0" rtlCol="0">
            <a:spAutoFit/>
          </a:bodyPr>
          <a:lstStyle/>
          <a:p>
            <a:pPr marL="12700" marR="5080">
              <a:lnSpc>
                <a:spcPct val="100000"/>
              </a:lnSpc>
              <a:spcBef>
                <a:spcPts val="100"/>
              </a:spcBef>
            </a:pPr>
            <a:r>
              <a:rPr sz="1200" spc="-5" dirty="0">
                <a:latin typeface="Arial MT"/>
                <a:cs typeface="Arial MT"/>
              </a:rPr>
              <a:t>KYLE</a:t>
            </a:r>
            <a:r>
              <a:rPr sz="1200" spc="5" dirty="0">
                <a:latin typeface="Arial MT"/>
                <a:cs typeface="Arial MT"/>
              </a:rPr>
              <a:t> </a:t>
            </a:r>
            <a:r>
              <a:rPr sz="1200" spc="-5" dirty="0">
                <a:latin typeface="Arial MT"/>
                <a:cs typeface="Arial MT"/>
              </a:rPr>
              <a:t>A.</a:t>
            </a:r>
            <a:r>
              <a:rPr sz="1200" spc="15" dirty="0">
                <a:latin typeface="Arial MT"/>
                <a:cs typeface="Arial MT"/>
              </a:rPr>
              <a:t> </a:t>
            </a:r>
            <a:r>
              <a:rPr sz="1200" spc="-5" dirty="0">
                <a:latin typeface="Arial MT"/>
                <a:cs typeface="Arial MT"/>
              </a:rPr>
              <a:t>FLlSZAR,</a:t>
            </a:r>
            <a:r>
              <a:rPr sz="1200" spc="5" dirty="0">
                <a:latin typeface="Arial MT"/>
                <a:cs typeface="Arial MT"/>
              </a:rPr>
              <a:t> </a:t>
            </a:r>
            <a:r>
              <a:rPr sz="1200" spc="-5" dirty="0">
                <a:latin typeface="Arial MT"/>
                <a:cs typeface="Arial MT"/>
              </a:rPr>
              <a:t>DAVID</a:t>
            </a:r>
            <a:r>
              <a:rPr sz="1200" spc="5" dirty="0">
                <a:latin typeface="Arial MT"/>
                <a:cs typeface="Arial MT"/>
              </a:rPr>
              <a:t> </a:t>
            </a:r>
            <a:r>
              <a:rPr sz="1200" spc="-5" dirty="0">
                <a:latin typeface="Arial MT"/>
                <a:cs typeface="Arial MT"/>
              </a:rPr>
              <a:t>WALKER</a:t>
            </a:r>
            <a:r>
              <a:rPr sz="1200" spc="5" dirty="0">
                <a:latin typeface="Arial MT"/>
                <a:cs typeface="Arial MT"/>
              </a:rPr>
              <a:t> </a:t>
            </a:r>
            <a:r>
              <a:rPr sz="1200" spc="-5" dirty="0">
                <a:latin typeface="Arial MT"/>
                <a:cs typeface="Arial MT"/>
              </a:rPr>
              <a:t>and</a:t>
            </a:r>
            <a:r>
              <a:rPr sz="1200" spc="5" dirty="0">
                <a:latin typeface="Arial MT"/>
                <a:cs typeface="Arial MT"/>
              </a:rPr>
              <a:t> </a:t>
            </a:r>
            <a:r>
              <a:rPr sz="1200" spc="-5" dirty="0">
                <a:latin typeface="Arial MT"/>
                <a:cs typeface="Arial MT"/>
              </a:rPr>
              <a:t>LEONARDO</a:t>
            </a:r>
            <a:r>
              <a:rPr sz="1200" spc="5" dirty="0">
                <a:latin typeface="Arial MT"/>
                <a:cs typeface="Arial MT"/>
              </a:rPr>
              <a:t> </a:t>
            </a:r>
            <a:r>
              <a:rPr sz="1200" spc="-5" dirty="0">
                <a:latin typeface="Arial MT"/>
                <a:cs typeface="Arial MT"/>
              </a:rPr>
              <a:t>ALLAIN,</a:t>
            </a:r>
            <a:r>
              <a:rPr sz="1200" spc="5" dirty="0">
                <a:latin typeface="Arial MT"/>
                <a:cs typeface="Arial MT"/>
              </a:rPr>
              <a:t> </a:t>
            </a:r>
            <a:r>
              <a:rPr sz="1200" spc="-10" dirty="0">
                <a:latin typeface="Arial MT"/>
                <a:cs typeface="Arial MT"/>
              </a:rPr>
              <a:t>Profiling</a:t>
            </a:r>
            <a:r>
              <a:rPr sz="1200" spc="5" dirty="0">
                <a:latin typeface="Arial MT"/>
                <a:cs typeface="Arial MT"/>
              </a:rPr>
              <a:t> </a:t>
            </a:r>
            <a:r>
              <a:rPr sz="1200" spc="-5" dirty="0">
                <a:latin typeface="Arial MT"/>
                <a:cs typeface="Arial MT"/>
              </a:rPr>
              <a:t>of</a:t>
            </a:r>
            <a:r>
              <a:rPr sz="1200" spc="5" dirty="0">
                <a:latin typeface="Arial MT"/>
                <a:cs typeface="Arial MT"/>
              </a:rPr>
              <a:t> </a:t>
            </a:r>
            <a:r>
              <a:rPr sz="1200" spc="-5" dirty="0">
                <a:latin typeface="Arial MT"/>
                <a:cs typeface="Arial MT"/>
              </a:rPr>
              <a:t>Metal</a:t>
            </a:r>
            <a:r>
              <a:rPr sz="1200" spc="5" dirty="0">
                <a:latin typeface="Arial MT"/>
                <a:cs typeface="Arial MT"/>
              </a:rPr>
              <a:t> </a:t>
            </a:r>
            <a:r>
              <a:rPr sz="1200" spc="-5" dirty="0">
                <a:latin typeface="Arial MT"/>
                <a:cs typeface="Arial MT"/>
              </a:rPr>
              <a:t>Ions</a:t>
            </a:r>
            <a:r>
              <a:rPr sz="1200" spc="5" dirty="0">
                <a:latin typeface="Arial MT"/>
                <a:cs typeface="Arial MT"/>
              </a:rPr>
              <a:t> </a:t>
            </a:r>
            <a:r>
              <a:rPr sz="1200" spc="-10" dirty="0">
                <a:latin typeface="Arial MT"/>
                <a:cs typeface="Arial MT"/>
              </a:rPr>
              <a:t>Leached</a:t>
            </a:r>
            <a:r>
              <a:rPr sz="1200" spc="5" dirty="0">
                <a:latin typeface="Arial MT"/>
                <a:cs typeface="Arial MT"/>
              </a:rPr>
              <a:t> </a:t>
            </a:r>
            <a:r>
              <a:rPr sz="1200" spc="-5" dirty="0">
                <a:latin typeface="Arial MT"/>
                <a:cs typeface="Arial MT"/>
              </a:rPr>
              <a:t>from</a:t>
            </a:r>
            <a:r>
              <a:rPr sz="1200" spc="5" dirty="0">
                <a:latin typeface="Arial MT"/>
                <a:cs typeface="Arial MT"/>
              </a:rPr>
              <a:t> </a:t>
            </a:r>
            <a:r>
              <a:rPr sz="1200" spc="-5" dirty="0">
                <a:latin typeface="Arial MT"/>
                <a:cs typeface="Arial MT"/>
              </a:rPr>
              <a:t>Pharmaceutical</a:t>
            </a:r>
            <a:r>
              <a:rPr sz="1200" spc="5" dirty="0">
                <a:latin typeface="Arial MT"/>
                <a:cs typeface="Arial MT"/>
              </a:rPr>
              <a:t> </a:t>
            </a:r>
            <a:r>
              <a:rPr sz="1200" spc="-10" dirty="0">
                <a:latin typeface="Arial MT"/>
                <a:cs typeface="Arial MT"/>
              </a:rPr>
              <a:t>Packaging </a:t>
            </a:r>
            <a:r>
              <a:rPr sz="1200" spc="-5" dirty="0">
                <a:latin typeface="Arial MT"/>
                <a:cs typeface="Arial MT"/>
              </a:rPr>
              <a:t> Materials,</a:t>
            </a:r>
            <a:r>
              <a:rPr sz="1200" dirty="0">
                <a:latin typeface="Arial MT"/>
                <a:cs typeface="Arial MT"/>
              </a:rPr>
              <a:t> </a:t>
            </a:r>
            <a:r>
              <a:rPr sz="1200" spc="-5" dirty="0">
                <a:latin typeface="Arial MT"/>
                <a:cs typeface="Arial MT"/>
              </a:rPr>
              <a:t>PDA</a:t>
            </a:r>
            <a:r>
              <a:rPr sz="1200" dirty="0">
                <a:latin typeface="Arial MT"/>
                <a:cs typeface="Arial MT"/>
              </a:rPr>
              <a:t> </a:t>
            </a:r>
            <a:r>
              <a:rPr sz="1200" spc="-5" dirty="0">
                <a:latin typeface="Arial MT"/>
                <a:cs typeface="Arial MT"/>
              </a:rPr>
              <a:t>Journal</a:t>
            </a:r>
            <a:r>
              <a:rPr sz="1200" dirty="0">
                <a:latin typeface="Arial MT"/>
                <a:cs typeface="Arial MT"/>
              </a:rPr>
              <a:t> </a:t>
            </a:r>
            <a:r>
              <a:rPr sz="1200" spc="-5" dirty="0">
                <a:latin typeface="Arial MT"/>
                <a:cs typeface="Arial MT"/>
              </a:rPr>
              <a:t>of</a:t>
            </a:r>
            <a:r>
              <a:rPr sz="1200" dirty="0">
                <a:latin typeface="Arial MT"/>
                <a:cs typeface="Arial MT"/>
              </a:rPr>
              <a:t> </a:t>
            </a:r>
            <a:r>
              <a:rPr sz="1200" spc="-10" dirty="0">
                <a:latin typeface="Arial MT"/>
                <a:cs typeface="Arial MT"/>
              </a:rPr>
              <a:t>Pharmaceutical</a:t>
            </a:r>
            <a:r>
              <a:rPr sz="1200" spc="-5" dirty="0">
                <a:latin typeface="Arial MT"/>
                <a:cs typeface="Arial MT"/>
              </a:rPr>
              <a:t> Science and Technology,</a:t>
            </a:r>
            <a:r>
              <a:rPr sz="1200" spc="5" dirty="0">
                <a:latin typeface="Arial MT"/>
                <a:cs typeface="Arial MT"/>
              </a:rPr>
              <a:t> </a:t>
            </a:r>
            <a:r>
              <a:rPr sz="1200" spc="-5" dirty="0">
                <a:latin typeface="Arial MT"/>
                <a:cs typeface="Arial MT"/>
              </a:rPr>
              <a:t>Vol.</a:t>
            </a:r>
            <a:r>
              <a:rPr sz="1200" dirty="0">
                <a:latin typeface="Arial MT"/>
                <a:cs typeface="Arial MT"/>
              </a:rPr>
              <a:t> 60,</a:t>
            </a:r>
            <a:r>
              <a:rPr sz="1200" spc="5" dirty="0">
                <a:latin typeface="Arial MT"/>
                <a:cs typeface="Arial MT"/>
              </a:rPr>
              <a:t> </a:t>
            </a:r>
            <a:r>
              <a:rPr sz="1200" dirty="0">
                <a:latin typeface="Arial MT"/>
                <a:cs typeface="Arial MT"/>
              </a:rPr>
              <a:t>No.6, </a:t>
            </a:r>
            <a:r>
              <a:rPr sz="1200" spc="-5" dirty="0">
                <a:latin typeface="Arial MT"/>
                <a:cs typeface="Arial MT"/>
              </a:rPr>
              <a:t>November-December</a:t>
            </a:r>
            <a:r>
              <a:rPr sz="1200" dirty="0">
                <a:latin typeface="Arial MT"/>
                <a:cs typeface="Arial MT"/>
              </a:rPr>
              <a:t> </a:t>
            </a:r>
            <a:r>
              <a:rPr sz="1200" spc="-10" dirty="0">
                <a:latin typeface="Arial MT"/>
                <a:cs typeface="Arial MT"/>
              </a:rPr>
              <a:t>2006</a:t>
            </a:r>
            <a:endParaRPr sz="1200" dirty="0">
              <a:latin typeface="Arial MT"/>
              <a:cs typeface="Arial MT"/>
            </a:endParaRPr>
          </a:p>
        </p:txBody>
      </p:sp>
    </p:spTree>
    <p:extLst>
      <p:ext uri="{BB962C8B-B14F-4D97-AF65-F5344CB8AC3E}">
        <p14:creationId xmlns:p14="http://schemas.microsoft.com/office/powerpoint/2010/main" val="1567373110"/>
      </p:ext>
    </p:extLst>
  </p:cSld>
  <p:clrMapOvr>
    <a:masterClrMapping/>
  </p:clrMapOvr>
  <p:transition>
    <p:wipe dir="d"/>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a:extLst>
              <a:ext uri="{FF2B5EF4-FFF2-40B4-BE49-F238E27FC236}">
                <a16:creationId xmlns:a16="http://schemas.microsoft.com/office/drawing/2014/main" id="{5F61CAFA-870B-4EA4-98DB-D69D68761D85}"/>
              </a:ext>
            </a:extLst>
          </p:cNvPr>
          <p:cNvSpPr txBox="1">
            <a:spLocks/>
          </p:cNvSpPr>
          <p:nvPr/>
        </p:nvSpPr>
        <p:spPr>
          <a:xfrm>
            <a:off x="1524000" y="304800"/>
            <a:ext cx="4800600" cy="674544"/>
          </a:xfrm>
          <a:prstGeom prst="rect">
            <a:avLst/>
          </a:prstGeom>
        </p:spPr>
        <p:txBody>
          <a:bodyPr vert="horz" wrap="square" lIns="0" tIns="12700" rIns="0" bIns="0" rtlCol="0">
            <a:spAutoFit/>
          </a:bodyPr>
          <a:lstStyle>
            <a:lvl1pPr algn="l" rtl="0" eaLnBrk="1" latinLnBrk="0" hangingPunct="1">
              <a:spcBef>
                <a:spcPct val="0"/>
              </a:spcBef>
              <a:buNone/>
              <a:defRPr kumimoji="0" sz="4300" kern="1200">
                <a:solidFill>
                  <a:schemeClr val="tx2">
                    <a:satMod val="130000"/>
                  </a:schemeClr>
                </a:solidFill>
                <a:effectLst>
                  <a:outerShdw blurRad="50000" dist="30000" dir="5400000" algn="tl" rotWithShape="0">
                    <a:srgbClr val="000000">
                      <a:alpha val="30000"/>
                    </a:srgbClr>
                  </a:outerShdw>
                </a:effectLst>
                <a:latin typeface="+mj-lt"/>
                <a:ea typeface="+mj-ea"/>
                <a:cs typeface="+mj-cs"/>
              </a:defRPr>
            </a:lvl1pPr>
            <a:extLst/>
          </a:lstStyle>
          <a:p>
            <a:pPr marL="12700">
              <a:spcBef>
                <a:spcPts val="100"/>
              </a:spcBef>
            </a:pPr>
            <a:r>
              <a:rPr lang="en-IN" dirty="0"/>
              <a:t>What</a:t>
            </a:r>
            <a:r>
              <a:rPr lang="en-IN" spc="-45" dirty="0"/>
              <a:t> </a:t>
            </a:r>
            <a:r>
              <a:rPr lang="en-IN" dirty="0"/>
              <a:t>is</a:t>
            </a:r>
            <a:r>
              <a:rPr lang="en-IN" spc="-45" dirty="0"/>
              <a:t> </a:t>
            </a:r>
            <a:r>
              <a:rPr lang="en-IN" dirty="0"/>
              <a:t>speciation?</a:t>
            </a:r>
          </a:p>
        </p:txBody>
      </p:sp>
      <p:sp>
        <p:nvSpPr>
          <p:cNvPr id="3" name="object 4">
            <a:extLst>
              <a:ext uri="{FF2B5EF4-FFF2-40B4-BE49-F238E27FC236}">
                <a16:creationId xmlns:a16="http://schemas.microsoft.com/office/drawing/2014/main" id="{C2194904-B28A-4E64-BDE4-B6D45EB2FE26}"/>
              </a:ext>
            </a:extLst>
          </p:cNvPr>
          <p:cNvSpPr txBox="1"/>
          <p:nvPr/>
        </p:nvSpPr>
        <p:spPr>
          <a:xfrm>
            <a:off x="1219200" y="1676400"/>
            <a:ext cx="7501890" cy="2587625"/>
          </a:xfrm>
          <a:prstGeom prst="rect">
            <a:avLst/>
          </a:prstGeom>
        </p:spPr>
        <p:txBody>
          <a:bodyPr vert="horz" wrap="square" lIns="0" tIns="12700" rIns="0" bIns="0" rtlCol="0">
            <a:spAutoFit/>
          </a:bodyPr>
          <a:lstStyle/>
          <a:p>
            <a:pPr marL="12700" marR="5080">
              <a:lnSpc>
                <a:spcPct val="100000"/>
              </a:lnSpc>
              <a:spcBef>
                <a:spcPts val="100"/>
              </a:spcBef>
            </a:pPr>
            <a:r>
              <a:rPr sz="2800" b="1" i="1" dirty="0">
                <a:latin typeface="Arial"/>
                <a:cs typeface="Arial"/>
              </a:rPr>
              <a:t>“Elemental Speciation - </a:t>
            </a:r>
            <a:r>
              <a:rPr sz="2800" b="1" i="1" spc="-5" dirty="0">
                <a:latin typeface="Arial"/>
                <a:cs typeface="Arial"/>
              </a:rPr>
              <a:t>the </a:t>
            </a:r>
            <a:r>
              <a:rPr sz="2800" b="1" i="1" dirty="0">
                <a:latin typeface="Arial"/>
                <a:cs typeface="Arial"/>
              </a:rPr>
              <a:t>analyses that </a:t>
            </a:r>
            <a:r>
              <a:rPr sz="2800" b="1" i="1" spc="5" dirty="0">
                <a:latin typeface="Arial"/>
                <a:cs typeface="Arial"/>
              </a:rPr>
              <a:t> </a:t>
            </a:r>
            <a:r>
              <a:rPr sz="2800" b="1" i="1" spc="-5" dirty="0">
                <a:latin typeface="Arial"/>
                <a:cs typeface="Arial"/>
              </a:rPr>
              <a:t>lead to determining</a:t>
            </a:r>
            <a:r>
              <a:rPr sz="2800" b="1" i="1" dirty="0">
                <a:latin typeface="Arial"/>
                <a:cs typeface="Arial"/>
              </a:rPr>
              <a:t> </a:t>
            </a:r>
            <a:r>
              <a:rPr sz="2800" b="1" i="1" spc="-5" dirty="0">
                <a:latin typeface="Arial"/>
                <a:cs typeface="Arial"/>
              </a:rPr>
              <a:t>the distribution</a:t>
            </a:r>
            <a:r>
              <a:rPr sz="2800" b="1" i="1" dirty="0">
                <a:latin typeface="Arial"/>
                <a:cs typeface="Arial"/>
              </a:rPr>
              <a:t> </a:t>
            </a:r>
            <a:r>
              <a:rPr sz="2800" b="1" i="1" spc="-5" dirty="0">
                <a:latin typeface="Arial"/>
                <a:cs typeface="Arial"/>
              </a:rPr>
              <a:t>of an </a:t>
            </a:r>
            <a:r>
              <a:rPr sz="2800" b="1" i="1" dirty="0">
                <a:latin typeface="Arial"/>
                <a:cs typeface="Arial"/>
              </a:rPr>
              <a:t> element’s particular chemical species in a </a:t>
            </a:r>
            <a:r>
              <a:rPr sz="2800" b="1" i="1" spc="5" dirty="0">
                <a:latin typeface="Arial"/>
                <a:cs typeface="Arial"/>
              </a:rPr>
              <a:t> </a:t>
            </a:r>
            <a:r>
              <a:rPr sz="2800" b="1" i="1" dirty="0">
                <a:latin typeface="Arial"/>
                <a:cs typeface="Arial"/>
              </a:rPr>
              <a:t>sample.</a:t>
            </a:r>
            <a:r>
              <a:rPr sz="2800" b="1" i="1" spc="-15" dirty="0">
                <a:latin typeface="Arial"/>
                <a:cs typeface="Arial"/>
              </a:rPr>
              <a:t> </a:t>
            </a:r>
            <a:r>
              <a:rPr sz="2800" b="1" i="1" dirty="0">
                <a:latin typeface="Arial"/>
                <a:cs typeface="Arial"/>
              </a:rPr>
              <a:t>This</a:t>
            </a:r>
            <a:r>
              <a:rPr sz="2800" b="1" i="1" spc="-10" dirty="0">
                <a:latin typeface="Arial"/>
                <a:cs typeface="Arial"/>
              </a:rPr>
              <a:t> </a:t>
            </a:r>
            <a:r>
              <a:rPr sz="2800" b="1" i="1" dirty="0">
                <a:latin typeface="Arial"/>
                <a:cs typeface="Arial"/>
              </a:rPr>
              <a:t>may</a:t>
            </a:r>
            <a:r>
              <a:rPr sz="2800" b="1" i="1" spc="-10" dirty="0">
                <a:latin typeface="Arial"/>
                <a:cs typeface="Arial"/>
              </a:rPr>
              <a:t> </a:t>
            </a:r>
            <a:r>
              <a:rPr sz="2800" b="1" i="1" dirty="0">
                <a:latin typeface="Arial"/>
                <a:cs typeface="Arial"/>
              </a:rPr>
              <a:t>be</a:t>
            </a:r>
            <a:r>
              <a:rPr sz="2800" b="1" i="1" spc="-10" dirty="0">
                <a:latin typeface="Arial"/>
                <a:cs typeface="Arial"/>
              </a:rPr>
              <a:t> </a:t>
            </a:r>
            <a:r>
              <a:rPr sz="2800" b="1" i="1" dirty="0">
                <a:latin typeface="Arial"/>
                <a:cs typeface="Arial"/>
              </a:rPr>
              <a:t>further</a:t>
            </a:r>
            <a:r>
              <a:rPr sz="2800" b="1" i="1" spc="-10" dirty="0">
                <a:latin typeface="Arial"/>
                <a:cs typeface="Arial"/>
              </a:rPr>
              <a:t> </a:t>
            </a:r>
            <a:r>
              <a:rPr sz="2800" b="1" i="1" dirty="0">
                <a:latin typeface="Arial"/>
                <a:cs typeface="Arial"/>
              </a:rPr>
              <a:t>associated</a:t>
            </a:r>
            <a:r>
              <a:rPr sz="2800" b="1" i="1" spc="-10" dirty="0">
                <a:latin typeface="Arial"/>
                <a:cs typeface="Arial"/>
              </a:rPr>
              <a:t> </a:t>
            </a:r>
            <a:r>
              <a:rPr sz="2800" b="1" i="1" dirty="0">
                <a:latin typeface="Arial"/>
                <a:cs typeface="Arial"/>
              </a:rPr>
              <a:t>with </a:t>
            </a:r>
            <a:r>
              <a:rPr sz="2800" b="1" i="1" spc="-760" dirty="0">
                <a:latin typeface="Arial"/>
                <a:cs typeface="Arial"/>
              </a:rPr>
              <a:t> </a:t>
            </a:r>
            <a:r>
              <a:rPr sz="2800" b="1" i="1" dirty="0">
                <a:latin typeface="Arial"/>
                <a:cs typeface="Arial"/>
              </a:rPr>
              <a:t>oxidation state, organometallic nature or </a:t>
            </a:r>
            <a:r>
              <a:rPr sz="2800" b="1" i="1" spc="5" dirty="0">
                <a:latin typeface="Arial"/>
                <a:cs typeface="Arial"/>
              </a:rPr>
              <a:t> </a:t>
            </a:r>
            <a:r>
              <a:rPr sz="2800" b="1" i="1" spc="-5" dirty="0">
                <a:latin typeface="Arial"/>
                <a:cs typeface="Arial"/>
              </a:rPr>
              <a:t>complex form.”*</a:t>
            </a:r>
            <a:endParaRPr sz="2800" dirty="0">
              <a:latin typeface="Arial"/>
              <a:cs typeface="Arial"/>
            </a:endParaRPr>
          </a:p>
        </p:txBody>
      </p:sp>
    </p:spTree>
    <p:extLst>
      <p:ext uri="{BB962C8B-B14F-4D97-AF65-F5344CB8AC3E}">
        <p14:creationId xmlns:p14="http://schemas.microsoft.com/office/powerpoint/2010/main" val="2163508525"/>
      </p:ext>
    </p:extLst>
  </p:cSld>
  <p:clrMapOvr>
    <a:masterClrMapping/>
  </p:clrMapOvr>
  <p:transition>
    <p:wipe dir="d"/>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a:extLst>
              <a:ext uri="{FF2B5EF4-FFF2-40B4-BE49-F238E27FC236}">
                <a16:creationId xmlns:a16="http://schemas.microsoft.com/office/drawing/2014/main" id="{4799A1DC-31FB-4A7F-A9BB-EFB080B011C9}"/>
              </a:ext>
            </a:extLst>
          </p:cNvPr>
          <p:cNvSpPr txBox="1">
            <a:spLocks/>
          </p:cNvSpPr>
          <p:nvPr/>
        </p:nvSpPr>
        <p:spPr>
          <a:xfrm>
            <a:off x="1153633" y="207962"/>
            <a:ext cx="6694967" cy="674544"/>
          </a:xfrm>
          <a:prstGeom prst="rect">
            <a:avLst/>
          </a:prstGeom>
        </p:spPr>
        <p:txBody>
          <a:bodyPr vert="horz" wrap="square" lIns="0" tIns="12700" rIns="0" bIns="0" rtlCol="0">
            <a:spAutoFit/>
          </a:bodyPr>
          <a:lstStyle>
            <a:lvl1pPr algn="l" rtl="0" eaLnBrk="1" latinLnBrk="0" hangingPunct="1">
              <a:spcBef>
                <a:spcPct val="0"/>
              </a:spcBef>
              <a:buNone/>
              <a:defRPr kumimoji="0" sz="4300" kern="1200">
                <a:solidFill>
                  <a:schemeClr val="tx2">
                    <a:satMod val="130000"/>
                  </a:schemeClr>
                </a:solidFill>
                <a:effectLst>
                  <a:outerShdw blurRad="50000" dist="30000" dir="5400000" algn="tl" rotWithShape="0">
                    <a:srgbClr val="000000">
                      <a:alpha val="30000"/>
                    </a:srgbClr>
                  </a:outerShdw>
                </a:effectLst>
                <a:latin typeface="+mj-lt"/>
                <a:ea typeface="+mj-ea"/>
                <a:cs typeface="+mj-cs"/>
              </a:defRPr>
            </a:lvl1pPr>
            <a:extLst/>
          </a:lstStyle>
          <a:p>
            <a:pPr marL="12700">
              <a:spcBef>
                <a:spcPts val="100"/>
              </a:spcBef>
            </a:pPr>
            <a:r>
              <a:rPr lang="en-US" spc="-5" dirty="0"/>
              <a:t>Why</a:t>
            </a:r>
            <a:r>
              <a:rPr lang="en-US" spc="-20" dirty="0"/>
              <a:t> </a:t>
            </a:r>
            <a:r>
              <a:rPr lang="en-US" spc="-5" dirty="0"/>
              <a:t>do</a:t>
            </a:r>
            <a:r>
              <a:rPr lang="en-US" spc="-15" dirty="0"/>
              <a:t> </a:t>
            </a:r>
            <a:r>
              <a:rPr lang="en-US" spc="-5" dirty="0"/>
              <a:t>we</a:t>
            </a:r>
            <a:r>
              <a:rPr lang="en-US" spc="-20" dirty="0"/>
              <a:t> </a:t>
            </a:r>
            <a:r>
              <a:rPr lang="en-US" spc="-5" dirty="0"/>
              <a:t>need</a:t>
            </a:r>
            <a:r>
              <a:rPr lang="en-US" spc="-15" dirty="0"/>
              <a:t> </a:t>
            </a:r>
            <a:r>
              <a:rPr lang="en-US" spc="-5" dirty="0"/>
              <a:t>speciation?</a:t>
            </a:r>
          </a:p>
        </p:txBody>
      </p:sp>
      <p:sp>
        <p:nvSpPr>
          <p:cNvPr id="3" name="object 3">
            <a:extLst>
              <a:ext uri="{FF2B5EF4-FFF2-40B4-BE49-F238E27FC236}">
                <a16:creationId xmlns:a16="http://schemas.microsoft.com/office/drawing/2014/main" id="{B9633E8C-7645-4825-9E07-C335E7DB4C63}"/>
              </a:ext>
            </a:extLst>
          </p:cNvPr>
          <p:cNvSpPr txBox="1"/>
          <p:nvPr/>
        </p:nvSpPr>
        <p:spPr>
          <a:xfrm>
            <a:off x="1066800" y="1143000"/>
            <a:ext cx="8839200" cy="4967450"/>
          </a:xfrm>
          <a:prstGeom prst="rect">
            <a:avLst/>
          </a:prstGeom>
        </p:spPr>
        <p:txBody>
          <a:bodyPr vert="horz" wrap="square" lIns="0" tIns="12700" rIns="0" bIns="0" rtlCol="0">
            <a:spAutoFit/>
          </a:bodyPr>
          <a:lstStyle/>
          <a:p>
            <a:pPr marL="86995" algn="just">
              <a:lnSpc>
                <a:spcPct val="150000"/>
              </a:lnSpc>
              <a:spcBef>
                <a:spcPts val="100"/>
              </a:spcBef>
            </a:pPr>
            <a:r>
              <a:rPr sz="1800" dirty="0">
                <a:latin typeface="Arial MT"/>
                <a:cs typeface="Arial MT"/>
              </a:rPr>
              <a:t>Almost</a:t>
            </a:r>
            <a:r>
              <a:rPr sz="1800" spc="5" dirty="0">
                <a:latin typeface="Arial MT"/>
                <a:cs typeface="Arial MT"/>
              </a:rPr>
              <a:t> </a:t>
            </a:r>
            <a:r>
              <a:rPr sz="1800" spc="-5" dirty="0">
                <a:latin typeface="Arial MT"/>
                <a:cs typeface="Arial MT"/>
              </a:rPr>
              <a:t>all</a:t>
            </a:r>
            <a:r>
              <a:rPr sz="1800" spc="5" dirty="0">
                <a:latin typeface="Arial MT"/>
                <a:cs typeface="Arial MT"/>
              </a:rPr>
              <a:t> </a:t>
            </a:r>
            <a:r>
              <a:rPr sz="1800" spc="-5" dirty="0">
                <a:latin typeface="Arial MT"/>
                <a:cs typeface="Arial MT"/>
              </a:rPr>
              <a:t>elements</a:t>
            </a:r>
            <a:r>
              <a:rPr sz="1800" spc="5" dirty="0">
                <a:latin typeface="Arial MT"/>
                <a:cs typeface="Arial MT"/>
              </a:rPr>
              <a:t> </a:t>
            </a:r>
            <a:r>
              <a:rPr sz="1800" dirty="0">
                <a:latin typeface="Arial MT"/>
                <a:cs typeface="Arial MT"/>
              </a:rPr>
              <a:t>form</a:t>
            </a:r>
            <a:r>
              <a:rPr sz="1800" spc="5" dirty="0">
                <a:latin typeface="Arial MT"/>
                <a:cs typeface="Arial MT"/>
              </a:rPr>
              <a:t> </a:t>
            </a:r>
            <a:r>
              <a:rPr sz="1800" spc="-5" dirty="0">
                <a:latin typeface="Arial MT"/>
                <a:cs typeface="Arial MT"/>
              </a:rPr>
              <a:t>species</a:t>
            </a:r>
            <a:r>
              <a:rPr sz="1800" spc="5" dirty="0">
                <a:latin typeface="Arial MT"/>
                <a:cs typeface="Arial MT"/>
              </a:rPr>
              <a:t> </a:t>
            </a:r>
            <a:r>
              <a:rPr sz="1800" spc="-5" dirty="0">
                <a:latin typeface="Arial MT"/>
                <a:cs typeface="Arial MT"/>
              </a:rPr>
              <a:t>which</a:t>
            </a:r>
            <a:r>
              <a:rPr sz="1800" spc="5" dirty="0">
                <a:latin typeface="Arial MT"/>
                <a:cs typeface="Arial MT"/>
              </a:rPr>
              <a:t> </a:t>
            </a:r>
            <a:r>
              <a:rPr sz="1800" spc="-5" dirty="0">
                <a:latin typeface="Arial MT"/>
                <a:cs typeface="Arial MT"/>
              </a:rPr>
              <a:t>can</a:t>
            </a:r>
            <a:r>
              <a:rPr sz="1800" spc="5" dirty="0">
                <a:latin typeface="Arial MT"/>
                <a:cs typeface="Arial MT"/>
              </a:rPr>
              <a:t> </a:t>
            </a:r>
            <a:r>
              <a:rPr sz="1800" spc="-5" dirty="0">
                <a:latin typeface="Arial MT"/>
                <a:cs typeface="Arial MT"/>
              </a:rPr>
              <a:t>alter</a:t>
            </a:r>
            <a:r>
              <a:rPr sz="1800" spc="5" dirty="0">
                <a:latin typeface="Arial MT"/>
                <a:cs typeface="Arial MT"/>
              </a:rPr>
              <a:t> </a:t>
            </a:r>
            <a:r>
              <a:rPr sz="1800" spc="-5" dirty="0">
                <a:latin typeface="Arial MT"/>
                <a:cs typeface="Arial MT"/>
              </a:rPr>
              <a:t>their</a:t>
            </a:r>
            <a:r>
              <a:rPr sz="1800" spc="5" dirty="0">
                <a:latin typeface="Arial MT"/>
                <a:cs typeface="Arial MT"/>
              </a:rPr>
              <a:t> </a:t>
            </a:r>
            <a:r>
              <a:rPr sz="1800" dirty="0">
                <a:latin typeface="Arial MT"/>
                <a:cs typeface="Arial MT"/>
              </a:rPr>
              <a:t>toxicity</a:t>
            </a:r>
            <a:r>
              <a:rPr sz="1800" spc="5" dirty="0">
                <a:latin typeface="Arial MT"/>
                <a:cs typeface="Arial MT"/>
              </a:rPr>
              <a:t> </a:t>
            </a:r>
            <a:r>
              <a:rPr sz="1800" spc="-5" dirty="0">
                <a:latin typeface="Arial MT"/>
                <a:cs typeface="Arial MT"/>
              </a:rPr>
              <a:t>and</a:t>
            </a:r>
            <a:r>
              <a:rPr sz="1800" spc="5" dirty="0">
                <a:latin typeface="Arial MT"/>
                <a:cs typeface="Arial MT"/>
              </a:rPr>
              <a:t> </a:t>
            </a:r>
            <a:r>
              <a:rPr sz="1800" spc="-5" dirty="0">
                <a:latin typeface="Arial MT"/>
                <a:cs typeface="Arial MT"/>
              </a:rPr>
              <a:t>mobility</a:t>
            </a:r>
            <a:endParaRPr sz="1800" dirty="0">
              <a:latin typeface="Arial MT"/>
              <a:cs typeface="Arial MT"/>
            </a:endParaRPr>
          </a:p>
          <a:p>
            <a:pPr marL="316865" indent="-228600" algn="just">
              <a:lnSpc>
                <a:spcPct val="150000"/>
              </a:lnSpc>
              <a:spcBef>
                <a:spcPts val="1505"/>
              </a:spcBef>
              <a:buChar char="•"/>
              <a:tabLst>
                <a:tab pos="316865" algn="l"/>
                <a:tab pos="317500" algn="l"/>
              </a:tabLst>
            </a:pPr>
            <a:r>
              <a:rPr sz="1600" spc="-10" dirty="0">
                <a:solidFill>
                  <a:srgbClr val="0000FF"/>
                </a:solidFill>
                <a:latin typeface="Arial MT"/>
                <a:cs typeface="Arial MT"/>
              </a:rPr>
              <a:t>Cr</a:t>
            </a:r>
            <a:r>
              <a:rPr sz="1650" spc="-15" baseline="25252" dirty="0">
                <a:solidFill>
                  <a:srgbClr val="0000FF"/>
                </a:solidFill>
                <a:latin typeface="Arial MT"/>
                <a:cs typeface="Arial MT"/>
              </a:rPr>
              <a:t>III</a:t>
            </a:r>
            <a:r>
              <a:rPr sz="1650" spc="202" baseline="25252" dirty="0">
                <a:solidFill>
                  <a:srgbClr val="0000FF"/>
                </a:solidFill>
                <a:latin typeface="Arial MT"/>
                <a:cs typeface="Arial MT"/>
              </a:rPr>
              <a:t> </a:t>
            </a:r>
            <a:r>
              <a:rPr sz="1600" dirty="0">
                <a:latin typeface="Arial MT"/>
                <a:cs typeface="Arial MT"/>
              </a:rPr>
              <a:t>vs </a:t>
            </a:r>
            <a:r>
              <a:rPr sz="1600" spc="-5" dirty="0">
                <a:solidFill>
                  <a:srgbClr val="FF0000"/>
                </a:solidFill>
                <a:latin typeface="Arial MT"/>
                <a:cs typeface="Arial MT"/>
              </a:rPr>
              <a:t>Cr</a:t>
            </a:r>
            <a:r>
              <a:rPr sz="1650" spc="-7" baseline="25252" dirty="0">
                <a:solidFill>
                  <a:srgbClr val="FF0000"/>
                </a:solidFill>
                <a:latin typeface="Arial MT"/>
                <a:cs typeface="Arial MT"/>
              </a:rPr>
              <a:t>VI</a:t>
            </a:r>
            <a:r>
              <a:rPr sz="1600" spc="-5" dirty="0">
                <a:latin typeface="Arial MT"/>
                <a:cs typeface="Arial MT"/>
              </a:rPr>
              <a:t>;</a:t>
            </a:r>
            <a:r>
              <a:rPr sz="1600" dirty="0">
                <a:latin typeface="Arial MT"/>
                <a:cs typeface="Arial MT"/>
              </a:rPr>
              <a:t> </a:t>
            </a:r>
            <a:r>
              <a:rPr sz="1600" spc="-5" dirty="0">
                <a:solidFill>
                  <a:srgbClr val="FF0000"/>
                </a:solidFill>
                <a:latin typeface="Arial MT"/>
                <a:cs typeface="Arial MT"/>
              </a:rPr>
              <a:t>inorganic As</a:t>
            </a:r>
            <a:r>
              <a:rPr sz="1600" dirty="0">
                <a:solidFill>
                  <a:srgbClr val="FF0000"/>
                </a:solidFill>
                <a:latin typeface="Arial MT"/>
                <a:cs typeface="Arial MT"/>
              </a:rPr>
              <a:t> </a:t>
            </a:r>
            <a:r>
              <a:rPr sz="1600" dirty="0">
                <a:latin typeface="Arial MT"/>
                <a:cs typeface="Arial MT"/>
              </a:rPr>
              <a:t>vs</a:t>
            </a:r>
            <a:r>
              <a:rPr sz="1600" spc="5" dirty="0">
                <a:latin typeface="Arial MT"/>
                <a:cs typeface="Arial MT"/>
              </a:rPr>
              <a:t> </a:t>
            </a:r>
            <a:r>
              <a:rPr sz="1600" spc="-5" dirty="0">
                <a:latin typeface="Arial MT"/>
                <a:cs typeface="Arial MT"/>
              </a:rPr>
              <a:t>o</a:t>
            </a:r>
            <a:r>
              <a:rPr sz="1600" spc="-5" dirty="0">
                <a:solidFill>
                  <a:srgbClr val="0000FF"/>
                </a:solidFill>
                <a:latin typeface="Arial MT"/>
                <a:cs typeface="Arial MT"/>
              </a:rPr>
              <a:t>rganic As</a:t>
            </a:r>
            <a:endParaRPr lang="en-IN" sz="1600" spc="-5" dirty="0">
              <a:solidFill>
                <a:srgbClr val="0000FF"/>
              </a:solidFill>
              <a:latin typeface="Arial MT"/>
              <a:cs typeface="Arial MT"/>
            </a:endParaRPr>
          </a:p>
          <a:p>
            <a:pPr marL="316865" indent="-228600" algn="just">
              <a:lnSpc>
                <a:spcPct val="150000"/>
              </a:lnSpc>
              <a:spcBef>
                <a:spcPts val="1505"/>
              </a:spcBef>
              <a:buChar char="•"/>
              <a:tabLst>
                <a:tab pos="316865" algn="l"/>
                <a:tab pos="317500" algn="l"/>
              </a:tabLst>
            </a:pPr>
            <a:r>
              <a:rPr sz="1800" spc="-5" dirty="0">
                <a:latin typeface="Arial MT"/>
                <a:cs typeface="Arial MT"/>
              </a:rPr>
              <a:t>Some species</a:t>
            </a:r>
            <a:r>
              <a:rPr sz="1800" dirty="0">
                <a:latin typeface="Arial MT"/>
                <a:cs typeface="Arial MT"/>
              </a:rPr>
              <a:t> vary</a:t>
            </a:r>
            <a:r>
              <a:rPr sz="1800" spc="-5" dirty="0">
                <a:latin typeface="Arial MT"/>
                <a:cs typeface="Arial MT"/>
              </a:rPr>
              <a:t> in</a:t>
            </a:r>
            <a:r>
              <a:rPr sz="1800" dirty="0">
                <a:latin typeface="Arial MT"/>
                <a:cs typeface="Arial MT"/>
              </a:rPr>
              <a:t> toxicity </a:t>
            </a:r>
            <a:r>
              <a:rPr sz="1800" spc="-5" dirty="0">
                <a:latin typeface="Arial MT"/>
                <a:cs typeface="Arial MT"/>
              </a:rPr>
              <a:t>or therapeutic</a:t>
            </a:r>
            <a:r>
              <a:rPr sz="1800" dirty="0">
                <a:latin typeface="Arial MT"/>
                <a:cs typeface="Arial MT"/>
              </a:rPr>
              <a:t> activity</a:t>
            </a:r>
          </a:p>
          <a:p>
            <a:pPr marL="316865" indent="-228600" algn="just">
              <a:lnSpc>
                <a:spcPct val="150000"/>
              </a:lnSpc>
              <a:spcBef>
                <a:spcPts val="1510"/>
              </a:spcBef>
              <a:buChar char="•"/>
              <a:tabLst>
                <a:tab pos="316865" algn="l"/>
                <a:tab pos="317500" algn="l"/>
              </a:tabLst>
            </a:pPr>
            <a:r>
              <a:rPr sz="1600" spc="-5" dirty="0">
                <a:latin typeface="Arial MT"/>
                <a:cs typeface="Arial MT"/>
              </a:rPr>
              <a:t>Pt-containing</a:t>
            </a:r>
            <a:r>
              <a:rPr sz="1600" spc="-10" dirty="0">
                <a:latin typeface="Arial MT"/>
                <a:cs typeface="Arial MT"/>
              </a:rPr>
              <a:t> </a:t>
            </a:r>
            <a:r>
              <a:rPr sz="1600" spc="-5" dirty="0">
                <a:latin typeface="Arial MT"/>
                <a:cs typeface="Arial MT"/>
              </a:rPr>
              <a:t>drugs</a:t>
            </a:r>
            <a:r>
              <a:rPr sz="1600" spc="-10" dirty="0">
                <a:latin typeface="Arial MT"/>
                <a:cs typeface="Arial MT"/>
              </a:rPr>
              <a:t> </a:t>
            </a:r>
            <a:r>
              <a:rPr sz="1600" spc="-5" dirty="0">
                <a:latin typeface="Arial MT"/>
                <a:cs typeface="Arial MT"/>
              </a:rPr>
              <a:t>in</a:t>
            </a:r>
            <a:r>
              <a:rPr sz="1600" spc="-10" dirty="0">
                <a:latin typeface="Arial MT"/>
                <a:cs typeface="Arial MT"/>
              </a:rPr>
              <a:t> </a:t>
            </a:r>
            <a:r>
              <a:rPr sz="1600" spc="-5" dirty="0">
                <a:latin typeface="Arial MT"/>
                <a:cs typeface="Arial MT"/>
              </a:rPr>
              <a:t>cancer</a:t>
            </a:r>
            <a:r>
              <a:rPr sz="1600" spc="-10" dirty="0">
                <a:latin typeface="Arial MT"/>
                <a:cs typeface="Arial MT"/>
              </a:rPr>
              <a:t> </a:t>
            </a:r>
            <a:r>
              <a:rPr sz="1600" spc="-5" dirty="0">
                <a:latin typeface="Arial MT"/>
                <a:cs typeface="Arial MT"/>
              </a:rPr>
              <a:t>treatment</a:t>
            </a:r>
            <a:endParaRPr sz="1600" dirty="0">
              <a:latin typeface="Arial MT"/>
              <a:cs typeface="Arial MT"/>
            </a:endParaRPr>
          </a:p>
          <a:p>
            <a:pPr marL="548640" lvl="1" indent="-230504" algn="just">
              <a:lnSpc>
                <a:spcPct val="150000"/>
              </a:lnSpc>
              <a:spcBef>
                <a:spcPts val="910"/>
              </a:spcBef>
              <a:buChar char="–"/>
              <a:tabLst>
                <a:tab pos="548640" algn="l"/>
                <a:tab pos="549275" algn="l"/>
              </a:tabLst>
            </a:pPr>
            <a:r>
              <a:rPr sz="1400" spc="-10" dirty="0">
                <a:latin typeface="Arial MT"/>
                <a:cs typeface="Arial MT"/>
              </a:rPr>
              <a:t>Anti-tumour</a:t>
            </a:r>
            <a:r>
              <a:rPr sz="1400" spc="5" dirty="0">
                <a:latin typeface="Arial MT"/>
                <a:cs typeface="Arial MT"/>
              </a:rPr>
              <a:t> </a:t>
            </a:r>
            <a:r>
              <a:rPr sz="1400" spc="-10" dirty="0">
                <a:latin typeface="Arial MT"/>
                <a:cs typeface="Arial MT"/>
              </a:rPr>
              <a:t>activity</a:t>
            </a:r>
            <a:r>
              <a:rPr sz="1400" spc="10" dirty="0">
                <a:latin typeface="Arial MT"/>
                <a:cs typeface="Arial MT"/>
              </a:rPr>
              <a:t> </a:t>
            </a:r>
            <a:r>
              <a:rPr sz="1400" spc="-10" dirty="0">
                <a:latin typeface="Arial MT"/>
                <a:cs typeface="Arial MT"/>
              </a:rPr>
              <a:t>versus</a:t>
            </a:r>
            <a:r>
              <a:rPr sz="1400" spc="10" dirty="0">
                <a:latin typeface="Arial MT"/>
                <a:cs typeface="Arial MT"/>
              </a:rPr>
              <a:t> </a:t>
            </a:r>
            <a:r>
              <a:rPr sz="1400" spc="-5" dirty="0">
                <a:latin typeface="Arial MT"/>
                <a:cs typeface="Arial MT"/>
              </a:rPr>
              <a:t>side</a:t>
            </a:r>
            <a:r>
              <a:rPr sz="1400" spc="15" dirty="0">
                <a:latin typeface="Arial MT"/>
                <a:cs typeface="Arial MT"/>
              </a:rPr>
              <a:t> </a:t>
            </a:r>
            <a:r>
              <a:rPr sz="1400" spc="-10" dirty="0">
                <a:latin typeface="Arial MT"/>
                <a:cs typeface="Arial MT"/>
              </a:rPr>
              <a:t>effects</a:t>
            </a:r>
            <a:r>
              <a:rPr sz="1400" spc="10" dirty="0">
                <a:latin typeface="Arial MT"/>
                <a:cs typeface="Arial MT"/>
              </a:rPr>
              <a:t> </a:t>
            </a:r>
            <a:r>
              <a:rPr sz="1400" spc="-5" dirty="0">
                <a:latin typeface="Arial MT"/>
                <a:cs typeface="Arial MT"/>
              </a:rPr>
              <a:t>of</a:t>
            </a:r>
            <a:r>
              <a:rPr sz="1400" spc="10" dirty="0">
                <a:latin typeface="Arial MT"/>
                <a:cs typeface="Arial MT"/>
              </a:rPr>
              <a:t> </a:t>
            </a:r>
            <a:r>
              <a:rPr sz="1400" spc="-10" dirty="0">
                <a:latin typeface="Arial MT"/>
                <a:cs typeface="Arial MT"/>
              </a:rPr>
              <a:t>drugs</a:t>
            </a:r>
            <a:r>
              <a:rPr sz="1400" spc="15" dirty="0">
                <a:latin typeface="Arial MT"/>
                <a:cs typeface="Arial MT"/>
              </a:rPr>
              <a:t> </a:t>
            </a:r>
            <a:r>
              <a:rPr sz="1400" spc="-5" dirty="0">
                <a:latin typeface="Arial MT"/>
                <a:cs typeface="Arial MT"/>
              </a:rPr>
              <a:t>and</a:t>
            </a:r>
            <a:r>
              <a:rPr sz="1400" spc="10" dirty="0">
                <a:latin typeface="Arial MT"/>
                <a:cs typeface="Arial MT"/>
              </a:rPr>
              <a:t> </a:t>
            </a:r>
            <a:r>
              <a:rPr sz="1400" spc="-10" dirty="0">
                <a:latin typeface="Arial MT"/>
                <a:cs typeface="Arial MT"/>
              </a:rPr>
              <a:t>metabolites</a:t>
            </a:r>
            <a:endParaRPr sz="1400" dirty="0">
              <a:latin typeface="Arial MT"/>
              <a:cs typeface="Arial MT"/>
            </a:endParaRPr>
          </a:p>
          <a:p>
            <a:pPr marL="548640" lvl="1" indent="-230504" algn="just">
              <a:lnSpc>
                <a:spcPct val="150000"/>
              </a:lnSpc>
              <a:spcBef>
                <a:spcPts val="835"/>
              </a:spcBef>
              <a:buChar char="–"/>
              <a:tabLst>
                <a:tab pos="548640" algn="l"/>
                <a:tab pos="549275" algn="l"/>
              </a:tabLst>
            </a:pPr>
            <a:r>
              <a:rPr sz="1400" spc="-5" dirty="0">
                <a:latin typeface="Arial MT"/>
                <a:cs typeface="Arial MT"/>
              </a:rPr>
              <a:t>Species</a:t>
            </a:r>
            <a:r>
              <a:rPr sz="1400" dirty="0">
                <a:latin typeface="Arial MT"/>
                <a:cs typeface="Arial MT"/>
              </a:rPr>
              <a:t> </a:t>
            </a:r>
            <a:r>
              <a:rPr sz="1400" spc="-5" dirty="0">
                <a:latin typeface="Arial MT"/>
                <a:cs typeface="Arial MT"/>
              </a:rPr>
              <a:t>with</a:t>
            </a:r>
            <a:r>
              <a:rPr sz="1400" spc="5" dirty="0">
                <a:latin typeface="Arial MT"/>
                <a:cs typeface="Arial MT"/>
              </a:rPr>
              <a:t> </a:t>
            </a:r>
            <a:r>
              <a:rPr sz="1400" spc="-5" dirty="0">
                <a:latin typeface="Arial MT"/>
                <a:cs typeface="Arial MT"/>
              </a:rPr>
              <a:t>different</a:t>
            </a:r>
            <a:r>
              <a:rPr sz="1400" dirty="0">
                <a:latin typeface="Arial MT"/>
                <a:cs typeface="Arial MT"/>
              </a:rPr>
              <a:t> </a:t>
            </a:r>
            <a:r>
              <a:rPr sz="1400" spc="-5" dirty="0">
                <a:latin typeface="Arial MT"/>
                <a:cs typeface="Arial MT"/>
              </a:rPr>
              <a:t>structure</a:t>
            </a:r>
            <a:r>
              <a:rPr sz="1400" spc="5" dirty="0">
                <a:latin typeface="Arial MT"/>
                <a:cs typeface="Arial MT"/>
              </a:rPr>
              <a:t> </a:t>
            </a:r>
            <a:r>
              <a:rPr sz="1400" spc="-5" dirty="0">
                <a:latin typeface="Arial MT"/>
                <a:cs typeface="Arial MT"/>
              </a:rPr>
              <a:t>and</a:t>
            </a:r>
            <a:r>
              <a:rPr sz="1400" dirty="0">
                <a:latin typeface="Arial MT"/>
                <a:cs typeface="Arial MT"/>
              </a:rPr>
              <a:t> </a:t>
            </a:r>
            <a:r>
              <a:rPr sz="1400" spc="-5" dirty="0">
                <a:latin typeface="Arial MT"/>
                <a:cs typeface="Arial MT"/>
              </a:rPr>
              <a:t>Pt</a:t>
            </a:r>
            <a:r>
              <a:rPr sz="1400" spc="5" dirty="0">
                <a:latin typeface="Arial MT"/>
                <a:cs typeface="Arial MT"/>
              </a:rPr>
              <a:t> </a:t>
            </a:r>
            <a:r>
              <a:rPr sz="1400" spc="-10" dirty="0">
                <a:latin typeface="Arial MT"/>
                <a:cs typeface="Arial MT"/>
              </a:rPr>
              <a:t>oxidation</a:t>
            </a:r>
            <a:r>
              <a:rPr sz="1400" dirty="0">
                <a:latin typeface="Arial MT"/>
                <a:cs typeface="Arial MT"/>
              </a:rPr>
              <a:t> </a:t>
            </a:r>
            <a:r>
              <a:rPr sz="1400" spc="-10" dirty="0">
                <a:latin typeface="Arial MT"/>
                <a:cs typeface="Arial MT"/>
              </a:rPr>
              <a:t>state</a:t>
            </a:r>
            <a:endParaRPr sz="1400" dirty="0">
              <a:latin typeface="Arial MT"/>
              <a:cs typeface="Arial MT"/>
            </a:endParaRPr>
          </a:p>
          <a:p>
            <a:pPr marL="227965" marR="3281679" indent="-227965" algn="just">
              <a:lnSpc>
                <a:spcPct val="150000"/>
              </a:lnSpc>
              <a:spcBef>
                <a:spcPts val="880"/>
              </a:spcBef>
              <a:buChar char="•"/>
              <a:tabLst>
                <a:tab pos="227965" algn="l"/>
                <a:tab pos="317500" algn="l"/>
              </a:tabLst>
            </a:pPr>
            <a:r>
              <a:rPr sz="1600" spc="-5" dirty="0">
                <a:latin typeface="Arial MT"/>
                <a:cs typeface="Arial MT"/>
              </a:rPr>
              <a:t>Heavy</a:t>
            </a:r>
            <a:r>
              <a:rPr sz="1600" spc="-10" dirty="0">
                <a:latin typeface="Arial MT"/>
                <a:cs typeface="Arial MT"/>
              </a:rPr>
              <a:t> </a:t>
            </a:r>
            <a:r>
              <a:rPr sz="1600" spc="-5" dirty="0">
                <a:latin typeface="Arial MT"/>
                <a:cs typeface="Arial MT"/>
              </a:rPr>
              <a:t>metal</a:t>
            </a:r>
            <a:r>
              <a:rPr sz="1600" spc="-10" dirty="0">
                <a:latin typeface="Arial MT"/>
                <a:cs typeface="Arial MT"/>
              </a:rPr>
              <a:t> </a:t>
            </a:r>
            <a:r>
              <a:rPr sz="1600" spc="-5" dirty="0">
                <a:latin typeface="Arial MT"/>
                <a:cs typeface="Arial MT"/>
              </a:rPr>
              <a:t>or</a:t>
            </a:r>
            <a:r>
              <a:rPr sz="1600" spc="5" dirty="0">
                <a:latin typeface="Arial MT"/>
                <a:cs typeface="Arial MT"/>
              </a:rPr>
              <a:t> </a:t>
            </a:r>
            <a:r>
              <a:rPr sz="1600" spc="-5" dirty="0">
                <a:latin typeface="Arial MT"/>
                <a:cs typeface="Arial MT"/>
              </a:rPr>
              <a:t>pesticide</a:t>
            </a:r>
            <a:r>
              <a:rPr sz="1600" spc="-10" dirty="0">
                <a:latin typeface="Arial MT"/>
                <a:cs typeface="Arial MT"/>
              </a:rPr>
              <a:t> </a:t>
            </a:r>
            <a:r>
              <a:rPr sz="1600" spc="-5" dirty="0">
                <a:latin typeface="Arial MT"/>
                <a:cs typeface="Arial MT"/>
              </a:rPr>
              <a:t>impurities</a:t>
            </a:r>
            <a:r>
              <a:rPr sz="1600" spc="-10" dirty="0">
                <a:latin typeface="Arial MT"/>
                <a:cs typeface="Arial MT"/>
              </a:rPr>
              <a:t> </a:t>
            </a:r>
            <a:r>
              <a:rPr sz="1600" spc="-5" dirty="0">
                <a:latin typeface="Arial MT"/>
                <a:cs typeface="Arial MT"/>
              </a:rPr>
              <a:t>in natural</a:t>
            </a:r>
            <a:r>
              <a:rPr lang="en-IN" sz="1600" spc="-10" dirty="0">
                <a:latin typeface="Arial MT"/>
                <a:cs typeface="Arial MT"/>
              </a:rPr>
              <a:t> </a:t>
            </a:r>
            <a:r>
              <a:rPr sz="1600" spc="-5" dirty="0">
                <a:latin typeface="Arial MT"/>
                <a:cs typeface="Arial MT"/>
              </a:rPr>
              <a:t>products</a:t>
            </a:r>
            <a:endParaRPr sz="1600" dirty="0">
              <a:latin typeface="Arial MT"/>
              <a:cs typeface="Arial MT"/>
            </a:endParaRPr>
          </a:p>
          <a:p>
            <a:pPr marL="229870" marR="3273425" lvl="1" indent="-229870" algn="just">
              <a:lnSpc>
                <a:spcPct val="150000"/>
              </a:lnSpc>
              <a:spcBef>
                <a:spcPts val="919"/>
              </a:spcBef>
              <a:buChar char="–"/>
              <a:tabLst>
                <a:tab pos="229870" algn="l"/>
                <a:tab pos="230504" algn="l"/>
              </a:tabLst>
            </a:pPr>
            <a:r>
              <a:rPr sz="1400" spc="-5" dirty="0">
                <a:latin typeface="Arial MT"/>
                <a:cs typeface="Arial MT"/>
              </a:rPr>
              <a:t>For</a:t>
            </a:r>
            <a:r>
              <a:rPr sz="1400" spc="5" dirty="0">
                <a:latin typeface="Arial MT"/>
                <a:cs typeface="Arial MT"/>
              </a:rPr>
              <a:t> </a:t>
            </a:r>
            <a:r>
              <a:rPr sz="1400" spc="-10" dirty="0">
                <a:latin typeface="Arial MT"/>
                <a:cs typeface="Arial MT"/>
              </a:rPr>
              <a:t>example,</a:t>
            </a:r>
            <a:r>
              <a:rPr sz="1400" spc="10" dirty="0">
                <a:latin typeface="Arial MT"/>
                <a:cs typeface="Arial MT"/>
              </a:rPr>
              <a:t> </a:t>
            </a:r>
            <a:r>
              <a:rPr sz="1400" spc="-10" dirty="0">
                <a:latin typeface="Arial MT"/>
                <a:cs typeface="Arial MT"/>
              </a:rPr>
              <a:t>organomercury</a:t>
            </a:r>
            <a:r>
              <a:rPr sz="1400" spc="25" dirty="0">
                <a:latin typeface="Arial MT"/>
                <a:cs typeface="Arial MT"/>
              </a:rPr>
              <a:t> </a:t>
            </a:r>
            <a:r>
              <a:rPr sz="1400" spc="-5" dirty="0">
                <a:latin typeface="Arial MT"/>
                <a:cs typeface="Arial MT"/>
              </a:rPr>
              <a:t>or</a:t>
            </a:r>
            <a:r>
              <a:rPr sz="1400" spc="10" dirty="0">
                <a:latin typeface="Arial MT"/>
                <a:cs typeface="Arial MT"/>
              </a:rPr>
              <a:t> </a:t>
            </a:r>
            <a:r>
              <a:rPr sz="1400" spc="-10" dirty="0">
                <a:latin typeface="Arial MT"/>
                <a:cs typeface="Arial MT"/>
              </a:rPr>
              <a:t>organophosphorus</a:t>
            </a:r>
            <a:r>
              <a:rPr sz="1400" spc="15" dirty="0">
                <a:latin typeface="Arial MT"/>
                <a:cs typeface="Arial MT"/>
              </a:rPr>
              <a:t> </a:t>
            </a:r>
            <a:r>
              <a:rPr sz="1400" spc="-10" dirty="0">
                <a:latin typeface="Arial MT"/>
                <a:cs typeface="Arial MT"/>
              </a:rPr>
              <a:t>species</a:t>
            </a:r>
            <a:endParaRPr sz="1400" dirty="0">
              <a:latin typeface="Arial MT"/>
              <a:cs typeface="Arial MT"/>
            </a:endParaRPr>
          </a:p>
          <a:p>
            <a:pPr marL="368300" marR="17780" indent="-281305" algn="just">
              <a:lnSpc>
                <a:spcPct val="150000"/>
              </a:lnSpc>
              <a:spcBef>
                <a:spcPts val="550"/>
              </a:spcBef>
              <a:buClr>
                <a:srgbClr val="000000"/>
              </a:buClr>
              <a:buFont typeface="Wingdings"/>
              <a:buChar char=""/>
              <a:tabLst>
                <a:tab pos="384810" algn="l"/>
              </a:tabLst>
            </a:pPr>
            <a:r>
              <a:rPr sz="2000" b="1" spc="-10" dirty="0">
                <a:solidFill>
                  <a:srgbClr val="009ACC"/>
                </a:solidFill>
                <a:latin typeface="Arial"/>
                <a:cs typeface="Arial"/>
              </a:rPr>
              <a:t>Need</a:t>
            </a:r>
            <a:r>
              <a:rPr sz="2000" b="1" spc="10" dirty="0">
                <a:solidFill>
                  <a:srgbClr val="009ACC"/>
                </a:solidFill>
                <a:latin typeface="Arial"/>
                <a:cs typeface="Arial"/>
              </a:rPr>
              <a:t> </a:t>
            </a:r>
            <a:r>
              <a:rPr sz="2000" b="1" spc="-10" dirty="0">
                <a:solidFill>
                  <a:srgbClr val="009ACC"/>
                </a:solidFill>
                <a:latin typeface="Arial"/>
                <a:cs typeface="Arial"/>
              </a:rPr>
              <a:t>simple,</a:t>
            </a:r>
            <a:r>
              <a:rPr sz="2000" b="1" spc="10" dirty="0">
                <a:solidFill>
                  <a:srgbClr val="009ACC"/>
                </a:solidFill>
                <a:latin typeface="Arial"/>
                <a:cs typeface="Arial"/>
              </a:rPr>
              <a:t> </a:t>
            </a:r>
            <a:r>
              <a:rPr sz="2000" b="1" spc="-10" dirty="0">
                <a:solidFill>
                  <a:srgbClr val="009ACC"/>
                </a:solidFill>
                <a:latin typeface="Arial"/>
                <a:cs typeface="Arial"/>
              </a:rPr>
              <a:t>selective,</a:t>
            </a:r>
            <a:r>
              <a:rPr sz="2000" b="1" spc="15" dirty="0">
                <a:solidFill>
                  <a:srgbClr val="009ACC"/>
                </a:solidFill>
                <a:latin typeface="Arial"/>
                <a:cs typeface="Arial"/>
              </a:rPr>
              <a:t> </a:t>
            </a:r>
            <a:r>
              <a:rPr sz="2000" b="1" spc="-5" dirty="0">
                <a:solidFill>
                  <a:srgbClr val="009ACC"/>
                </a:solidFill>
                <a:latin typeface="Arial"/>
                <a:cs typeface="Arial"/>
              </a:rPr>
              <a:t>rapid,</a:t>
            </a:r>
            <a:r>
              <a:rPr sz="2000" b="1" spc="10" dirty="0">
                <a:solidFill>
                  <a:srgbClr val="009ACC"/>
                </a:solidFill>
                <a:latin typeface="Arial"/>
                <a:cs typeface="Arial"/>
              </a:rPr>
              <a:t> </a:t>
            </a:r>
            <a:r>
              <a:rPr sz="2000" b="1" spc="-5" dirty="0">
                <a:solidFill>
                  <a:srgbClr val="009ACC"/>
                </a:solidFill>
                <a:latin typeface="Arial"/>
                <a:cs typeface="Arial"/>
              </a:rPr>
              <a:t>sensitive</a:t>
            </a:r>
            <a:r>
              <a:rPr sz="2000" b="1" spc="10" dirty="0">
                <a:solidFill>
                  <a:srgbClr val="009ACC"/>
                </a:solidFill>
                <a:latin typeface="Arial"/>
                <a:cs typeface="Arial"/>
              </a:rPr>
              <a:t> </a:t>
            </a:r>
            <a:r>
              <a:rPr sz="2000" b="1" spc="-5" dirty="0">
                <a:solidFill>
                  <a:srgbClr val="009ACC"/>
                </a:solidFill>
                <a:latin typeface="Arial"/>
                <a:cs typeface="Arial"/>
              </a:rPr>
              <a:t>and</a:t>
            </a:r>
            <a:r>
              <a:rPr sz="2000" b="1" spc="15" dirty="0">
                <a:solidFill>
                  <a:srgbClr val="009ACC"/>
                </a:solidFill>
                <a:latin typeface="Arial"/>
                <a:cs typeface="Arial"/>
              </a:rPr>
              <a:t> </a:t>
            </a:r>
            <a:r>
              <a:rPr sz="2000" b="1" spc="-10" dirty="0">
                <a:solidFill>
                  <a:srgbClr val="009ACC"/>
                </a:solidFill>
                <a:latin typeface="Arial"/>
                <a:cs typeface="Arial"/>
              </a:rPr>
              <a:t>accurate</a:t>
            </a:r>
            <a:r>
              <a:rPr sz="2000" b="1" spc="10" dirty="0">
                <a:solidFill>
                  <a:srgbClr val="009ACC"/>
                </a:solidFill>
                <a:latin typeface="Arial"/>
                <a:cs typeface="Arial"/>
              </a:rPr>
              <a:t> </a:t>
            </a:r>
            <a:endParaRPr lang="en-IN" sz="2000" b="1" spc="10" dirty="0">
              <a:solidFill>
                <a:srgbClr val="009ACC"/>
              </a:solidFill>
              <a:latin typeface="Arial"/>
              <a:cs typeface="Arial"/>
            </a:endParaRPr>
          </a:p>
          <a:p>
            <a:pPr marL="86995" marR="17780" algn="just">
              <a:lnSpc>
                <a:spcPct val="150000"/>
              </a:lnSpc>
              <a:spcBef>
                <a:spcPts val="550"/>
              </a:spcBef>
              <a:buClr>
                <a:srgbClr val="000000"/>
              </a:buClr>
              <a:tabLst>
                <a:tab pos="384810" algn="l"/>
              </a:tabLst>
            </a:pPr>
            <a:r>
              <a:rPr sz="2000" b="1" spc="-10" dirty="0">
                <a:solidFill>
                  <a:srgbClr val="009ACC"/>
                </a:solidFill>
                <a:latin typeface="Arial"/>
                <a:cs typeface="Arial"/>
              </a:rPr>
              <a:t>determination </a:t>
            </a:r>
            <a:r>
              <a:rPr sz="2000" b="1" spc="-540" dirty="0">
                <a:solidFill>
                  <a:srgbClr val="009ACC"/>
                </a:solidFill>
                <a:latin typeface="Arial"/>
                <a:cs typeface="Arial"/>
              </a:rPr>
              <a:t> </a:t>
            </a:r>
            <a:r>
              <a:rPr sz="2000" b="1" spc="-5" dirty="0">
                <a:solidFill>
                  <a:srgbClr val="009ACC"/>
                </a:solidFill>
                <a:latin typeface="Arial"/>
                <a:cs typeface="Arial"/>
              </a:rPr>
              <a:t>of</a:t>
            </a:r>
            <a:r>
              <a:rPr sz="2000" b="1" spc="-10" dirty="0">
                <a:solidFill>
                  <a:srgbClr val="009ACC"/>
                </a:solidFill>
                <a:latin typeface="Arial"/>
                <a:cs typeface="Arial"/>
              </a:rPr>
              <a:t> these</a:t>
            </a:r>
            <a:r>
              <a:rPr sz="2000" b="1" spc="-5" dirty="0">
                <a:solidFill>
                  <a:srgbClr val="009ACC"/>
                </a:solidFill>
                <a:latin typeface="Arial"/>
                <a:cs typeface="Arial"/>
              </a:rPr>
              <a:t> </a:t>
            </a:r>
            <a:r>
              <a:rPr sz="2000" b="1" spc="-10" dirty="0">
                <a:solidFill>
                  <a:srgbClr val="009ACC"/>
                </a:solidFill>
                <a:latin typeface="Arial"/>
                <a:cs typeface="Arial"/>
              </a:rPr>
              <a:t>species</a:t>
            </a:r>
            <a:endParaRPr sz="2000" dirty="0">
              <a:latin typeface="Arial"/>
              <a:cs typeface="Arial"/>
            </a:endParaRPr>
          </a:p>
        </p:txBody>
      </p:sp>
    </p:spTree>
    <p:extLst>
      <p:ext uri="{BB962C8B-B14F-4D97-AF65-F5344CB8AC3E}">
        <p14:creationId xmlns:p14="http://schemas.microsoft.com/office/powerpoint/2010/main" val="2918792159"/>
      </p:ext>
    </p:extLst>
  </p:cSld>
  <p:clrMapOvr>
    <a:masterClrMapping/>
  </p:clrMapOvr>
  <p:transition>
    <p:wipe dir="d"/>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a:extLst>
              <a:ext uri="{FF2B5EF4-FFF2-40B4-BE49-F238E27FC236}">
                <a16:creationId xmlns:a16="http://schemas.microsoft.com/office/drawing/2014/main" id="{65051CD2-4544-4830-BF30-999891CF05CF}"/>
              </a:ext>
            </a:extLst>
          </p:cNvPr>
          <p:cNvGrpSpPr/>
          <p:nvPr/>
        </p:nvGrpSpPr>
        <p:grpSpPr>
          <a:xfrm>
            <a:off x="2927798" y="381639"/>
            <a:ext cx="6837680" cy="3333115"/>
            <a:chOff x="2516181" y="685799"/>
            <a:chExt cx="6837680" cy="3333115"/>
          </a:xfrm>
        </p:grpSpPr>
        <p:sp>
          <p:nvSpPr>
            <p:cNvPr id="3" name="object 3">
              <a:extLst>
                <a:ext uri="{FF2B5EF4-FFF2-40B4-BE49-F238E27FC236}">
                  <a16:creationId xmlns:a16="http://schemas.microsoft.com/office/drawing/2014/main" id="{26D0F7E1-C400-4DD7-B0F4-C6B55CC0401C}"/>
                </a:ext>
              </a:extLst>
            </p:cNvPr>
            <p:cNvSpPr/>
            <p:nvPr/>
          </p:nvSpPr>
          <p:spPr>
            <a:xfrm>
              <a:off x="8634988" y="1824234"/>
              <a:ext cx="127635" cy="617220"/>
            </a:xfrm>
            <a:custGeom>
              <a:avLst/>
              <a:gdLst/>
              <a:ahLst/>
              <a:cxnLst/>
              <a:rect l="l" t="t" r="r" b="b"/>
              <a:pathLst>
                <a:path w="127634" h="617219">
                  <a:moveTo>
                    <a:pt x="0" y="617224"/>
                  </a:moveTo>
                  <a:lnTo>
                    <a:pt x="127249" y="617224"/>
                  </a:lnTo>
                  <a:lnTo>
                    <a:pt x="127249" y="0"/>
                  </a:lnTo>
                  <a:lnTo>
                    <a:pt x="0" y="0"/>
                  </a:lnTo>
                  <a:lnTo>
                    <a:pt x="0" y="617224"/>
                  </a:lnTo>
                  <a:close/>
                </a:path>
              </a:pathLst>
            </a:custGeom>
            <a:solidFill>
              <a:srgbClr val="A5A5A5"/>
            </a:solidFill>
          </p:spPr>
          <p:txBody>
            <a:bodyPr wrap="square" lIns="0" tIns="0" rIns="0" bIns="0" rtlCol="0"/>
            <a:lstStyle/>
            <a:p>
              <a:endParaRPr/>
            </a:p>
          </p:txBody>
        </p:sp>
        <p:sp>
          <p:nvSpPr>
            <p:cNvPr id="4" name="object 4">
              <a:extLst>
                <a:ext uri="{FF2B5EF4-FFF2-40B4-BE49-F238E27FC236}">
                  <a16:creationId xmlns:a16="http://schemas.microsoft.com/office/drawing/2014/main" id="{F56560BC-F10F-4A72-9BCD-2FCC61464524}"/>
                </a:ext>
              </a:extLst>
            </p:cNvPr>
            <p:cNvSpPr/>
            <p:nvPr/>
          </p:nvSpPr>
          <p:spPr>
            <a:xfrm>
              <a:off x="8634988" y="1824234"/>
              <a:ext cx="131445" cy="617220"/>
            </a:xfrm>
            <a:custGeom>
              <a:avLst/>
              <a:gdLst/>
              <a:ahLst/>
              <a:cxnLst/>
              <a:rect l="l" t="t" r="r" b="b"/>
              <a:pathLst>
                <a:path w="131445" h="617219">
                  <a:moveTo>
                    <a:pt x="131060" y="0"/>
                  </a:moveTo>
                  <a:lnTo>
                    <a:pt x="0" y="0"/>
                  </a:lnTo>
                  <a:lnTo>
                    <a:pt x="0" y="617224"/>
                  </a:lnTo>
                  <a:lnTo>
                    <a:pt x="131060" y="617224"/>
                  </a:lnTo>
                  <a:lnTo>
                    <a:pt x="131060" y="0"/>
                  </a:lnTo>
                  <a:close/>
                </a:path>
              </a:pathLst>
            </a:custGeom>
            <a:ln w="18860">
              <a:solidFill>
                <a:srgbClr val="000000"/>
              </a:solidFill>
            </a:ln>
          </p:spPr>
          <p:txBody>
            <a:bodyPr wrap="square" lIns="0" tIns="0" rIns="0" bIns="0" rtlCol="0"/>
            <a:lstStyle/>
            <a:p>
              <a:endParaRPr/>
            </a:p>
          </p:txBody>
        </p:sp>
        <p:sp>
          <p:nvSpPr>
            <p:cNvPr id="5" name="object 5">
              <a:extLst>
                <a:ext uri="{FF2B5EF4-FFF2-40B4-BE49-F238E27FC236}">
                  <a16:creationId xmlns:a16="http://schemas.microsoft.com/office/drawing/2014/main" id="{9407A596-83EA-4814-8E02-1DC7AA00A2AD}"/>
                </a:ext>
              </a:extLst>
            </p:cNvPr>
            <p:cNvSpPr/>
            <p:nvPr/>
          </p:nvSpPr>
          <p:spPr>
            <a:xfrm>
              <a:off x="8762238" y="1554480"/>
              <a:ext cx="295910" cy="1155700"/>
            </a:xfrm>
            <a:custGeom>
              <a:avLst/>
              <a:gdLst/>
              <a:ahLst/>
              <a:cxnLst/>
              <a:rect l="l" t="t" r="r" b="b"/>
              <a:pathLst>
                <a:path w="295909" h="1155700">
                  <a:moveTo>
                    <a:pt x="295655" y="1155191"/>
                  </a:moveTo>
                  <a:lnTo>
                    <a:pt x="295655" y="0"/>
                  </a:lnTo>
                  <a:lnTo>
                    <a:pt x="0" y="0"/>
                  </a:lnTo>
                  <a:lnTo>
                    <a:pt x="0" y="1155192"/>
                  </a:lnTo>
                  <a:lnTo>
                    <a:pt x="295655" y="1155191"/>
                  </a:lnTo>
                  <a:close/>
                </a:path>
              </a:pathLst>
            </a:custGeom>
            <a:solidFill>
              <a:srgbClr val="999999"/>
            </a:solidFill>
          </p:spPr>
          <p:txBody>
            <a:bodyPr wrap="square" lIns="0" tIns="0" rIns="0" bIns="0" rtlCol="0"/>
            <a:lstStyle/>
            <a:p>
              <a:endParaRPr/>
            </a:p>
          </p:txBody>
        </p:sp>
        <p:sp>
          <p:nvSpPr>
            <p:cNvPr id="6" name="object 6">
              <a:extLst>
                <a:ext uri="{FF2B5EF4-FFF2-40B4-BE49-F238E27FC236}">
                  <a16:creationId xmlns:a16="http://schemas.microsoft.com/office/drawing/2014/main" id="{8786AE4B-CFEB-4D8A-B2E2-E08A803C05C3}"/>
                </a:ext>
              </a:extLst>
            </p:cNvPr>
            <p:cNvSpPr/>
            <p:nvPr/>
          </p:nvSpPr>
          <p:spPr>
            <a:xfrm>
              <a:off x="8762237" y="1554476"/>
              <a:ext cx="295910" cy="1155700"/>
            </a:xfrm>
            <a:custGeom>
              <a:avLst/>
              <a:gdLst/>
              <a:ahLst/>
              <a:cxnLst/>
              <a:rect l="l" t="t" r="r" b="b"/>
              <a:pathLst>
                <a:path w="295909" h="1155700">
                  <a:moveTo>
                    <a:pt x="295650" y="0"/>
                  </a:moveTo>
                  <a:lnTo>
                    <a:pt x="0" y="0"/>
                  </a:lnTo>
                  <a:lnTo>
                    <a:pt x="0" y="1155193"/>
                  </a:lnTo>
                  <a:lnTo>
                    <a:pt x="295650" y="1155193"/>
                  </a:lnTo>
                  <a:lnTo>
                    <a:pt x="295650" y="0"/>
                  </a:lnTo>
                  <a:close/>
                </a:path>
              </a:pathLst>
            </a:custGeom>
            <a:ln w="18871">
              <a:solidFill>
                <a:srgbClr val="000000"/>
              </a:solidFill>
            </a:ln>
          </p:spPr>
          <p:txBody>
            <a:bodyPr wrap="square" lIns="0" tIns="0" rIns="0" bIns="0" rtlCol="0"/>
            <a:lstStyle/>
            <a:p>
              <a:endParaRPr/>
            </a:p>
          </p:txBody>
        </p:sp>
        <p:sp>
          <p:nvSpPr>
            <p:cNvPr id="7" name="object 7">
              <a:extLst>
                <a:ext uri="{FF2B5EF4-FFF2-40B4-BE49-F238E27FC236}">
                  <a16:creationId xmlns:a16="http://schemas.microsoft.com/office/drawing/2014/main" id="{B3EE5812-E58E-4134-B1AE-26746C402E84}"/>
                </a:ext>
              </a:extLst>
            </p:cNvPr>
            <p:cNvSpPr/>
            <p:nvPr/>
          </p:nvSpPr>
          <p:spPr>
            <a:xfrm>
              <a:off x="6759702" y="2060460"/>
              <a:ext cx="1510030" cy="109220"/>
            </a:xfrm>
            <a:custGeom>
              <a:avLst/>
              <a:gdLst/>
              <a:ahLst/>
              <a:cxnLst/>
              <a:rect l="l" t="t" r="r" b="b"/>
              <a:pathLst>
                <a:path w="1510029" h="109219">
                  <a:moveTo>
                    <a:pt x="313169" y="0"/>
                  </a:moveTo>
                  <a:lnTo>
                    <a:pt x="0" y="0"/>
                  </a:lnTo>
                  <a:lnTo>
                    <a:pt x="0" y="108966"/>
                  </a:lnTo>
                  <a:lnTo>
                    <a:pt x="313169" y="108966"/>
                  </a:lnTo>
                  <a:lnTo>
                    <a:pt x="313169" y="0"/>
                  </a:lnTo>
                  <a:close/>
                </a:path>
                <a:path w="1510029" h="109219">
                  <a:moveTo>
                    <a:pt x="1066787" y="0"/>
                  </a:moveTo>
                  <a:lnTo>
                    <a:pt x="463283" y="0"/>
                  </a:lnTo>
                  <a:lnTo>
                    <a:pt x="463283" y="108966"/>
                  </a:lnTo>
                  <a:lnTo>
                    <a:pt x="1066787" y="108966"/>
                  </a:lnTo>
                  <a:lnTo>
                    <a:pt x="1066787" y="0"/>
                  </a:lnTo>
                  <a:close/>
                </a:path>
                <a:path w="1510029" h="109219">
                  <a:moveTo>
                    <a:pt x="1509522" y="0"/>
                  </a:moveTo>
                  <a:lnTo>
                    <a:pt x="1216901" y="0"/>
                  </a:lnTo>
                  <a:lnTo>
                    <a:pt x="1216901" y="108966"/>
                  </a:lnTo>
                  <a:lnTo>
                    <a:pt x="1509522" y="108966"/>
                  </a:lnTo>
                  <a:lnTo>
                    <a:pt x="1509522" y="0"/>
                  </a:lnTo>
                  <a:close/>
                </a:path>
              </a:pathLst>
            </a:custGeom>
            <a:solidFill>
              <a:srgbClr val="BFBFBF"/>
            </a:solidFill>
          </p:spPr>
          <p:txBody>
            <a:bodyPr wrap="square" lIns="0" tIns="0" rIns="0" bIns="0" rtlCol="0"/>
            <a:lstStyle/>
            <a:p>
              <a:endParaRPr/>
            </a:p>
          </p:txBody>
        </p:sp>
        <p:sp>
          <p:nvSpPr>
            <p:cNvPr id="8" name="object 8">
              <a:extLst>
                <a:ext uri="{FF2B5EF4-FFF2-40B4-BE49-F238E27FC236}">
                  <a16:creationId xmlns:a16="http://schemas.microsoft.com/office/drawing/2014/main" id="{EDFA03C2-665C-4E47-AA80-C6F717E9C6B6}"/>
                </a:ext>
              </a:extLst>
            </p:cNvPr>
            <p:cNvSpPr/>
            <p:nvPr/>
          </p:nvSpPr>
          <p:spPr>
            <a:xfrm>
              <a:off x="6759704" y="2060451"/>
              <a:ext cx="1510030" cy="109220"/>
            </a:xfrm>
            <a:custGeom>
              <a:avLst/>
              <a:gdLst/>
              <a:ahLst/>
              <a:cxnLst/>
              <a:rect l="l" t="t" r="r" b="b"/>
              <a:pathLst>
                <a:path w="1510029" h="109219">
                  <a:moveTo>
                    <a:pt x="1509523" y="0"/>
                  </a:moveTo>
                  <a:lnTo>
                    <a:pt x="0" y="0"/>
                  </a:lnTo>
                  <a:lnTo>
                    <a:pt x="0" y="108965"/>
                  </a:lnTo>
                  <a:lnTo>
                    <a:pt x="1509523" y="108965"/>
                  </a:lnTo>
                  <a:lnTo>
                    <a:pt x="1509523" y="0"/>
                  </a:lnTo>
                  <a:close/>
                </a:path>
              </a:pathLst>
            </a:custGeom>
            <a:ln w="19445">
              <a:solidFill>
                <a:srgbClr val="000000"/>
              </a:solidFill>
            </a:ln>
          </p:spPr>
          <p:txBody>
            <a:bodyPr wrap="square" lIns="0" tIns="0" rIns="0" bIns="0" rtlCol="0"/>
            <a:lstStyle/>
            <a:p>
              <a:endParaRPr/>
            </a:p>
          </p:txBody>
        </p:sp>
        <p:sp>
          <p:nvSpPr>
            <p:cNvPr id="9" name="object 9">
              <a:extLst>
                <a:ext uri="{FF2B5EF4-FFF2-40B4-BE49-F238E27FC236}">
                  <a16:creationId xmlns:a16="http://schemas.microsoft.com/office/drawing/2014/main" id="{C4CA4FF2-C8CC-4E8E-86DE-B426E328C6B4}"/>
                </a:ext>
              </a:extLst>
            </p:cNvPr>
            <p:cNvSpPr/>
            <p:nvPr/>
          </p:nvSpPr>
          <p:spPr>
            <a:xfrm>
              <a:off x="6759702" y="2257818"/>
              <a:ext cx="1510030" cy="111760"/>
            </a:xfrm>
            <a:custGeom>
              <a:avLst/>
              <a:gdLst/>
              <a:ahLst/>
              <a:cxnLst/>
              <a:rect l="l" t="t" r="r" b="b"/>
              <a:pathLst>
                <a:path w="1510029" h="111760">
                  <a:moveTo>
                    <a:pt x="313169" y="0"/>
                  </a:moveTo>
                  <a:lnTo>
                    <a:pt x="0" y="0"/>
                  </a:lnTo>
                  <a:lnTo>
                    <a:pt x="0" y="111252"/>
                  </a:lnTo>
                  <a:lnTo>
                    <a:pt x="313169" y="111252"/>
                  </a:lnTo>
                  <a:lnTo>
                    <a:pt x="313169" y="0"/>
                  </a:lnTo>
                  <a:close/>
                </a:path>
                <a:path w="1510029" h="111760">
                  <a:moveTo>
                    <a:pt x="1066787" y="0"/>
                  </a:moveTo>
                  <a:lnTo>
                    <a:pt x="463283" y="0"/>
                  </a:lnTo>
                  <a:lnTo>
                    <a:pt x="463283" y="111252"/>
                  </a:lnTo>
                  <a:lnTo>
                    <a:pt x="1066787" y="111252"/>
                  </a:lnTo>
                  <a:lnTo>
                    <a:pt x="1066787" y="0"/>
                  </a:lnTo>
                  <a:close/>
                </a:path>
                <a:path w="1510029" h="111760">
                  <a:moveTo>
                    <a:pt x="1509522" y="0"/>
                  </a:moveTo>
                  <a:lnTo>
                    <a:pt x="1216901" y="0"/>
                  </a:lnTo>
                  <a:lnTo>
                    <a:pt x="1216901" y="111252"/>
                  </a:lnTo>
                  <a:lnTo>
                    <a:pt x="1509522" y="111252"/>
                  </a:lnTo>
                  <a:lnTo>
                    <a:pt x="1509522" y="0"/>
                  </a:lnTo>
                  <a:close/>
                </a:path>
              </a:pathLst>
            </a:custGeom>
            <a:solidFill>
              <a:srgbClr val="BFBFBF"/>
            </a:solidFill>
          </p:spPr>
          <p:txBody>
            <a:bodyPr wrap="square" lIns="0" tIns="0" rIns="0" bIns="0" rtlCol="0"/>
            <a:lstStyle/>
            <a:p>
              <a:endParaRPr/>
            </a:p>
          </p:txBody>
        </p:sp>
        <p:sp>
          <p:nvSpPr>
            <p:cNvPr id="10" name="object 10">
              <a:extLst>
                <a:ext uri="{FF2B5EF4-FFF2-40B4-BE49-F238E27FC236}">
                  <a16:creationId xmlns:a16="http://schemas.microsoft.com/office/drawing/2014/main" id="{A1DC17DD-FEF6-4695-BD84-6079A54E1F3D}"/>
                </a:ext>
              </a:extLst>
            </p:cNvPr>
            <p:cNvSpPr/>
            <p:nvPr/>
          </p:nvSpPr>
          <p:spPr>
            <a:xfrm>
              <a:off x="6759704" y="2257808"/>
              <a:ext cx="1510030" cy="111760"/>
            </a:xfrm>
            <a:custGeom>
              <a:avLst/>
              <a:gdLst/>
              <a:ahLst/>
              <a:cxnLst/>
              <a:rect l="l" t="t" r="r" b="b"/>
              <a:pathLst>
                <a:path w="1510029" h="111760">
                  <a:moveTo>
                    <a:pt x="1509523" y="0"/>
                  </a:moveTo>
                  <a:lnTo>
                    <a:pt x="0" y="0"/>
                  </a:lnTo>
                  <a:lnTo>
                    <a:pt x="0" y="111251"/>
                  </a:lnTo>
                  <a:lnTo>
                    <a:pt x="1509523" y="111251"/>
                  </a:lnTo>
                  <a:lnTo>
                    <a:pt x="1509523" y="0"/>
                  </a:lnTo>
                  <a:close/>
                </a:path>
              </a:pathLst>
            </a:custGeom>
            <a:ln w="19445">
              <a:solidFill>
                <a:srgbClr val="000000"/>
              </a:solidFill>
            </a:ln>
          </p:spPr>
          <p:txBody>
            <a:bodyPr wrap="square" lIns="0" tIns="0" rIns="0" bIns="0" rtlCol="0"/>
            <a:lstStyle/>
            <a:p>
              <a:endParaRPr/>
            </a:p>
          </p:txBody>
        </p:sp>
        <p:sp>
          <p:nvSpPr>
            <p:cNvPr id="11" name="object 11">
              <a:extLst>
                <a:ext uri="{FF2B5EF4-FFF2-40B4-BE49-F238E27FC236}">
                  <a16:creationId xmlns:a16="http://schemas.microsoft.com/office/drawing/2014/main" id="{C0E5BF69-AC79-411A-ABE7-CD6F07ABEFD0}"/>
                </a:ext>
              </a:extLst>
            </p:cNvPr>
            <p:cNvSpPr/>
            <p:nvPr/>
          </p:nvSpPr>
          <p:spPr>
            <a:xfrm>
              <a:off x="7072876" y="1987300"/>
              <a:ext cx="150495" cy="452120"/>
            </a:xfrm>
            <a:custGeom>
              <a:avLst/>
              <a:gdLst/>
              <a:ahLst/>
              <a:cxnLst/>
              <a:rect l="l" t="t" r="r" b="b"/>
              <a:pathLst>
                <a:path w="150495" h="452119">
                  <a:moveTo>
                    <a:pt x="150118" y="451861"/>
                  </a:moveTo>
                  <a:lnTo>
                    <a:pt x="0" y="451861"/>
                  </a:lnTo>
                  <a:lnTo>
                    <a:pt x="0" y="0"/>
                  </a:lnTo>
                  <a:lnTo>
                    <a:pt x="150118" y="0"/>
                  </a:lnTo>
                  <a:lnTo>
                    <a:pt x="150118" y="451861"/>
                  </a:lnTo>
                  <a:close/>
                </a:path>
              </a:pathLst>
            </a:custGeom>
            <a:solidFill>
              <a:srgbClr val="FFFFFF"/>
            </a:solidFill>
          </p:spPr>
          <p:txBody>
            <a:bodyPr wrap="square" lIns="0" tIns="0" rIns="0" bIns="0" rtlCol="0"/>
            <a:lstStyle/>
            <a:p>
              <a:endParaRPr/>
            </a:p>
          </p:txBody>
        </p:sp>
        <p:sp>
          <p:nvSpPr>
            <p:cNvPr id="12" name="object 12">
              <a:extLst>
                <a:ext uri="{FF2B5EF4-FFF2-40B4-BE49-F238E27FC236}">
                  <a16:creationId xmlns:a16="http://schemas.microsoft.com/office/drawing/2014/main" id="{20951E2C-6688-4DE6-B3E6-12FFA57CF95B}"/>
                </a:ext>
              </a:extLst>
            </p:cNvPr>
            <p:cNvSpPr/>
            <p:nvPr/>
          </p:nvSpPr>
          <p:spPr>
            <a:xfrm>
              <a:off x="7072876" y="1987300"/>
              <a:ext cx="150495" cy="452120"/>
            </a:xfrm>
            <a:custGeom>
              <a:avLst/>
              <a:gdLst/>
              <a:ahLst/>
              <a:cxnLst/>
              <a:rect l="l" t="t" r="r" b="b"/>
              <a:pathLst>
                <a:path w="150495" h="452119">
                  <a:moveTo>
                    <a:pt x="150118" y="0"/>
                  </a:moveTo>
                  <a:lnTo>
                    <a:pt x="0" y="0"/>
                  </a:lnTo>
                  <a:lnTo>
                    <a:pt x="0" y="451861"/>
                  </a:lnTo>
                  <a:lnTo>
                    <a:pt x="150118" y="451861"/>
                  </a:lnTo>
                  <a:lnTo>
                    <a:pt x="150118" y="0"/>
                  </a:lnTo>
                  <a:close/>
                </a:path>
              </a:pathLst>
            </a:custGeom>
            <a:ln w="18894">
              <a:solidFill>
                <a:srgbClr val="000000"/>
              </a:solidFill>
            </a:ln>
          </p:spPr>
          <p:txBody>
            <a:bodyPr wrap="square" lIns="0" tIns="0" rIns="0" bIns="0" rtlCol="0"/>
            <a:lstStyle/>
            <a:p>
              <a:endParaRPr/>
            </a:p>
          </p:txBody>
        </p:sp>
        <p:sp>
          <p:nvSpPr>
            <p:cNvPr id="13" name="object 13">
              <a:extLst>
                <a:ext uri="{FF2B5EF4-FFF2-40B4-BE49-F238E27FC236}">
                  <a16:creationId xmlns:a16="http://schemas.microsoft.com/office/drawing/2014/main" id="{FBA2D2FA-EF08-452B-B234-1F5D0D0E6E0C}"/>
                </a:ext>
              </a:extLst>
            </p:cNvPr>
            <p:cNvSpPr/>
            <p:nvPr/>
          </p:nvSpPr>
          <p:spPr>
            <a:xfrm>
              <a:off x="7826494" y="1987300"/>
              <a:ext cx="150495" cy="452120"/>
            </a:xfrm>
            <a:custGeom>
              <a:avLst/>
              <a:gdLst/>
              <a:ahLst/>
              <a:cxnLst/>
              <a:rect l="l" t="t" r="r" b="b"/>
              <a:pathLst>
                <a:path w="150495" h="452119">
                  <a:moveTo>
                    <a:pt x="150118" y="451861"/>
                  </a:moveTo>
                  <a:lnTo>
                    <a:pt x="0" y="451861"/>
                  </a:lnTo>
                  <a:lnTo>
                    <a:pt x="0" y="0"/>
                  </a:lnTo>
                  <a:lnTo>
                    <a:pt x="150118" y="0"/>
                  </a:lnTo>
                  <a:lnTo>
                    <a:pt x="150118" y="451861"/>
                  </a:lnTo>
                  <a:close/>
                </a:path>
              </a:pathLst>
            </a:custGeom>
            <a:solidFill>
              <a:srgbClr val="FFFFFF"/>
            </a:solidFill>
          </p:spPr>
          <p:txBody>
            <a:bodyPr wrap="square" lIns="0" tIns="0" rIns="0" bIns="0" rtlCol="0"/>
            <a:lstStyle/>
            <a:p>
              <a:endParaRPr/>
            </a:p>
          </p:txBody>
        </p:sp>
        <p:sp>
          <p:nvSpPr>
            <p:cNvPr id="14" name="object 14">
              <a:extLst>
                <a:ext uri="{FF2B5EF4-FFF2-40B4-BE49-F238E27FC236}">
                  <a16:creationId xmlns:a16="http://schemas.microsoft.com/office/drawing/2014/main" id="{43ED3D47-43BA-4975-AD38-2879B3F730C3}"/>
                </a:ext>
              </a:extLst>
            </p:cNvPr>
            <p:cNvSpPr/>
            <p:nvPr/>
          </p:nvSpPr>
          <p:spPr>
            <a:xfrm>
              <a:off x="5932176" y="1950725"/>
              <a:ext cx="2044700" cy="488950"/>
            </a:xfrm>
            <a:custGeom>
              <a:avLst/>
              <a:gdLst/>
              <a:ahLst/>
              <a:cxnLst/>
              <a:rect l="l" t="t" r="r" b="b"/>
              <a:pathLst>
                <a:path w="2044700" h="488950">
                  <a:moveTo>
                    <a:pt x="2044436" y="36575"/>
                  </a:moveTo>
                  <a:lnTo>
                    <a:pt x="1894317" y="36575"/>
                  </a:lnTo>
                  <a:lnTo>
                    <a:pt x="1894317" y="488436"/>
                  </a:lnTo>
                  <a:lnTo>
                    <a:pt x="2044436" y="488436"/>
                  </a:lnTo>
                  <a:lnTo>
                    <a:pt x="2044436" y="36575"/>
                  </a:lnTo>
                  <a:close/>
                </a:path>
                <a:path w="2044700" h="488950">
                  <a:moveTo>
                    <a:pt x="277367" y="0"/>
                  </a:moveTo>
                  <a:lnTo>
                    <a:pt x="0" y="0"/>
                  </a:lnTo>
                  <a:lnTo>
                    <a:pt x="0" y="38099"/>
                  </a:lnTo>
                  <a:lnTo>
                    <a:pt x="277367" y="38099"/>
                  </a:lnTo>
                  <a:lnTo>
                    <a:pt x="277367" y="0"/>
                  </a:lnTo>
                  <a:close/>
                </a:path>
                <a:path w="2044700" h="488950">
                  <a:moveTo>
                    <a:pt x="277367" y="307082"/>
                  </a:moveTo>
                  <a:lnTo>
                    <a:pt x="16759" y="307082"/>
                  </a:lnTo>
                  <a:lnTo>
                    <a:pt x="16759" y="345182"/>
                  </a:lnTo>
                  <a:lnTo>
                    <a:pt x="277367" y="345182"/>
                  </a:lnTo>
                  <a:lnTo>
                    <a:pt x="277367" y="307082"/>
                  </a:lnTo>
                  <a:close/>
                </a:path>
              </a:pathLst>
            </a:custGeom>
            <a:ln w="19141">
              <a:solidFill>
                <a:srgbClr val="000000"/>
              </a:solidFill>
            </a:ln>
          </p:spPr>
          <p:txBody>
            <a:bodyPr wrap="square" lIns="0" tIns="0" rIns="0" bIns="0" rtlCol="0"/>
            <a:lstStyle/>
            <a:p>
              <a:endParaRPr/>
            </a:p>
          </p:txBody>
        </p:sp>
        <p:sp>
          <p:nvSpPr>
            <p:cNvPr id="15" name="object 15">
              <a:extLst>
                <a:ext uri="{FF2B5EF4-FFF2-40B4-BE49-F238E27FC236}">
                  <a16:creationId xmlns:a16="http://schemas.microsoft.com/office/drawing/2014/main" id="{B1157FA9-6DA2-4B99-A83F-32033DDE1354}"/>
                </a:ext>
              </a:extLst>
            </p:cNvPr>
            <p:cNvSpPr/>
            <p:nvPr/>
          </p:nvSpPr>
          <p:spPr>
            <a:xfrm>
              <a:off x="6170677" y="1880620"/>
              <a:ext cx="74930" cy="488950"/>
            </a:xfrm>
            <a:custGeom>
              <a:avLst/>
              <a:gdLst/>
              <a:ahLst/>
              <a:cxnLst/>
              <a:rect l="l" t="t" r="r" b="b"/>
              <a:pathLst>
                <a:path w="74929" h="488950">
                  <a:moveTo>
                    <a:pt x="37342" y="488436"/>
                  </a:moveTo>
                  <a:lnTo>
                    <a:pt x="14976" y="441180"/>
                  </a:lnTo>
                  <a:lnTo>
                    <a:pt x="6996" y="388200"/>
                  </a:lnTo>
                  <a:lnTo>
                    <a:pt x="1834" y="321063"/>
                  </a:lnTo>
                  <a:lnTo>
                    <a:pt x="0" y="243831"/>
                  </a:lnTo>
                  <a:lnTo>
                    <a:pt x="1834" y="166683"/>
                  </a:lnTo>
                  <a:lnTo>
                    <a:pt x="6996" y="99740"/>
                  </a:lnTo>
                  <a:lnTo>
                    <a:pt x="14976" y="46986"/>
                  </a:lnTo>
                  <a:lnTo>
                    <a:pt x="25261" y="12411"/>
                  </a:lnTo>
                  <a:lnTo>
                    <a:pt x="37342" y="0"/>
                  </a:lnTo>
                  <a:lnTo>
                    <a:pt x="49123" y="12411"/>
                  </a:lnTo>
                  <a:lnTo>
                    <a:pt x="59368" y="46986"/>
                  </a:lnTo>
                  <a:lnTo>
                    <a:pt x="67456" y="99740"/>
                  </a:lnTo>
                  <a:lnTo>
                    <a:pt x="72764" y="166683"/>
                  </a:lnTo>
                  <a:lnTo>
                    <a:pt x="74671" y="243831"/>
                  </a:lnTo>
                  <a:lnTo>
                    <a:pt x="72764" y="321063"/>
                  </a:lnTo>
                  <a:lnTo>
                    <a:pt x="67456" y="388200"/>
                  </a:lnTo>
                  <a:lnTo>
                    <a:pt x="59368" y="441180"/>
                  </a:lnTo>
                  <a:lnTo>
                    <a:pt x="49123" y="475945"/>
                  </a:lnTo>
                  <a:lnTo>
                    <a:pt x="37342" y="488436"/>
                  </a:lnTo>
                  <a:close/>
                </a:path>
              </a:pathLst>
            </a:custGeom>
            <a:solidFill>
              <a:srgbClr val="E5E5E5"/>
            </a:solidFill>
          </p:spPr>
          <p:txBody>
            <a:bodyPr wrap="square" lIns="0" tIns="0" rIns="0" bIns="0" rtlCol="0"/>
            <a:lstStyle/>
            <a:p>
              <a:endParaRPr/>
            </a:p>
          </p:txBody>
        </p:sp>
        <p:sp>
          <p:nvSpPr>
            <p:cNvPr id="16" name="object 16">
              <a:extLst>
                <a:ext uri="{FF2B5EF4-FFF2-40B4-BE49-F238E27FC236}">
                  <a16:creationId xmlns:a16="http://schemas.microsoft.com/office/drawing/2014/main" id="{12B264AF-30AA-4FF0-9F64-E4B83C9F2A54}"/>
                </a:ext>
              </a:extLst>
            </p:cNvPr>
            <p:cNvSpPr/>
            <p:nvPr/>
          </p:nvSpPr>
          <p:spPr>
            <a:xfrm>
              <a:off x="6170677" y="1880620"/>
              <a:ext cx="74930" cy="488950"/>
            </a:xfrm>
            <a:custGeom>
              <a:avLst/>
              <a:gdLst/>
              <a:ahLst/>
              <a:cxnLst/>
              <a:rect l="l" t="t" r="r" b="b"/>
              <a:pathLst>
                <a:path w="74929" h="488950">
                  <a:moveTo>
                    <a:pt x="74671" y="243831"/>
                  </a:moveTo>
                  <a:lnTo>
                    <a:pt x="72764" y="166683"/>
                  </a:lnTo>
                  <a:lnTo>
                    <a:pt x="67456" y="99740"/>
                  </a:lnTo>
                  <a:lnTo>
                    <a:pt x="59368" y="46986"/>
                  </a:lnTo>
                  <a:lnTo>
                    <a:pt x="37342" y="0"/>
                  </a:lnTo>
                  <a:lnTo>
                    <a:pt x="25261" y="12411"/>
                  </a:lnTo>
                  <a:lnTo>
                    <a:pt x="14976" y="46986"/>
                  </a:lnTo>
                  <a:lnTo>
                    <a:pt x="6996" y="99740"/>
                  </a:lnTo>
                  <a:lnTo>
                    <a:pt x="1834" y="166683"/>
                  </a:lnTo>
                  <a:lnTo>
                    <a:pt x="0" y="243831"/>
                  </a:lnTo>
                  <a:lnTo>
                    <a:pt x="1834" y="321063"/>
                  </a:lnTo>
                  <a:lnTo>
                    <a:pt x="6996" y="388200"/>
                  </a:lnTo>
                  <a:lnTo>
                    <a:pt x="14976" y="441180"/>
                  </a:lnTo>
                  <a:lnTo>
                    <a:pt x="25261" y="475945"/>
                  </a:lnTo>
                  <a:lnTo>
                    <a:pt x="37342" y="488436"/>
                  </a:lnTo>
                  <a:lnTo>
                    <a:pt x="49123" y="475945"/>
                  </a:lnTo>
                  <a:lnTo>
                    <a:pt x="59368" y="441180"/>
                  </a:lnTo>
                  <a:lnTo>
                    <a:pt x="67456" y="388200"/>
                  </a:lnTo>
                  <a:lnTo>
                    <a:pt x="72764" y="321063"/>
                  </a:lnTo>
                  <a:lnTo>
                    <a:pt x="74671" y="243831"/>
                  </a:lnTo>
                  <a:close/>
                </a:path>
              </a:pathLst>
            </a:custGeom>
            <a:ln w="18847">
              <a:solidFill>
                <a:srgbClr val="000000"/>
              </a:solidFill>
            </a:ln>
          </p:spPr>
          <p:txBody>
            <a:bodyPr wrap="square" lIns="0" tIns="0" rIns="0" bIns="0" rtlCol="0"/>
            <a:lstStyle/>
            <a:p>
              <a:endParaRPr/>
            </a:p>
          </p:txBody>
        </p:sp>
        <p:sp>
          <p:nvSpPr>
            <p:cNvPr id="17" name="object 17">
              <a:extLst>
                <a:ext uri="{FF2B5EF4-FFF2-40B4-BE49-F238E27FC236}">
                  <a16:creationId xmlns:a16="http://schemas.microsoft.com/office/drawing/2014/main" id="{21D380A6-6D00-4996-9432-4602B335A7CB}"/>
                </a:ext>
              </a:extLst>
            </p:cNvPr>
            <p:cNvSpPr/>
            <p:nvPr/>
          </p:nvSpPr>
          <p:spPr>
            <a:xfrm>
              <a:off x="6041141" y="1880620"/>
              <a:ext cx="77470" cy="488950"/>
            </a:xfrm>
            <a:custGeom>
              <a:avLst/>
              <a:gdLst/>
              <a:ahLst/>
              <a:cxnLst/>
              <a:rect l="l" t="t" r="r" b="b"/>
              <a:pathLst>
                <a:path w="77470" h="488950">
                  <a:moveTo>
                    <a:pt x="38092" y="488436"/>
                  </a:moveTo>
                  <a:lnTo>
                    <a:pt x="15467" y="441180"/>
                  </a:lnTo>
                  <a:lnTo>
                    <a:pt x="7264" y="388200"/>
                  </a:lnTo>
                  <a:lnTo>
                    <a:pt x="1913" y="321063"/>
                  </a:lnTo>
                  <a:lnTo>
                    <a:pt x="0" y="243831"/>
                  </a:lnTo>
                  <a:lnTo>
                    <a:pt x="1913" y="166683"/>
                  </a:lnTo>
                  <a:lnTo>
                    <a:pt x="7264" y="99740"/>
                  </a:lnTo>
                  <a:lnTo>
                    <a:pt x="15467" y="46986"/>
                  </a:lnTo>
                  <a:lnTo>
                    <a:pt x="25938" y="12411"/>
                  </a:lnTo>
                  <a:lnTo>
                    <a:pt x="38092" y="0"/>
                  </a:lnTo>
                  <a:lnTo>
                    <a:pt x="50326" y="12411"/>
                  </a:lnTo>
                  <a:lnTo>
                    <a:pt x="60989" y="46986"/>
                  </a:lnTo>
                  <a:lnTo>
                    <a:pt x="69421" y="99740"/>
                  </a:lnTo>
                  <a:lnTo>
                    <a:pt x="74964" y="166683"/>
                  </a:lnTo>
                  <a:lnTo>
                    <a:pt x="76958" y="243831"/>
                  </a:lnTo>
                  <a:lnTo>
                    <a:pt x="74964" y="321063"/>
                  </a:lnTo>
                  <a:lnTo>
                    <a:pt x="69421" y="388200"/>
                  </a:lnTo>
                  <a:lnTo>
                    <a:pt x="60989" y="441180"/>
                  </a:lnTo>
                  <a:lnTo>
                    <a:pt x="50326" y="475945"/>
                  </a:lnTo>
                  <a:lnTo>
                    <a:pt x="38092" y="488436"/>
                  </a:lnTo>
                  <a:close/>
                </a:path>
              </a:pathLst>
            </a:custGeom>
            <a:solidFill>
              <a:srgbClr val="E5E5E5"/>
            </a:solidFill>
          </p:spPr>
          <p:txBody>
            <a:bodyPr wrap="square" lIns="0" tIns="0" rIns="0" bIns="0" rtlCol="0"/>
            <a:lstStyle/>
            <a:p>
              <a:endParaRPr/>
            </a:p>
          </p:txBody>
        </p:sp>
        <p:sp>
          <p:nvSpPr>
            <p:cNvPr id="18" name="object 18">
              <a:extLst>
                <a:ext uri="{FF2B5EF4-FFF2-40B4-BE49-F238E27FC236}">
                  <a16:creationId xmlns:a16="http://schemas.microsoft.com/office/drawing/2014/main" id="{E0A39C6E-2DB7-4C34-9C44-2B7BAF4DDE36}"/>
                </a:ext>
              </a:extLst>
            </p:cNvPr>
            <p:cNvSpPr/>
            <p:nvPr/>
          </p:nvSpPr>
          <p:spPr>
            <a:xfrm>
              <a:off x="6041141" y="1880620"/>
              <a:ext cx="77470" cy="488950"/>
            </a:xfrm>
            <a:custGeom>
              <a:avLst/>
              <a:gdLst/>
              <a:ahLst/>
              <a:cxnLst/>
              <a:rect l="l" t="t" r="r" b="b"/>
              <a:pathLst>
                <a:path w="77470" h="488950">
                  <a:moveTo>
                    <a:pt x="76958" y="243831"/>
                  </a:moveTo>
                  <a:lnTo>
                    <a:pt x="74964" y="166683"/>
                  </a:lnTo>
                  <a:lnTo>
                    <a:pt x="69421" y="99740"/>
                  </a:lnTo>
                  <a:lnTo>
                    <a:pt x="60989" y="46986"/>
                  </a:lnTo>
                  <a:lnTo>
                    <a:pt x="38092" y="0"/>
                  </a:lnTo>
                  <a:lnTo>
                    <a:pt x="25938" y="12411"/>
                  </a:lnTo>
                  <a:lnTo>
                    <a:pt x="15467" y="46986"/>
                  </a:lnTo>
                  <a:lnTo>
                    <a:pt x="7264" y="99740"/>
                  </a:lnTo>
                  <a:lnTo>
                    <a:pt x="1913" y="166683"/>
                  </a:lnTo>
                  <a:lnTo>
                    <a:pt x="0" y="243831"/>
                  </a:lnTo>
                  <a:lnTo>
                    <a:pt x="1913" y="321063"/>
                  </a:lnTo>
                  <a:lnTo>
                    <a:pt x="7264" y="388200"/>
                  </a:lnTo>
                  <a:lnTo>
                    <a:pt x="15467" y="441180"/>
                  </a:lnTo>
                  <a:lnTo>
                    <a:pt x="25938" y="475945"/>
                  </a:lnTo>
                  <a:lnTo>
                    <a:pt x="38092" y="488436"/>
                  </a:lnTo>
                  <a:lnTo>
                    <a:pt x="50326" y="475945"/>
                  </a:lnTo>
                  <a:lnTo>
                    <a:pt x="60989" y="441180"/>
                  </a:lnTo>
                  <a:lnTo>
                    <a:pt x="69421" y="388200"/>
                  </a:lnTo>
                  <a:lnTo>
                    <a:pt x="74964" y="321063"/>
                  </a:lnTo>
                  <a:lnTo>
                    <a:pt x="76958" y="243831"/>
                  </a:lnTo>
                  <a:close/>
                </a:path>
              </a:pathLst>
            </a:custGeom>
            <a:ln w="18848">
              <a:solidFill>
                <a:srgbClr val="000000"/>
              </a:solidFill>
            </a:ln>
          </p:spPr>
          <p:txBody>
            <a:bodyPr wrap="square" lIns="0" tIns="0" rIns="0" bIns="0" rtlCol="0"/>
            <a:lstStyle/>
            <a:p>
              <a:endParaRPr/>
            </a:p>
          </p:txBody>
        </p:sp>
        <p:sp>
          <p:nvSpPr>
            <p:cNvPr id="19" name="object 19">
              <a:extLst>
                <a:ext uri="{FF2B5EF4-FFF2-40B4-BE49-F238E27FC236}">
                  <a16:creationId xmlns:a16="http://schemas.microsoft.com/office/drawing/2014/main" id="{0C903AEA-45FF-4C8F-A6DD-D8C52540666F}"/>
                </a:ext>
              </a:extLst>
            </p:cNvPr>
            <p:cNvSpPr/>
            <p:nvPr/>
          </p:nvSpPr>
          <p:spPr>
            <a:xfrm>
              <a:off x="6391661" y="1880620"/>
              <a:ext cx="277495" cy="144780"/>
            </a:xfrm>
            <a:custGeom>
              <a:avLst/>
              <a:gdLst/>
              <a:ahLst/>
              <a:cxnLst/>
              <a:rect l="l" t="t" r="r" b="b"/>
              <a:pathLst>
                <a:path w="277495" h="144780">
                  <a:moveTo>
                    <a:pt x="93725" y="53340"/>
                  </a:moveTo>
                  <a:lnTo>
                    <a:pt x="0" y="53340"/>
                  </a:lnTo>
                  <a:lnTo>
                    <a:pt x="0" y="91439"/>
                  </a:lnTo>
                  <a:lnTo>
                    <a:pt x="93725" y="91439"/>
                  </a:lnTo>
                  <a:lnTo>
                    <a:pt x="93725" y="53340"/>
                  </a:lnTo>
                  <a:close/>
                </a:path>
                <a:path w="277495" h="144780">
                  <a:moveTo>
                    <a:pt x="147826" y="0"/>
                  </a:moveTo>
                  <a:lnTo>
                    <a:pt x="92200" y="0"/>
                  </a:lnTo>
                  <a:lnTo>
                    <a:pt x="92200" y="144778"/>
                  </a:lnTo>
                  <a:lnTo>
                    <a:pt x="147826" y="144778"/>
                  </a:lnTo>
                  <a:lnTo>
                    <a:pt x="147826" y="0"/>
                  </a:lnTo>
                  <a:close/>
                </a:path>
                <a:path w="277495" h="144780">
                  <a:moveTo>
                    <a:pt x="204214" y="0"/>
                  </a:moveTo>
                  <a:lnTo>
                    <a:pt x="146303" y="0"/>
                  </a:lnTo>
                  <a:lnTo>
                    <a:pt x="146303" y="144778"/>
                  </a:lnTo>
                  <a:lnTo>
                    <a:pt x="204214" y="144778"/>
                  </a:lnTo>
                  <a:lnTo>
                    <a:pt x="204214" y="0"/>
                  </a:lnTo>
                  <a:close/>
                </a:path>
                <a:path w="277495" h="144780">
                  <a:moveTo>
                    <a:pt x="277362" y="33529"/>
                  </a:moveTo>
                  <a:lnTo>
                    <a:pt x="200399" y="33529"/>
                  </a:lnTo>
                  <a:lnTo>
                    <a:pt x="200399" y="91442"/>
                  </a:lnTo>
                  <a:lnTo>
                    <a:pt x="277362" y="91442"/>
                  </a:lnTo>
                  <a:lnTo>
                    <a:pt x="277362" y="33529"/>
                  </a:lnTo>
                  <a:close/>
                </a:path>
              </a:pathLst>
            </a:custGeom>
            <a:ln w="19141">
              <a:solidFill>
                <a:srgbClr val="000000"/>
              </a:solidFill>
            </a:ln>
          </p:spPr>
          <p:txBody>
            <a:bodyPr wrap="square" lIns="0" tIns="0" rIns="0" bIns="0" rtlCol="0"/>
            <a:lstStyle/>
            <a:p>
              <a:endParaRPr/>
            </a:p>
          </p:txBody>
        </p:sp>
        <p:sp>
          <p:nvSpPr>
            <p:cNvPr id="20" name="object 20">
              <a:extLst>
                <a:ext uri="{FF2B5EF4-FFF2-40B4-BE49-F238E27FC236}">
                  <a16:creationId xmlns:a16="http://schemas.microsoft.com/office/drawing/2014/main" id="{C10F6414-4650-488C-98CF-F32B7F70EF10}"/>
                </a:ext>
              </a:extLst>
            </p:cNvPr>
            <p:cNvSpPr/>
            <p:nvPr/>
          </p:nvSpPr>
          <p:spPr>
            <a:xfrm>
              <a:off x="4165857" y="1610100"/>
              <a:ext cx="2501900" cy="540385"/>
            </a:xfrm>
            <a:custGeom>
              <a:avLst/>
              <a:gdLst/>
              <a:ahLst/>
              <a:cxnLst/>
              <a:rect l="l" t="t" r="r" b="b"/>
              <a:pathLst>
                <a:path w="2501900" h="540385">
                  <a:moveTo>
                    <a:pt x="2501641" y="540266"/>
                  </a:moveTo>
                  <a:lnTo>
                    <a:pt x="2501641" y="0"/>
                  </a:lnTo>
                </a:path>
                <a:path w="2501900" h="540385">
                  <a:moveTo>
                    <a:pt x="404615" y="430540"/>
                  </a:moveTo>
                  <a:lnTo>
                    <a:pt x="91430" y="430540"/>
                  </a:lnTo>
                  <a:lnTo>
                    <a:pt x="91430" y="484642"/>
                  </a:lnTo>
                </a:path>
                <a:path w="2501900" h="540385">
                  <a:moveTo>
                    <a:pt x="404615" y="484642"/>
                  </a:moveTo>
                  <a:lnTo>
                    <a:pt x="0" y="484642"/>
                  </a:lnTo>
                  <a:lnTo>
                    <a:pt x="0" y="537982"/>
                  </a:lnTo>
                </a:path>
                <a:path w="2501900" h="540385">
                  <a:moveTo>
                    <a:pt x="607310" y="377200"/>
                  </a:moveTo>
                  <a:lnTo>
                    <a:pt x="201920" y="377200"/>
                  </a:lnTo>
                  <a:lnTo>
                    <a:pt x="201920" y="430540"/>
                  </a:lnTo>
                </a:path>
              </a:pathLst>
            </a:custGeom>
            <a:ln w="19141">
              <a:solidFill>
                <a:srgbClr val="000000"/>
              </a:solidFill>
            </a:ln>
          </p:spPr>
          <p:txBody>
            <a:bodyPr wrap="square" lIns="0" tIns="0" rIns="0" bIns="0" rtlCol="0"/>
            <a:lstStyle/>
            <a:p>
              <a:endParaRPr/>
            </a:p>
          </p:txBody>
        </p:sp>
        <p:pic>
          <p:nvPicPr>
            <p:cNvPr id="21" name="object 21">
              <a:extLst>
                <a:ext uri="{FF2B5EF4-FFF2-40B4-BE49-F238E27FC236}">
                  <a16:creationId xmlns:a16="http://schemas.microsoft.com/office/drawing/2014/main" id="{80CF811E-EDF6-4771-BF92-A8BF0672A552}"/>
                </a:ext>
              </a:extLst>
            </p:cNvPr>
            <p:cNvPicPr/>
            <p:nvPr/>
          </p:nvPicPr>
          <p:blipFill>
            <a:blip r:embed="rId2" cstate="print"/>
            <a:stretch>
              <a:fillRect/>
            </a:stretch>
          </p:blipFill>
          <p:spPr>
            <a:xfrm>
              <a:off x="4523567" y="1904574"/>
              <a:ext cx="223352" cy="77060"/>
            </a:xfrm>
            <a:prstGeom prst="rect">
              <a:avLst/>
            </a:prstGeom>
          </p:spPr>
        </p:pic>
        <p:sp>
          <p:nvSpPr>
            <p:cNvPr id="22" name="object 22">
              <a:extLst>
                <a:ext uri="{FF2B5EF4-FFF2-40B4-BE49-F238E27FC236}">
                  <a16:creationId xmlns:a16="http://schemas.microsoft.com/office/drawing/2014/main" id="{4B571681-9841-44E5-B38C-E77287E38996}"/>
                </a:ext>
              </a:extLst>
            </p:cNvPr>
            <p:cNvSpPr/>
            <p:nvPr/>
          </p:nvSpPr>
          <p:spPr>
            <a:xfrm>
              <a:off x="4165857" y="2111507"/>
              <a:ext cx="607695" cy="163195"/>
            </a:xfrm>
            <a:custGeom>
              <a:avLst/>
              <a:gdLst/>
              <a:ahLst/>
              <a:cxnLst/>
              <a:rect l="l" t="t" r="r" b="b"/>
              <a:pathLst>
                <a:path w="607695" h="163194">
                  <a:moveTo>
                    <a:pt x="404615" y="109725"/>
                  </a:moveTo>
                  <a:lnTo>
                    <a:pt x="91430" y="109725"/>
                  </a:lnTo>
                  <a:lnTo>
                    <a:pt x="91430" y="55624"/>
                  </a:lnTo>
                </a:path>
                <a:path w="607695" h="163194">
                  <a:moveTo>
                    <a:pt x="404615" y="53340"/>
                  </a:moveTo>
                  <a:lnTo>
                    <a:pt x="0" y="53340"/>
                  </a:lnTo>
                  <a:lnTo>
                    <a:pt x="0" y="0"/>
                  </a:lnTo>
                </a:path>
                <a:path w="607695" h="163194">
                  <a:moveTo>
                    <a:pt x="607310" y="163065"/>
                  </a:moveTo>
                  <a:lnTo>
                    <a:pt x="201920" y="163065"/>
                  </a:lnTo>
                  <a:lnTo>
                    <a:pt x="201920" y="109725"/>
                  </a:lnTo>
                </a:path>
              </a:pathLst>
            </a:custGeom>
            <a:ln w="19141">
              <a:solidFill>
                <a:srgbClr val="000000"/>
              </a:solidFill>
            </a:ln>
          </p:spPr>
          <p:txBody>
            <a:bodyPr wrap="square" lIns="0" tIns="0" rIns="0" bIns="0" rtlCol="0"/>
            <a:lstStyle/>
            <a:p>
              <a:endParaRPr/>
            </a:p>
          </p:txBody>
        </p:sp>
        <p:pic>
          <p:nvPicPr>
            <p:cNvPr id="23" name="object 23">
              <a:extLst>
                <a:ext uri="{FF2B5EF4-FFF2-40B4-BE49-F238E27FC236}">
                  <a16:creationId xmlns:a16="http://schemas.microsoft.com/office/drawing/2014/main" id="{3657B67D-E503-4021-8A3A-1C11A6EA505E}"/>
                </a:ext>
              </a:extLst>
            </p:cNvPr>
            <p:cNvPicPr/>
            <p:nvPr/>
          </p:nvPicPr>
          <p:blipFill>
            <a:blip r:embed="rId3" cstate="print"/>
            <a:stretch>
              <a:fillRect/>
            </a:stretch>
          </p:blipFill>
          <p:spPr>
            <a:xfrm>
              <a:off x="4523559" y="2284799"/>
              <a:ext cx="223369" cy="74030"/>
            </a:xfrm>
            <a:prstGeom prst="rect">
              <a:avLst/>
            </a:prstGeom>
          </p:spPr>
        </p:pic>
        <p:sp>
          <p:nvSpPr>
            <p:cNvPr id="24" name="object 24">
              <a:extLst>
                <a:ext uri="{FF2B5EF4-FFF2-40B4-BE49-F238E27FC236}">
                  <a16:creationId xmlns:a16="http://schemas.microsoft.com/office/drawing/2014/main" id="{69668889-0657-4CF6-A47E-4A77A807486B}"/>
                </a:ext>
              </a:extLst>
            </p:cNvPr>
            <p:cNvSpPr/>
            <p:nvPr/>
          </p:nvSpPr>
          <p:spPr>
            <a:xfrm>
              <a:off x="4735829" y="1987296"/>
              <a:ext cx="313690" cy="144145"/>
            </a:xfrm>
            <a:custGeom>
              <a:avLst/>
              <a:gdLst/>
              <a:ahLst/>
              <a:cxnLst/>
              <a:rect l="l" t="t" r="r" b="b"/>
              <a:pathLst>
                <a:path w="313689" h="144144">
                  <a:moveTo>
                    <a:pt x="313182" y="144018"/>
                  </a:moveTo>
                  <a:lnTo>
                    <a:pt x="313182" y="0"/>
                  </a:lnTo>
                  <a:lnTo>
                    <a:pt x="249936" y="2286"/>
                  </a:lnTo>
                  <a:lnTo>
                    <a:pt x="190500" y="12192"/>
                  </a:lnTo>
                  <a:lnTo>
                    <a:pt x="138684" y="24384"/>
                  </a:lnTo>
                  <a:lnTo>
                    <a:pt x="91440" y="41148"/>
                  </a:lnTo>
                  <a:lnTo>
                    <a:pt x="54102" y="63246"/>
                  </a:lnTo>
                  <a:lnTo>
                    <a:pt x="25908" y="87630"/>
                  </a:lnTo>
                  <a:lnTo>
                    <a:pt x="13716" y="99822"/>
                  </a:lnTo>
                  <a:lnTo>
                    <a:pt x="6858" y="114300"/>
                  </a:lnTo>
                  <a:lnTo>
                    <a:pt x="2286" y="128778"/>
                  </a:lnTo>
                  <a:lnTo>
                    <a:pt x="0" y="144018"/>
                  </a:lnTo>
                  <a:lnTo>
                    <a:pt x="313182" y="144018"/>
                  </a:lnTo>
                  <a:close/>
                </a:path>
              </a:pathLst>
            </a:custGeom>
            <a:solidFill>
              <a:srgbClr val="D8D8D8"/>
            </a:solidFill>
          </p:spPr>
          <p:txBody>
            <a:bodyPr wrap="square" lIns="0" tIns="0" rIns="0" bIns="0" rtlCol="0"/>
            <a:lstStyle/>
            <a:p>
              <a:endParaRPr/>
            </a:p>
          </p:txBody>
        </p:sp>
        <p:sp>
          <p:nvSpPr>
            <p:cNvPr id="25" name="object 25">
              <a:extLst>
                <a:ext uri="{FF2B5EF4-FFF2-40B4-BE49-F238E27FC236}">
                  <a16:creationId xmlns:a16="http://schemas.microsoft.com/office/drawing/2014/main" id="{D12D75C3-1CB1-4169-8C76-4FBB1F77FBE9}"/>
                </a:ext>
              </a:extLst>
            </p:cNvPr>
            <p:cNvSpPr/>
            <p:nvPr/>
          </p:nvSpPr>
          <p:spPr>
            <a:xfrm>
              <a:off x="4735826" y="1987300"/>
              <a:ext cx="313690" cy="144145"/>
            </a:xfrm>
            <a:custGeom>
              <a:avLst/>
              <a:gdLst/>
              <a:ahLst/>
              <a:cxnLst/>
              <a:rect l="l" t="t" r="r" b="b"/>
              <a:pathLst>
                <a:path w="313689" h="144144">
                  <a:moveTo>
                    <a:pt x="313184" y="0"/>
                  </a:moveTo>
                  <a:lnTo>
                    <a:pt x="249935" y="2284"/>
                  </a:lnTo>
                  <a:lnTo>
                    <a:pt x="190497" y="12183"/>
                  </a:lnTo>
                  <a:lnTo>
                    <a:pt x="138683" y="24379"/>
                  </a:lnTo>
                  <a:lnTo>
                    <a:pt x="91443" y="41143"/>
                  </a:lnTo>
                  <a:lnTo>
                    <a:pt x="54101" y="63238"/>
                  </a:lnTo>
                  <a:lnTo>
                    <a:pt x="25907" y="87631"/>
                  </a:lnTo>
                  <a:lnTo>
                    <a:pt x="13722" y="99814"/>
                  </a:lnTo>
                  <a:lnTo>
                    <a:pt x="6861" y="114294"/>
                  </a:lnTo>
                  <a:lnTo>
                    <a:pt x="2287" y="128774"/>
                  </a:lnTo>
                  <a:lnTo>
                    <a:pt x="0" y="144016"/>
                  </a:lnTo>
                </a:path>
              </a:pathLst>
            </a:custGeom>
            <a:ln w="19341">
              <a:solidFill>
                <a:srgbClr val="000000"/>
              </a:solidFill>
            </a:ln>
          </p:spPr>
          <p:txBody>
            <a:bodyPr wrap="square" lIns="0" tIns="0" rIns="0" bIns="0" rtlCol="0"/>
            <a:lstStyle/>
            <a:p>
              <a:endParaRPr/>
            </a:p>
          </p:txBody>
        </p:sp>
        <p:pic>
          <p:nvPicPr>
            <p:cNvPr id="26" name="object 26">
              <a:extLst>
                <a:ext uri="{FF2B5EF4-FFF2-40B4-BE49-F238E27FC236}">
                  <a16:creationId xmlns:a16="http://schemas.microsoft.com/office/drawing/2014/main" id="{95E35166-43BF-4F0C-9364-749851DB918C}"/>
                </a:ext>
              </a:extLst>
            </p:cNvPr>
            <p:cNvPicPr/>
            <p:nvPr/>
          </p:nvPicPr>
          <p:blipFill>
            <a:blip r:embed="rId4" cstate="print"/>
            <a:stretch>
              <a:fillRect/>
            </a:stretch>
          </p:blipFill>
          <p:spPr>
            <a:xfrm>
              <a:off x="4966380" y="1977817"/>
              <a:ext cx="92113" cy="162983"/>
            </a:xfrm>
            <a:prstGeom prst="rect">
              <a:avLst/>
            </a:prstGeom>
          </p:spPr>
        </p:pic>
        <p:sp>
          <p:nvSpPr>
            <p:cNvPr id="27" name="object 27">
              <a:extLst>
                <a:ext uri="{FF2B5EF4-FFF2-40B4-BE49-F238E27FC236}">
                  <a16:creationId xmlns:a16="http://schemas.microsoft.com/office/drawing/2014/main" id="{5AC89DF5-CB75-425D-969B-A9A5547D7CAF}"/>
                </a:ext>
              </a:extLst>
            </p:cNvPr>
            <p:cNvSpPr/>
            <p:nvPr/>
          </p:nvSpPr>
          <p:spPr>
            <a:xfrm>
              <a:off x="4735829" y="2111502"/>
              <a:ext cx="313690" cy="146685"/>
            </a:xfrm>
            <a:custGeom>
              <a:avLst/>
              <a:gdLst/>
              <a:ahLst/>
              <a:cxnLst/>
              <a:rect l="l" t="t" r="r" b="b"/>
              <a:pathLst>
                <a:path w="313689" h="146685">
                  <a:moveTo>
                    <a:pt x="313182" y="146303"/>
                  </a:moveTo>
                  <a:lnTo>
                    <a:pt x="313182" y="0"/>
                  </a:lnTo>
                  <a:lnTo>
                    <a:pt x="0" y="0"/>
                  </a:lnTo>
                  <a:lnTo>
                    <a:pt x="2286" y="14477"/>
                  </a:lnTo>
                  <a:lnTo>
                    <a:pt x="6858" y="28955"/>
                  </a:lnTo>
                  <a:lnTo>
                    <a:pt x="13716" y="44195"/>
                  </a:lnTo>
                  <a:lnTo>
                    <a:pt x="25908" y="55625"/>
                  </a:lnTo>
                  <a:lnTo>
                    <a:pt x="37337" y="70865"/>
                  </a:lnTo>
                  <a:lnTo>
                    <a:pt x="91440" y="102107"/>
                  </a:lnTo>
                  <a:lnTo>
                    <a:pt x="138684" y="121919"/>
                  </a:lnTo>
                  <a:lnTo>
                    <a:pt x="190500" y="134111"/>
                  </a:lnTo>
                  <a:lnTo>
                    <a:pt x="249936" y="143255"/>
                  </a:lnTo>
                  <a:lnTo>
                    <a:pt x="313182" y="146303"/>
                  </a:lnTo>
                  <a:close/>
                </a:path>
              </a:pathLst>
            </a:custGeom>
            <a:solidFill>
              <a:srgbClr val="D8D8D8"/>
            </a:solidFill>
          </p:spPr>
          <p:txBody>
            <a:bodyPr wrap="square" lIns="0" tIns="0" rIns="0" bIns="0" rtlCol="0"/>
            <a:lstStyle/>
            <a:p>
              <a:endParaRPr/>
            </a:p>
          </p:txBody>
        </p:sp>
        <p:sp>
          <p:nvSpPr>
            <p:cNvPr id="28" name="object 28">
              <a:extLst>
                <a:ext uri="{FF2B5EF4-FFF2-40B4-BE49-F238E27FC236}">
                  <a16:creationId xmlns:a16="http://schemas.microsoft.com/office/drawing/2014/main" id="{29E55203-AB03-4972-AEFD-000FDDE75F0C}"/>
                </a:ext>
              </a:extLst>
            </p:cNvPr>
            <p:cNvSpPr/>
            <p:nvPr/>
          </p:nvSpPr>
          <p:spPr>
            <a:xfrm>
              <a:off x="4735826" y="2111507"/>
              <a:ext cx="313690" cy="146685"/>
            </a:xfrm>
            <a:custGeom>
              <a:avLst/>
              <a:gdLst/>
              <a:ahLst/>
              <a:cxnLst/>
              <a:rect l="l" t="t" r="r" b="b"/>
              <a:pathLst>
                <a:path w="313689" h="146685">
                  <a:moveTo>
                    <a:pt x="313184" y="146301"/>
                  </a:moveTo>
                  <a:lnTo>
                    <a:pt x="249935" y="143255"/>
                  </a:lnTo>
                  <a:lnTo>
                    <a:pt x="190497" y="134105"/>
                  </a:lnTo>
                  <a:lnTo>
                    <a:pt x="138683" y="121921"/>
                  </a:lnTo>
                  <a:lnTo>
                    <a:pt x="91443" y="102098"/>
                  </a:lnTo>
                  <a:lnTo>
                    <a:pt x="54101" y="83049"/>
                  </a:lnTo>
                  <a:lnTo>
                    <a:pt x="25907" y="55624"/>
                  </a:lnTo>
                  <a:lnTo>
                    <a:pt x="13722" y="44189"/>
                  </a:lnTo>
                  <a:lnTo>
                    <a:pt x="6861" y="28947"/>
                  </a:lnTo>
                  <a:lnTo>
                    <a:pt x="2287" y="14467"/>
                  </a:lnTo>
                  <a:lnTo>
                    <a:pt x="0" y="0"/>
                  </a:lnTo>
                </a:path>
              </a:pathLst>
            </a:custGeom>
            <a:ln w="19338">
              <a:solidFill>
                <a:srgbClr val="000000"/>
              </a:solidFill>
            </a:ln>
          </p:spPr>
          <p:txBody>
            <a:bodyPr wrap="square" lIns="0" tIns="0" rIns="0" bIns="0" rtlCol="0"/>
            <a:lstStyle/>
            <a:p>
              <a:endParaRPr/>
            </a:p>
          </p:txBody>
        </p:sp>
        <p:pic>
          <p:nvPicPr>
            <p:cNvPr id="29" name="object 29">
              <a:extLst>
                <a:ext uri="{FF2B5EF4-FFF2-40B4-BE49-F238E27FC236}">
                  <a16:creationId xmlns:a16="http://schemas.microsoft.com/office/drawing/2014/main" id="{3F485368-C8E7-4E4D-81E5-492BCBADC3BA}"/>
                </a:ext>
              </a:extLst>
            </p:cNvPr>
            <p:cNvPicPr/>
            <p:nvPr/>
          </p:nvPicPr>
          <p:blipFill>
            <a:blip r:embed="rId5" cstate="print"/>
            <a:stretch>
              <a:fillRect/>
            </a:stretch>
          </p:blipFill>
          <p:spPr>
            <a:xfrm>
              <a:off x="4966381" y="2102025"/>
              <a:ext cx="92110" cy="165264"/>
            </a:xfrm>
            <a:prstGeom prst="rect">
              <a:avLst/>
            </a:prstGeom>
          </p:spPr>
        </p:pic>
        <p:sp>
          <p:nvSpPr>
            <p:cNvPr id="30" name="object 30">
              <a:extLst>
                <a:ext uri="{FF2B5EF4-FFF2-40B4-BE49-F238E27FC236}">
                  <a16:creationId xmlns:a16="http://schemas.microsoft.com/office/drawing/2014/main" id="{5BF7D988-2217-4E00-8745-75A5CBE2C707}"/>
                </a:ext>
              </a:extLst>
            </p:cNvPr>
            <p:cNvSpPr/>
            <p:nvPr/>
          </p:nvSpPr>
          <p:spPr>
            <a:xfrm>
              <a:off x="5011673" y="1627632"/>
              <a:ext cx="238125" cy="504190"/>
            </a:xfrm>
            <a:custGeom>
              <a:avLst/>
              <a:gdLst/>
              <a:ahLst/>
              <a:cxnLst/>
              <a:rect l="l" t="t" r="r" b="b"/>
              <a:pathLst>
                <a:path w="238125" h="504189">
                  <a:moveTo>
                    <a:pt x="237743" y="160019"/>
                  </a:moveTo>
                  <a:lnTo>
                    <a:pt x="237743" y="33528"/>
                  </a:lnTo>
                  <a:lnTo>
                    <a:pt x="110489" y="0"/>
                  </a:lnTo>
                  <a:lnTo>
                    <a:pt x="110489" y="233172"/>
                  </a:lnTo>
                  <a:lnTo>
                    <a:pt x="0" y="503681"/>
                  </a:lnTo>
                  <a:lnTo>
                    <a:pt x="164591" y="233172"/>
                  </a:lnTo>
                  <a:lnTo>
                    <a:pt x="199643" y="233172"/>
                  </a:lnTo>
                  <a:lnTo>
                    <a:pt x="237743" y="160019"/>
                  </a:lnTo>
                  <a:close/>
                </a:path>
              </a:pathLst>
            </a:custGeom>
            <a:solidFill>
              <a:srgbClr val="999999"/>
            </a:solidFill>
          </p:spPr>
          <p:txBody>
            <a:bodyPr wrap="square" lIns="0" tIns="0" rIns="0" bIns="0" rtlCol="0"/>
            <a:lstStyle/>
            <a:p>
              <a:endParaRPr/>
            </a:p>
          </p:txBody>
        </p:sp>
        <p:sp>
          <p:nvSpPr>
            <p:cNvPr id="31" name="object 31">
              <a:extLst>
                <a:ext uri="{FF2B5EF4-FFF2-40B4-BE49-F238E27FC236}">
                  <a16:creationId xmlns:a16="http://schemas.microsoft.com/office/drawing/2014/main" id="{390FA159-60FD-47F9-BC0A-F73C8C2D6AE2}"/>
                </a:ext>
              </a:extLst>
            </p:cNvPr>
            <p:cNvSpPr/>
            <p:nvPr/>
          </p:nvSpPr>
          <p:spPr>
            <a:xfrm>
              <a:off x="5011668" y="1627626"/>
              <a:ext cx="238125" cy="504190"/>
            </a:xfrm>
            <a:custGeom>
              <a:avLst/>
              <a:gdLst/>
              <a:ahLst/>
              <a:cxnLst/>
              <a:rect l="l" t="t" r="r" b="b"/>
              <a:pathLst>
                <a:path w="238125" h="504189">
                  <a:moveTo>
                    <a:pt x="110489" y="0"/>
                  </a:moveTo>
                  <a:lnTo>
                    <a:pt x="110489" y="233183"/>
                  </a:lnTo>
                  <a:lnTo>
                    <a:pt x="0" y="503691"/>
                  </a:lnTo>
                  <a:lnTo>
                    <a:pt x="164603" y="233183"/>
                  </a:lnTo>
                  <a:lnTo>
                    <a:pt x="199645" y="233183"/>
                  </a:lnTo>
                  <a:lnTo>
                    <a:pt x="237750" y="160020"/>
                  </a:lnTo>
                  <a:lnTo>
                    <a:pt x="237750" y="33529"/>
                  </a:lnTo>
                </a:path>
              </a:pathLst>
            </a:custGeom>
            <a:ln w="18945">
              <a:solidFill>
                <a:srgbClr val="000000"/>
              </a:solidFill>
            </a:ln>
          </p:spPr>
          <p:txBody>
            <a:bodyPr wrap="square" lIns="0" tIns="0" rIns="0" bIns="0" rtlCol="0"/>
            <a:lstStyle/>
            <a:p>
              <a:endParaRPr/>
            </a:p>
          </p:txBody>
        </p:sp>
        <p:sp>
          <p:nvSpPr>
            <p:cNvPr id="32" name="object 32">
              <a:extLst>
                <a:ext uri="{FF2B5EF4-FFF2-40B4-BE49-F238E27FC236}">
                  <a16:creationId xmlns:a16="http://schemas.microsoft.com/office/drawing/2014/main" id="{6FAFA833-FF2B-474A-BCCA-5131ECD24980}"/>
                </a:ext>
              </a:extLst>
            </p:cNvPr>
            <p:cNvSpPr/>
            <p:nvPr/>
          </p:nvSpPr>
          <p:spPr>
            <a:xfrm>
              <a:off x="5239511" y="1646682"/>
              <a:ext cx="1475740" cy="401955"/>
            </a:xfrm>
            <a:custGeom>
              <a:avLst/>
              <a:gdLst/>
              <a:ahLst/>
              <a:cxnLst/>
              <a:rect l="l" t="t" r="r" b="b"/>
              <a:pathLst>
                <a:path w="1475740" h="401955">
                  <a:moveTo>
                    <a:pt x="1475232" y="46481"/>
                  </a:moveTo>
                  <a:lnTo>
                    <a:pt x="346710" y="0"/>
                  </a:lnTo>
                  <a:lnTo>
                    <a:pt x="346710" y="107442"/>
                  </a:lnTo>
                  <a:lnTo>
                    <a:pt x="273558" y="107442"/>
                  </a:lnTo>
                  <a:lnTo>
                    <a:pt x="273558" y="216407"/>
                  </a:lnTo>
                  <a:lnTo>
                    <a:pt x="146303" y="216407"/>
                  </a:lnTo>
                  <a:lnTo>
                    <a:pt x="0" y="401574"/>
                  </a:lnTo>
                  <a:lnTo>
                    <a:pt x="146303" y="277368"/>
                  </a:lnTo>
                  <a:lnTo>
                    <a:pt x="308610" y="277368"/>
                  </a:lnTo>
                  <a:lnTo>
                    <a:pt x="381762" y="170687"/>
                  </a:lnTo>
                  <a:lnTo>
                    <a:pt x="511301" y="170687"/>
                  </a:lnTo>
                  <a:lnTo>
                    <a:pt x="511301" y="107442"/>
                  </a:lnTo>
                  <a:lnTo>
                    <a:pt x="655320" y="107442"/>
                  </a:lnTo>
                  <a:lnTo>
                    <a:pt x="709422" y="46481"/>
                  </a:lnTo>
                  <a:lnTo>
                    <a:pt x="1475232" y="46481"/>
                  </a:lnTo>
                  <a:close/>
                </a:path>
              </a:pathLst>
            </a:custGeom>
            <a:solidFill>
              <a:srgbClr val="999999"/>
            </a:solidFill>
          </p:spPr>
          <p:txBody>
            <a:bodyPr wrap="square" lIns="0" tIns="0" rIns="0" bIns="0" rtlCol="0"/>
            <a:lstStyle/>
            <a:p>
              <a:endParaRPr/>
            </a:p>
          </p:txBody>
        </p:sp>
        <p:sp>
          <p:nvSpPr>
            <p:cNvPr id="33" name="object 33">
              <a:extLst>
                <a:ext uri="{FF2B5EF4-FFF2-40B4-BE49-F238E27FC236}">
                  <a16:creationId xmlns:a16="http://schemas.microsoft.com/office/drawing/2014/main" id="{81CE89BD-D444-40F4-BE8E-41E3C5CF6527}"/>
                </a:ext>
              </a:extLst>
            </p:cNvPr>
            <p:cNvSpPr/>
            <p:nvPr/>
          </p:nvSpPr>
          <p:spPr>
            <a:xfrm>
              <a:off x="5239508" y="1646688"/>
              <a:ext cx="1475740" cy="401955"/>
            </a:xfrm>
            <a:custGeom>
              <a:avLst/>
              <a:gdLst/>
              <a:ahLst/>
              <a:cxnLst/>
              <a:rect l="l" t="t" r="r" b="b"/>
              <a:pathLst>
                <a:path w="1475740" h="401955">
                  <a:moveTo>
                    <a:pt x="346715" y="0"/>
                  </a:moveTo>
                  <a:lnTo>
                    <a:pt x="346715" y="107441"/>
                  </a:lnTo>
                  <a:lnTo>
                    <a:pt x="273555" y="107441"/>
                  </a:lnTo>
                  <a:lnTo>
                    <a:pt x="273555" y="216406"/>
                  </a:lnTo>
                  <a:lnTo>
                    <a:pt x="146307" y="216406"/>
                  </a:lnTo>
                  <a:lnTo>
                    <a:pt x="0" y="401566"/>
                  </a:lnTo>
                  <a:lnTo>
                    <a:pt x="146307" y="277360"/>
                  </a:lnTo>
                  <a:lnTo>
                    <a:pt x="308610" y="277360"/>
                  </a:lnTo>
                  <a:lnTo>
                    <a:pt x="381770" y="170680"/>
                  </a:lnTo>
                  <a:lnTo>
                    <a:pt x="511305" y="170680"/>
                  </a:lnTo>
                  <a:lnTo>
                    <a:pt x="511305" y="107441"/>
                  </a:lnTo>
                  <a:lnTo>
                    <a:pt x="655325" y="107441"/>
                  </a:lnTo>
                  <a:lnTo>
                    <a:pt x="709427" y="46474"/>
                  </a:lnTo>
                  <a:lnTo>
                    <a:pt x="1475230" y="46474"/>
                  </a:lnTo>
                </a:path>
              </a:pathLst>
            </a:custGeom>
            <a:ln w="19406">
              <a:solidFill>
                <a:srgbClr val="000000"/>
              </a:solidFill>
            </a:ln>
          </p:spPr>
          <p:txBody>
            <a:bodyPr wrap="square" lIns="0" tIns="0" rIns="0" bIns="0" rtlCol="0"/>
            <a:lstStyle/>
            <a:p>
              <a:endParaRPr/>
            </a:p>
          </p:txBody>
        </p:sp>
        <p:sp>
          <p:nvSpPr>
            <p:cNvPr id="34" name="object 34">
              <a:extLst>
                <a:ext uri="{FF2B5EF4-FFF2-40B4-BE49-F238E27FC236}">
                  <a16:creationId xmlns:a16="http://schemas.microsoft.com/office/drawing/2014/main" id="{2F7F4EAC-4DAC-4441-81DF-4173CF71A90A}"/>
                </a:ext>
              </a:extLst>
            </p:cNvPr>
            <p:cNvSpPr/>
            <p:nvPr/>
          </p:nvSpPr>
          <p:spPr>
            <a:xfrm>
              <a:off x="5122163" y="1610105"/>
              <a:ext cx="3644265" cy="38100"/>
            </a:xfrm>
            <a:custGeom>
              <a:avLst/>
              <a:gdLst/>
              <a:ahLst/>
              <a:cxnLst/>
              <a:rect l="l" t="t" r="r" b="b"/>
              <a:pathLst>
                <a:path w="3644265" h="38100">
                  <a:moveTo>
                    <a:pt x="3643884" y="38100"/>
                  </a:moveTo>
                  <a:lnTo>
                    <a:pt x="3643884" y="0"/>
                  </a:lnTo>
                  <a:lnTo>
                    <a:pt x="0" y="0"/>
                  </a:lnTo>
                  <a:lnTo>
                    <a:pt x="0" y="38100"/>
                  </a:lnTo>
                  <a:lnTo>
                    <a:pt x="3643884" y="38100"/>
                  </a:lnTo>
                  <a:close/>
                </a:path>
              </a:pathLst>
            </a:custGeom>
            <a:solidFill>
              <a:srgbClr val="999999"/>
            </a:solidFill>
          </p:spPr>
          <p:txBody>
            <a:bodyPr wrap="square" lIns="0" tIns="0" rIns="0" bIns="0" rtlCol="0"/>
            <a:lstStyle/>
            <a:p>
              <a:endParaRPr/>
            </a:p>
          </p:txBody>
        </p:sp>
        <p:sp>
          <p:nvSpPr>
            <p:cNvPr id="35" name="object 35">
              <a:extLst>
                <a:ext uri="{FF2B5EF4-FFF2-40B4-BE49-F238E27FC236}">
                  <a16:creationId xmlns:a16="http://schemas.microsoft.com/office/drawing/2014/main" id="{815ED62E-FDC3-49E0-B35F-8A09E647765D}"/>
                </a:ext>
              </a:extLst>
            </p:cNvPr>
            <p:cNvSpPr/>
            <p:nvPr/>
          </p:nvSpPr>
          <p:spPr>
            <a:xfrm>
              <a:off x="5122170" y="1610100"/>
              <a:ext cx="3644265" cy="38100"/>
            </a:xfrm>
            <a:custGeom>
              <a:avLst/>
              <a:gdLst/>
              <a:ahLst/>
              <a:cxnLst/>
              <a:rect l="l" t="t" r="r" b="b"/>
              <a:pathLst>
                <a:path w="3644265" h="38100">
                  <a:moveTo>
                    <a:pt x="3643878" y="0"/>
                  </a:moveTo>
                  <a:lnTo>
                    <a:pt x="0" y="0"/>
                  </a:lnTo>
                  <a:lnTo>
                    <a:pt x="0" y="38099"/>
                  </a:lnTo>
                  <a:lnTo>
                    <a:pt x="3643878" y="38099"/>
                  </a:lnTo>
                  <a:lnTo>
                    <a:pt x="3643878" y="0"/>
                  </a:lnTo>
                  <a:close/>
                </a:path>
              </a:pathLst>
            </a:custGeom>
            <a:ln w="19449">
              <a:solidFill>
                <a:srgbClr val="000000"/>
              </a:solidFill>
            </a:ln>
          </p:spPr>
          <p:txBody>
            <a:bodyPr wrap="square" lIns="0" tIns="0" rIns="0" bIns="0" rtlCol="0"/>
            <a:lstStyle/>
            <a:p>
              <a:endParaRPr/>
            </a:p>
          </p:txBody>
        </p:sp>
        <p:sp>
          <p:nvSpPr>
            <p:cNvPr id="36" name="object 36">
              <a:extLst>
                <a:ext uri="{FF2B5EF4-FFF2-40B4-BE49-F238E27FC236}">
                  <a16:creationId xmlns:a16="http://schemas.microsoft.com/office/drawing/2014/main" id="{58007BE0-E3BC-4F06-A53C-EAB5E9E00A32}"/>
                </a:ext>
              </a:extLst>
            </p:cNvPr>
            <p:cNvSpPr/>
            <p:nvPr/>
          </p:nvSpPr>
          <p:spPr>
            <a:xfrm>
              <a:off x="5527548" y="2021591"/>
              <a:ext cx="332740" cy="92710"/>
            </a:xfrm>
            <a:custGeom>
              <a:avLst/>
              <a:gdLst/>
              <a:ahLst/>
              <a:cxnLst/>
              <a:rect l="l" t="t" r="r" b="b"/>
              <a:pathLst>
                <a:path w="332739" h="92710">
                  <a:moveTo>
                    <a:pt x="0" y="92199"/>
                  </a:moveTo>
                  <a:lnTo>
                    <a:pt x="166877" y="0"/>
                  </a:lnTo>
                </a:path>
                <a:path w="332739" h="92710">
                  <a:moveTo>
                    <a:pt x="183636" y="73150"/>
                  </a:moveTo>
                  <a:lnTo>
                    <a:pt x="332230" y="0"/>
                  </a:lnTo>
                </a:path>
              </a:pathLst>
            </a:custGeom>
            <a:ln w="19141">
              <a:solidFill>
                <a:srgbClr val="000000"/>
              </a:solidFill>
            </a:ln>
          </p:spPr>
          <p:txBody>
            <a:bodyPr wrap="square" lIns="0" tIns="0" rIns="0" bIns="0" rtlCol="0"/>
            <a:lstStyle/>
            <a:p>
              <a:endParaRPr/>
            </a:p>
          </p:txBody>
        </p:sp>
        <p:sp>
          <p:nvSpPr>
            <p:cNvPr id="37" name="object 37">
              <a:extLst>
                <a:ext uri="{FF2B5EF4-FFF2-40B4-BE49-F238E27FC236}">
                  <a16:creationId xmlns:a16="http://schemas.microsoft.com/office/drawing/2014/main" id="{8DA1820A-42C3-4143-B231-0C110FAAFEEB}"/>
                </a:ext>
              </a:extLst>
            </p:cNvPr>
            <p:cNvSpPr/>
            <p:nvPr/>
          </p:nvSpPr>
          <p:spPr>
            <a:xfrm>
              <a:off x="6389371" y="2221233"/>
              <a:ext cx="280035" cy="147955"/>
            </a:xfrm>
            <a:custGeom>
              <a:avLst/>
              <a:gdLst/>
              <a:ahLst/>
              <a:cxnLst/>
              <a:rect l="l" t="t" r="r" b="b"/>
              <a:pathLst>
                <a:path w="280034" h="147955">
                  <a:moveTo>
                    <a:pt x="89153" y="53340"/>
                  </a:moveTo>
                  <a:lnTo>
                    <a:pt x="0" y="53340"/>
                  </a:lnTo>
                  <a:lnTo>
                    <a:pt x="0" y="91439"/>
                  </a:lnTo>
                  <a:lnTo>
                    <a:pt x="89153" y="91439"/>
                  </a:lnTo>
                  <a:lnTo>
                    <a:pt x="89153" y="53340"/>
                  </a:lnTo>
                  <a:close/>
                </a:path>
                <a:path w="280034" h="147955">
                  <a:moveTo>
                    <a:pt x="160014" y="0"/>
                  </a:moveTo>
                  <a:lnTo>
                    <a:pt x="87624" y="0"/>
                  </a:lnTo>
                  <a:lnTo>
                    <a:pt x="87624" y="147824"/>
                  </a:lnTo>
                  <a:lnTo>
                    <a:pt x="160014" y="147824"/>
                  </a:lnTo>
                  <a:lnTo>
                    <a:pt x="160014" y="0"/>
                  </a:lnTo>
                  <a:close/>
                </a:path>
                <a:path w="280034" h="147955">
                  <a:moveTo>
                    <a:pt x="208791" y="0"/>
                  </a:moveTo>
                  <a:lnTo>
                    <a:pt x="155451" y="0"/>
                  </a:lnTo>
                  <a:lnTo>
                    <a:pt x="155451" y="147824"/>
                  </a:lnTo>
                  <a:lnTo>
                    <a:pt x="208791" y="147824"/>
                  </a:lnTo>
                  <a:lnTo>
                    <a:pt x="208791" y="0"/>
                  </a:lnTo>
                  <a:close/>
                </a:path>
                <a:path w="280034" h="147955">
                  <a:moveTo>
                    <a:pt x="279651" y="53340"/>
                  </a:moveTo>
                  <a:lnTo>
                    <a:pt x="207261" y="53340"/>
                  </a:lnTo>
                  <a:lnTo>
                    <a:pt x="207261" y="111252"/>
                  </a:lnTo>
                  <a:lnTo>
                    <a:pt x="279651" y="111252"/>
                  </a:lnTo>
                  <a:lnTo>
                    <a:pt x="279651" y="53340"/>
                  </a:lnTo>
                  <a:close/>
                </a:path>
              </a:pathLst>
            </a:custGeom>
            <a:ln w="19141">
              <a:solidFill>
                <a:srgbClr val="000000"/>
              </a:solidFill>
            </a:ln>
          </p:spPr>
          <p:txBody>
            <a:bodyPr wrap="square" lIns="0" tIns="0" rIns="0" bIns="0" rtlCol="0"/>
            <a:lstStyle/>
            <a:p>
              <a:endParaRPr/>
            </a:p>
          </p:txBody>
        </p:sp>
        <p:sp>
          <p:nvSpPr>
            <p:cNvPr id="38" name="object 38">
              <a:extLst>
                <a:ext uri="{FF2B5EF4-FFF2-40B4-BE49-F238E27FC236}">
                  <a16:creationId xmlns:a16="http://schemas.microsoft.com/office/drawing/2014/main" id="{C903852E-D930-4B13-BCB7-1B86ACF4DB5F}"/>
                </a:ext>
              </a:extLst>
            </p:cNvPr>
            <p:cNvSpPr/>
            <p:nvPr/>
          </p:nvSpPr>
          <p:spPr>
            <a:xfrm>
              <a:off x="5234939" y="2157983"/>
              <a:ext cx="1510665" cy="449580"/>
            </a:xfrm>
            <a:custGeom>
              <a:avLst/>
              <a:gdLst/>
              <a:ahLst/>
              <a:cxnLst/>
              <a:rect l="l" t="t" r="r" b="b"/>
              <a:pathLst>
                <a:path w="1510665" h="449580">
                  <a:moveTo>
                    <a:pt x="1510284" y="396240"/>
                  </a:moveTo>
                  <a:lnTo>
                    <a:pt x="726186" y="396240"/>
                  </a:lnTo>
                  <a:lnTo>
                    <a:pt x="671322" y="328422"/>
                  </a:lnTo>
                  <a:lnTo>
                    <a:pt x="523494" y="328422"/>
                  </a:lnTo>
                  <a:lnTo>
                    <a:pt x="523494" y="259842"/>
                  </a:lnTo>
                  <a:lnTo>
                    <a:pt x="391668" y="259842"/>
                  </a:lnTo>
                  <a:lnTo>
                    <a:pt x="316230" y="138684"/>
                  </a:lnTo>
                  <a:lnTo>
                    <a:pt x="148589" y="138684"/>
                  </a:lnTo>
                  <a:lnTo>
                    <a:pt x="0" y="0"/>
                  </a:lnTo>
                  <a:lnTo>
                    <a:pt x="148589" y="206502"/>
                  </a:lnTo>
                  <a:lnTo>
                    <a:pt x="280415" y="206502"/>
                  </a:lnTo>
                  <a:lnTo>
                    <a:pt x="280415" y="328422"/>
                  </a:lnTo>
                  <a:lnTo>
                    <a:pt x="353568" y="328422"/>
                  </a:lnTo>
                  <a:lnTo>
                    <a:pt x="353568" y="449580"/>
                  </a:lnTo>
                  <a:lnTo>
                    <a:pt x="1510284" y="396240"/>
                  </a:lnTo>
                  <a:close/>
                </a:path>
              </a:pathLst>
            </a:custGeom>
            <a:solidFill>
              <a:srgbClr val="999999"/>
            </a:solidFill>
          </p:spPr>
          <p:txBody>
            <a:bodyPr wrap="square" lIns="0" tIns="0" rIns="0" bIns="0" rtlCol="0"/>
            <a:lstStyle/>
            <a:p>
              <a:endParaRPr/>
            </a:p>
          </p:txBody>
        </p:sp>
        <p:sp>
          <p:nvSpPr>
            <p:cNvPr id="39" name="object 39">
              <a:extLst>
                <a:ext uri="{FF2B5EF4-FFF2-40B4-BE49-F238E27FC236}">
                  <a16:creationId xmlns:a16="http://schemas.microsoft.com/office/drawing/2014/main" id="{B1B5B798-CFB3-4E52-AC49-896972E84AB8}"/>
                </a:ext>
              </a:extLst>
            </p:cNvPr>
            <p:cNvSpPr/>
            <p:nvPr/>
          </p:nvSpPr>
          <p:spPr>
            <a:xfrm>
              <a:off x="5234934" y="2157981"/>
              <a:ext cx="1510665" cy="450215"/>
            </a:xfrm>
            <a:custGeom>
              <a:avLst/>
              <a:gdLst/>
              <a:ahLst/>
              <a:cxnLst/>
              <a:rect l="l" t="t" r="r" b="b"/>
              <a:pathLst>
                <a:path w="1510665" h="450214">
                  <a:moveTo>
                    <a:pt x="353576" y="449589"/>
                  </a:moveTo>
                  <a:lnTo>
                    <a:pt x="353576" y="328429"/>
                  </a:lnTo>
                  <a:lnTo>
                    <a:pt x="280416" y="328429"/>
                  </a:lnTo>
                  <a:lnTo>
                    <a:pt x="280416" y="206507"/>
                  </a:lnTo>
                  <a:lnTo>
                    <a:pt x="148594" y="206507"/>
                  </a:lnTo>
                  <a:lnTo>
                    <a:pt x="0" y="0"/>
                  </a:lnTo>
                  <a:lnTo>
                    <a:pt x="148594" y="138686"/>
                  </a:lnTo>
                  <a:lnTo>
                    <a:pt x="316234" y="138686"/>
                  </a:lnTo>
                  <a:lnTo>
                    <a:pt x="391668" y="259847"/>
                  </a:lnTo>
                  <a:lnTo>
                    <a:pt x="523503" y="259847"/>
                  </a:lnTo>
                  <a:lnTo>
                    <a:pt x="523503" y="328429"/>
                  </a:lnTo>
                  <a:lnTo>
                    <a:pt x="671322" y="328429"/>
                  </a:lnTo>
                  <a:lnTo>
                    <a:pt x="726186" y="396249"/>
                  </a:lnTo>
                  <a:lnTo>
                    <a:pt x="1510285" y="396249"/>
                  </a:lnTo>
                </a:path>
              </a:pathLst>
            </a:custGeom>
            <a:ln w="19399">
              <a:solidFill>
                <a:srgbClr val="000000"/>
              </a:solidFill>
            </a:ln>
          </p:spPr>
          <p:txBody>
            <a:bodyPr wrap="square" lIns="0" tIns="0" rIns="0" bIns="0" rtlCol="0"/>
            <a:lstStyle/>
            <a:p>
              <a:endParaRPr/>
            </a:p>
          </p:txBody>
        </p:sp>
        <p:sp>
          <p:nvSpPr>
            <p:cNvPr id="40" name="object 40">
              <a:extLst>
                <a:ext uri="{FF2B5EF4-FFF2-40B4-BE49-F238E27FC236}">
                  <a16:creationId xmlns:a16="http://schemas.microsoft.com/office/drawing/2014/main" id="{2A96712E-E055-47D9-A9A7-D2BE643EA038}"/>
                </a:ext>
              </a:extLst>
            </p:cNvPr>
            <p:cNvSpPr/>
            <p:nvPr/>
          </p:nvSpPr>
          <p:spPr>
            <a:xfrm>
              <a:off x="5011673" y="2131313"/>
              <a:ext cx="238125" cy="506095"/>
            </a:xfrm>
            <a:custGeom>
              <a:avLst/>
              <a:gdLst/>
              <a:ahLst/>
              <a:cxnLst/>
              <a:rect l="l" t="t" r="r" b="b"/>
              <a:pathLst>
                <a:path w="238125" h="506094">
                  <a:moveTo>
                    <a:pt x="237743" y="469392"/>
                  </a:moveTo>
                  <a:lnTo>
                    <a:pt x="237743" y="342900"/>
                  </a:lnTo>
                  <a:lnTo>
                    <a:pt x="199643" y="269748"/>
                  </a:lnTo>
                  <a:lnTo>
                    <a:pt x="164591" y="269748"/>
                  </a:lnTo>
                  <a:lnTo>
                    <a:pt x="0" y="0"/>
                  </a:lnTo>
                  <a:lnTo>
                    <a:pt x="110489" y="269748"/>
                  </a:lnTo>
                  <a:lnTo>
                    <a:pt x="110489" y="505968"/>
                  </a:lnTo>
                  <a:lnTo>
                    <a:pt x="237743" y="469392"/>
                  </a:lnTo>
                  <a:close/>
                </a:path>
              </a:pathLst>
            </a:custGeom>
            <a:solidFill>
              <a:srgbClr val="999999"/>
            </a:solidFill>
          </p:spPr>
          <p:txBody>
            <a:bodyPr wrap="square" lIns="0" tIns="0" rIns="0" bIns="0" rtlCol="0"/>
            <a:lstStyle/>
            <a:p>
              <a:endParaRPr/>
            </a:p>
          </p:txBody>
        </p:sp>
        <p:sp>
          <p:nvSpPr>
            <p:cNvPr id="41" name="object 41">
              <a:extLst>
                <a:ext uri="{FF2B5EF4-FFF2-40B4-BE49-F238E27FC236}">
                  <a16:creationId xmlns:a16="http://schemas.microsoft.com/office/drawing/2014/main" id="{DB52B11D-E5D9-4557-B3CE-1408A1F61461}"/>
                </a:ext>
              </a:extLst>
            </p:cNvPr>
            <p:cNvSpPr/>
            <p:nvPr/>
          </p:nvSpPr>
          <p:spPr>
            <a:xfrm>
              <a:off x="5011668" y="2131317"/>
              <a:ext cx="848360" cy="506095"/>
            </a:xfrm>
            <a:custGeom>
              <a:avLst/>
              <a:gdLst/>
              <a:ahLst/>
              <a:cxnLst/>
              <a:rect l="l" t="t" r="r" b="b"/>
              <a:pathLst>
                <a:path w="848360" h="506094">
                  <a:moveTo>
                    <a:pt x="110489" y="505962"/>
                  </a:moveTo>
                  <a:lnTo>
                    <a:pt x="110489" y="269746"/>
                  </a:lnTo>
                  <a:lnTo>
                    <a:pt x="0" y="0"/>
                  </a:lnTo>
                  <a:lnTo>
                    <a:pt x="164603" y="269746"/>
                  </a:lnTo>
                  <a:lnTo>
                    <a:pt x="199645" y="269746"/>
                  </a:lnTo>
                  <a:lnTo>
                    <a:pt x="237750" y="342896"/>
                  </a:lnTo>
                  <a:lnTo>
                    <a:pt x="237750" y="469387"/>
                  </a:lnTo>
                </a:path>
                <a:path w="848360" h="506094">
                  <a:moveTo>
                    <a:pt x="515880" y="19049"/>
                  </a:moveTo>
                  <a:lnTo>
                    <a:pt x="682757" y="108964"/>
                  </a:lnTo>
                </a:path>
                <a:path w="848360" h="506094">
                  <a:moveTo>
                    <a:pt x="699516" y="35813"/>
                  </a:moveTo>
                  <a:lnTo>
                    <a:pt x="848110" y="108964"/>
                  </a:lnTo>
                </a:path>
              </a:pathLst>
            </a:custGeom>
            <a:ln w="19141">
              <a:solidFill>
                <a:srgbClr val="000000"/>
              </a:solidFill>
            </a:ln>
          </p:spPr>
          <p:txBody>
            <a:bodyPr wrap="square" lIns="0" tIns="0" rIns="0" bIns="0" rtlCol="0"/>
            <a:lstStyle/>
            <a:p>
              <a:endParaRPr/>
            </a:p>
          </p:txBody>
        </p:sp>
        <p:sp>
          <p:nvSpPr>
            <p:cNvPr id="42" name="object 42">
              <a:extLst>
                <a:ext uri="{FF2B5EF4-FFF2-40B4-BE49-F238E27FC236}">
                  <a16:creationId xmlns:a16="http://schemas.microsoft.com/office/drawing/2014/main" id="{30161C21-154E-4308-B750-F407B60C89DB}"/>
                </a:ext>
              </a:extLst>
            </p:cNvPr>
            <p:cNvSpPr/>
            <p:nvPr/>
          </p:nvSpPr>
          <p:spPr>
            <a:xfrm>
              <a:off x="5122170" y="2598420"/>
              <a:ext cx="131445" cy="38100"/>
            </a:xfrm>
            <a:custGeom>
              <a:avLst/>
              <a:gdLst/>
              <a:ahLst/>
              <a:cxnLst/>
              <a:rect l="l" t="t" r="r" b="b"/>
              <a:pathLst>
                <a:path w="131445" h="38100">
                  <a:moveTo>
                    <a:pt x="131060" y="38099"/>
                  </a:moveTo>
                  <a:lnTo>
                    <a:pt x="0" y="38099"/>
                  </a:lnTo>
                  <a:lnTo>
                    <a:pt x="0" y="0"/>
                  </a:lnTo>
                  <a:lnTo>
                    <a:pt x="131060" y="0"/>
                  </a:lnTo>
                  <a:lnTo>
                    <a:pt x="131060" y="38099"/>
                  </a:lnTo>
                  <a:close/>
                </a:path>
              </a:pathLst>
            </a:custGeom>
            <a:solidFill>
              <a:srgbClr val="999999"/>
            </a:solidFill>
          </p:spPr>
          <p:txBody>
            <a:bodyPr wrap="square" lIns="0" tIns="0" rIns="0" bIns="0" rtlCol="0"/>
            <a:lstStyle/>
            <a:p>
              <a:endParaRPr/>
            </a:p>
          </p:txBody>
        </p:sp>
        <p:sp>
          <p:nvSpPr>
            <p:cNvPr id="43" name="object 43">
              <a:extLst>
                <a:ext uri="{FF2B5EF4-FFF2-40B4-BE49-F238E27FC236}">
                  <a16:creationId xmlns:a16="http://schemas.microsoft.com/office/drawing/2014/main" id="{132A1122-6165-4B47-AE15-68B35EDE804A}"/>
                </a:ext>
              </a:extLst>
            </p:cNvPr>
            <p:cNvSpPr/>
            <p:nvPr/>
          </p:nvSpPr>
          <p:spPr>
            <a:xfrm>
              <a:off x="5122170" y="2598420"/>
              <a:ext cx="131445" cy="38100"/>
            </a:xfrm>
            <a:custGeom>
              <a:avLst/>
              <a:gdLst/>
              <a:ahLst/>
              <a:cxnLst/>
              <a:rect l="l" t="t" r="r" b="b"/>
              <a:pathLst>
                <a:path w="131445" h="38100">
                  <a:moveTo>
                    <a:pt x="131060" y="0"/>
                  </a:moveTo>
                  <a:lnTo>
                    <a:pt x="0" y="0"/>
                  </a:lnTo>
                  <a:lnTo>
                    <a:pt x="0" y="38099"/>
                  </a:lnTo>
                  <a:lnTo>
                    <a:pt x="131060" y="38099"/>
                  </a:lnTo>
                  <a:lnTo>
                    <a:pt x="131060" y="0"/>
                  </a:lnTo>
                  <a:close/>
                </a:path>
              </a:pathLst>
            </a:custGeom>
            <a:ln w="19401">
              <a:solidFill>
                <a:srgbClr val="000000"/>
              </a:solidFill>
            </a:ln>
          </p:spPr>
          <p:txBody>
            <a:bodyPr wrap="square" lIns="0" tIns="0" rIns="0" bIns="0" rtlCol="0"/>
            <a:lstStyle/>
            <a:p>
              <a:endParaRPr/>
            </a:p>
          </p:txBody>
        </p:sp>
        <p:sp>
          <p:nvSpPr>
            <p:cNvPr id="44" name="object 44">
              <a:extLst>
                <a:ext uri="{FF2B5EF4-FFF2-40B4-BE49-F238E27FC236}">
                  <a16:creationId xmlns:a16="http://schemas.microsoft.com/office/drawing/2014/main" id="{B1C6BC5A-ED01-4DB0-BB01-E17B8B4C346D}"/>
                </a:ext>
              </a:extLst>
            </p:cNvPr>
            <p:cNvSpPr/>
            <p:nvPr/>
          </p:nvSpPr>
          <p:spPr>
            <a:xfrm>
              <a:off x="5527548" y="2602230"/>
              <a:ext cx="664210" cy="34290"/>
            </a:xfrm>
            <a:custGeom>
              <a:avLst/>
              <a:gdLst/>
              <a:ahLst/>
              <a:cxnLst/>
              <a:rect l="l" t="t" r="r" b="b"/>
              <a:pathLst>
                <a:path w="664210" h="34289">
                  <a:moveTo>
                    <a:pt x="0" y="34289"/>
                  </a:moveTo>
                  <a:lnTo>
                    <a:pt x="663699" y="34289"/>
                  </a:lnTo>
                  <a:lnTo>
                    <a:pt x="663699" y="0"/>
                  </a:lnTo>
                  <a:lnTo>
                    <a:pt x="0" y="0"/>
                  </a:lnTo>
                  <a:lnTo>
                    <a:pt x="0" y="34289"/>
                  </a:lnTo>
                  <a:close/>
                </a:path>
              </a:pathLst>
            </a:custGeom>
            <a:solidFill>
              <a:srgbClr val="8C8C8C"/>
            </a:solidFill>
          </p:spPr>
          <p:txBody>
            <a:bodyPr wrap="square" lIns="0" tIns="0" rIns="0" bIns="0" rtlCol="0"/>
            <a:lstStyle/>
            <a:p>
              <a:endParaRPr/>
            </a:p>
          </p:txBody>
        </p:sp>
        <p:sp>
          <p:nvSpPr>
            <p:cNvPr id="45" name="object 45">
              <a:extLst>
                <a:ext uri="{FF2B5EF4-FFF2-40B4-BE49-F238E27FC236}">
                  <a16:creationId xmlns:a16="http://schemas.microsoft.com/office/drawing/2014/main" id="{75264A2E-A3CF-4C11-8A19-C1E9E0B6E2D2}"/>
                </a:ext>
              </a:extLst>
            </p:cNvPr>
            <p:cNvSpPr/>
            <p:nvPr/>
          </p:nvSpPr>
          <p:spPr>
            <a:xfrm>
              <a:off x="5527548" y="2598420"/>
              <a:ext cx="664210" cy="38100"/>
            </a:xfrm>
            <a:custGeom>
              <a:avLst/>
              <a:gdLst/>
              <a:ahLst/>
              <a:cxnLst/>
              <a:rect l="l" t="t" r="r" b="b"/>
              <a:pathLst>
                <a:path w="664210" h="38100">
                  <a:moveTo>
                    <a:pt x="663699" y="0"/>
                  </a:moveTo>
                  <a:lnTo>
                    <a:pt x="0" y="0"/>
                  </a:lnTo>
                  <a:lnTo>
                    <a:pt x="0" y="38099"/>
                  </a:lnTo>
                  <a:lnTo>
                    <a:pt x="663699" y="38099"/>
                  </a:lnTo>
                  <a:lnTo>
                    <a:pt x="663699" y="0"/>
                  </a:lnTo>
                  <a:close/>
                </a:path>
              </a:pathLst>
            </a:custGeom>
            <a:ln w="19447">
              <a:solidFill>
                <a:srgbClr val="000000"/>
              </a:solidFill>
            </a:ln>
          </p:spPr>
          <p:txBody>
            <a:bodyPr wrap="square" lIns="0" tIns="0" rIns="0" bIns="0" rtlCol="0"/>
            <a:lstStyle/>
            <a:p>
              <a:endParaRPr/>
            </a:p>
          </p:txBody>
        </p:sp>
        <p:sp>
          <p:nvSpPr>
            <p:cNvPr id="46" name="object 46">
              <a:extLst>
                <a:ext uri="{FF2B5EF4-FFF2-40B4-BE49-F238E27FC236}">
                  <a16:creationId xmlns:a16="http://schemas.microsoft.com/office/drawing/2014/main" id="{D2A97762-85E4-4D7F-B017-6489D4F429D1}"/>
                </a:ext>
              </a:extLst>
            </p:cNvPr>
            <p:cNvSpPr/>
            <p:nvPr/>
          </p:nvSpPr>
          <p:spPr>
            <a:xfrm>
              <a:off x="6483861" y="2598420"/>
              <a:ext cx="1785620" cy="38100"/>
            </a:xfrm>
            <a:custGeom>
              <a:avLst/>
              <a:gdLst/>
              <a:ahLst/>
              <a:cxnLst/>
              <a:rect l="l" t="t" r="r" b="b"/>
              <a:pathLst>
                <a:path w="1785620" h="38100">
                  <a:moveTo>
                    <a:pt x="1785365" y="38099"/>
                  </a:moveTo>
                  <a:lnTo>
                    <a:pt x="0" y="38099"/>
                  </a:lnTo>
                  <a:lnTo>
                    <a:pt x="0" y="0"/>
                  </a:lnTo>
                  <a:lnTo>
                    <a:pt x="1785365" y="0"/>
                  </a:lnTo>
                  <a:lnTo>
                    <a:pt x="1785365" y="38099"/>
                  </a:lnTo>
                  <a:close/>
                </a:path>
              </a:pathLst>
            </a:custGeom>
            <a:solidFill>
              <a:srgbClr val="999999"/>
            </a:solidFill>
          </p:spPr>
          <p:txBody>
            <a:bodyPr wrap="square" lIns="0" tIns="0" rIns="0" bIns="0" rtlCol="0"/>
            <a:lstStyle/>
            <a:p>
              <a:endParaRPr/>
            </a:p>
          </p:txBody>
        </p:sp>
        <p:sp>
          <p:nvSpPr>
            <p:cNvPr id="47" name="object 47">
              <a:extLst>
                <a:ext uri="{FF2B5EF4-FFF2-40B4-BE49-F238E27FC236}">
                  <a16:creationId xmlns:a16="http://schemas.microsoft.com/office/drawing/2014/main" id="{39D53570-E16F-41C4-ACDF-C9A5DDC672F1}"/>
                </a:ext>
              </a:extLst>
            </p:cNvPr>
            <p:cNvSpPr/>
            <p:nvPr/>
          </p:nvSpPr>
          <p:spPr>
            <a:xfrm>
              <a:off x="6483861" y="2598420"/>
              <a:ext cx="1785620" cy="38100"/>
            </a:xfrm>
            <a:custGeom>
              <a:avLst/>
              <a:gdLst/>
              <a:ahLst/>
              <a:cxnLst/>
              <a:rect l="l" t="t" r="r" b="b"/>
              <a:pathLst>
                <a:path w="1785620" h="38100">
                  <a:moveTo>
                    <a:pt x="1785365" y="0"/>
                  </a:moveTo>
                  <a:lnTo>
                    <a:pt x="0" y="0"/>
                  </a:lnTo>
                  <a:lnTo>
                    <a:pt x="0" y="38099"/>
                  </a:lnTo>
                  <a:lnTo>
                    <a:pt x="1785365" y="38099"/>
                  </a:lnTo>
                  <a:lnTo>
                    <a:pt x="1785365" y="0"/>
                  </a:lnTo>
                  <a:close/>
                </a:path>
              </a:pathLst>
            </a:custGeom>
            <a:ln w="19448">
              <a:solidFill>
                <a:srgbClr val="000000"/>
              </a:solidFill>
            </a:ln>
          </p:spPr>
          <p:txBody>
            <a:bodyPr wrap="square" lIns="0" tIns="0" rIns="0" bIns="0" rtlCol="0"/>
            <a:lstStyle/>
            <a:p>
              <a:endParaRPr/>
            </a:p>
          </p:txBody>
        </p:sp>
        <p:sp>
          <p:nvSpPr>
            <p:cNvPr id="48" name="object 48">
              <a:extLst>
                <a:ext uri="{FF2B5EF4-FFF2-40B4-BE49-F238E27FC236}">
                  <a16:creationId xmlns:a16="http://schemas.microsoft.com/office/drawing/2014/main" id="{50DB5024-8F95-4240-82EC-A54426C6DF54}"/>
                </a:ext>
              </a:extLst>
            </p:cNvPr>
            <p:cNvSpPr/>
            <p:nvPr/>
          </p:nvSpPr>
          <p:spPr>
            <a:xfrm>
              <a:off x="8561828" y="2598420"/>
              <a:ext cx="204470" cy="38100"/>
            </a:xfrm>
            <a:custGeom>
              <a:avLst/>
              <a:gdLst/>
              <a:ahLst/>
              <a:cxnLst/>
              <a:rect l="l" t="t" r="r" b="b"/>
              <a:pathLst>
                <a:path w="204470" h="38100">
                  <a:moveTo>
                    <a:pt x="204219" y="38099"/>
                  </a:moveTo>
                  <a:lnTo>
                    <a:pt x="0" y="38099"/>
                  </a:lnTo>
                  <a:lnTo>
                    <a:pt x="0" y="0"/>
                  </a:lnTo>
                  <a:lnTo>
                    <a:pt x="204219" y="0"/>
                  </a:lnTo>
                  <a:lnTo>
                    <a:pt x="204219" y="38099"/>
                  </a:lnTo>
                  <a:close/>
                </a:path>
              </a:pathLst>
            </a:custGeom>
            <a:solidFill>
              <a:srgbClr val="7E7E7E"/>
            </a:solidFill>
          </p:spPr>
          <p:txBody>
            <a:bodyPr wrap="square" lIns="0" tIns="0" rIns="0" bIns="0" rtlCol="0"/>
            <a:lstStyle/>
            <a:p>
              <a:endParaRPr/>
            </a:p>
          </p:txBody>
        </p:sp>
        <p:sp>
          <p:nvSpPr>
            <p:cNvPr id="49" name="object 49">
              <a:extLst>
                <a:ext uri="{FF2B5EF4-FFF2-40B4-BE49-F238E27FC236}">
                  <a16:creationId xmlns:a16="http://schemas.microsoft.com/office/drawing/2014/main" id="{6CF699B5-62C9-4581-AAC8-3E9BA4AC93A5}"/>
                </a:ext>
              </a:extLst>
            </p:cNvPr>
            <p:cNvSpPr/>
            <p:nvPr/>
          </p:nvSpPr>
          <p:spPr>
            <a:xfrm>
              <a:off x="8561828" y="2598420"/>
              <a:ext cx="204470" cy="38100"/>
            </a:xfrm>
            <a:custGeom>
              <a:avLst/>
              <a:gdLst/>
              <a:ahLst/>
              <a:cxnLst/>
              <a:rect l="l" t="t" r="r" b="b"/>
              <a:pathLst>
                <a:path w="204470" h="38100">
                  <a:moveTo>
                    <a:pt x="204219" y="0"/>
                  </a:moveTo>
                  <a:lnTo>
                    <a:pt x="0" y="0"/>
                  </a:lnTo>
                  <a:lnTo>
                    <a:pt x="0" y="38099"/>
                  </a:lnTo>
                  <a:lnTo>
                    <a:pt x="204219" y="38099"/>
                  </a:lnTo>
                  <a:lnTo>
                    <a:pt x="204219" y="0"/>
                  </a:lnTo>
                  <a:close/>
                </a:path>
              </a:pathLst>
            </a:custGeom>
            <a:ln w="19428">
              <a:solidFill>
                <a:srgbClr val="000000"/>
              </a:solidFill>
            </a:ln>
          </p:spPr>
          <p:txBody>
            <a:bodyPr wrap="square" lIns="0" tIns="0" rIns="0" bIns="0" rtlCol="0"/>
            <a:lstStyle/>
            <a:p>
              <a:endParaRPr/>
            </a:p>
          </p:txBody>
        </p:sp>
        <p:sp>
          <p:nvSpPr>
            <p:cNvPr id="50" name="object 50">
              <a:extLst>
                <a:ext uri="{FF2B5EF4-FFF2-40B4-BE49-F238E27FC236}">
                  <a16:creationId xmlns:a16="http://schemas.microsoft.com/office/drawing/2014/main" id="{B8E3725D-0C8E-450D-9070-A998A4B26E74}"/>
                </a:ext>
              </a:extLst>
            </p:cNvPr>
            <p:cNvSpPr/>
            <p:nvPr/>
          </p:nvSpPr>
          <p:spPr>
            <a:xfrm>
              <a:off x="6194812" y="2544319"/>
              <a:ext cx="0" cy="36830"/>
            </a:xfrm>
            <a:custGeom>
              <a:avLst/>
              <a:gdLst/>
              <a:ahLst/>
              <a:cxnLst/>
              <a:rect l="l" t="t" r="r" b="b"/>
              <a:pathLst>
                <a:path h="36830">
                  <a:moveTo>
                    <a:pt x="0" y="0"/>
                  </a:moveTo>
                  <a:lnTo>
                    <a:pt x="0" y="36574"/>
                  </a:lnTo>
                </a:path>
              </a:pathLst>
            </a:custGeom>
            <a:ln w="7129">
              <a:solidFill>
                <a:srgbClr val="000000"/>
              </a:solidFill>
            </a:ln>
          </p:spPr>
          <p:txBody>
            <a:bodyPr wrap="square" lIns="0" tIns="0" rIns="0" bIns="0" rtlCol="0"/>
            <a:lstStyle/>
            <a:p>
              <a:endParaRPr/>
            </a:p>
          </p:txBody>
        </p:sp>
        <p:sp>
          <p:nvSpPr>
            <p:cNvPr id="51" name="object 51">
              <a:extLst>
                <a:ext uri="{FF2B5EF4-FFF2-40B4-BE49-F238E27FC236}">
                  <a16:creationId xmlns:a16="http://schemas.microsoft.com/office/drawing/2014/main" id="{F7936C3D-78CA-45F4-9308-81E2B67586FD}"/>
                </a:ext>
              </a:extLst>
            </p:cNvPr>
            <p:cNvSpPr/>
            <p:nvPr/>
          </p:nvSpPr>
          <p:spPr>
            <a:xfrm>
              <a:off x="6188960" y="2580894"/>
              <a:ext cx="0" cy="163195"/>
            </a:xfrm>
            <a:custGeom>
              <a:avLst/>
              <a:gdLst/>
              <a:ahLst/>
              <a:cxnLst/>
              <a:rect l="l" t="t" r="r" b="b"/>
              <a:pathLst>
                <a:path h="163194">
                  <a:moveTo>
                    <a:pt x="0" y="0"/>
                  </a:moveTo>
                  <a:lnTo>
                    <a:pt x="0" y="21336"/>
                  </a:lnTo>
                </a:path>
                <a:path h="163194">
                  <a:moveTo>
                    <a:pt x="0" y="21336"/>
                  </a:moveTo>
                  <a:lnTo>
                    <a:pt x="0" y="163066"/>
                  </a:lnTo>
                </a:path>
              </a:pathLst>
            </a:custGeom>
            <a:ln w="18833">
              <a:solidFill>
                <a:srgbClr val="000000"/>
              </a:solidFill>
            </a:ln>
          </p:spPr>
          <p:txBody>
            <a:bodyPr wrap="square" lIns="0" tIns="0" rIns="0" bIns="0" rtlCol="0"/>
            <a:lstStyle/>
            <a:p>
              <a:endParaRPr/>
            </a:p>
          </p:txBody>
        </p:sp>
        <p:sp>
          <p:nvSpPr>
            <p:cNvPr id="52" name="object 52">
              <a:extLst>
                <a:ext uri="{FF2B5EF4-FFF2-40B4-BE49-F238E27FC236}">
                  <a16:creationId xmlns:a16="http://schemas.microsoft.com/office/drawing/2014/main" id="{D35BEF86-C433-4DBC-BED1-0BFD7A777390}"/>
                </a:ext>
              </a:extLst>
            </p:cNvPr>
            <p:cNvSpPr/>
            <p:nvPr/>
          </p:nvSpPr>
          <p:spPr>
            <a:xfrm>
              <a:off x="6483861" y="2598420"/>
              <a:ext cx="0" cy="146050"/>
            </a:xfrm>
            <a:custGeom>
              <a:avLst/>
              <a:gdLst/>
              <a:ahLst/>
              <a:cxnLst/>
              <a:rect l="l" t="t" r="r" b="b"/>
              <a:pathLst>
                <a:path h="146050">
                  <a:moveTo>
                    <a:pt x="0" y="0"/>
                  </a:moveTo>
                  <a:lnTo>
                    <a:pt x="0" y="145539"/>
                  </a:lnTo>
                </a:path>
              </a:pathLst>
            </a:custGeom>
            <a:ln w="18833">
              <a:solidFill>
                <a:srgbClr val="000000"/>
              </a:solidFill>
            </a:ln>
          </p:spPr>
          <p:txBody>
            <a:bodyPr wrap="square" lIns="0" tIns="0" rIns="0" bIns="0" rtlCol="0"/>
            <a:lstStyle/>
            <a:p>
              <a:endParaRPr/>
            </a:p>
          </p:txBody>
        </p:sp>
        <p:sp>
          <p:nvSpPr>
            <p:cNvPr id="53" name="object 53">
              <a:extLst>
                <a:ext uri="{FF2B5EF4-FFF2-40B4-BE49-F238E27FC236}">
                  <a16:creationId xmlns:a16="http://schemas.microsoft.com/office/drawing/2014/main" id="{8CAC41C3-C2B3-4979-9700-7D237B88834C}"/>
                </a:ext>
              </a:extLst>
            </p:cNvPr>
            <p:cNvSpPr/>
            <p:nvPr/>
          </p:nvSpPr>
          <p:spPr>
            <a:xfrm>
              <a:off x="5958071" y="2743960"/>
              <a:ext cx="739140" cy="649605"/>
            </a:xfrm>
            <a:custGeom>
              <a:avLst/>
              <a:gdLst/>
              <a:ahLst/>
              <a:cxnLst/>
              <a:rect l="l" t="t" r="r" b="b"/>
              <a:pathLst>
                <a:path w="739140" h="649604">
                  <a:moveTo>
                    <a:pt x="619508" y="0"/>
                  </a:moveTo>
                  <a:lnTo>
                    <a:pt x="156217" y="0"/>
                  </a:lnTo>
                  <a:lnTo>
                    <a:pt x="156217" y="55625"/>
                  </a:lnTo>
                  <a:lnTo>
                    <a:pt x="619508" y="55625"/>
                  </a:lnTo>
                  <a:lnTo>
                    <a:pt x="619508" y="0"/>
                  </a:lnTo>
                  <a:close/>
                </a:path>
                <a:path w="739140" h="649604">
                  <a:moveTo>
                    <a:pt x="739146" y="54101"/>
                  </a:moveTo>
                  <a:lnTo>
                    <a:pt x="0" y="54101"/>
                  </a:lnTo>
                  <a:lnTo>
                    <a:pt x="0" y="649218"/>
                  </a:lnTo>
                  <a:lnTo>
                    <a:pt x="739146" y="649218"/>
                  </a:lnTo>
                  <a:lnTo>
                    <a:pt x="739146" y="54101"/>
                  </a:lnTo>
                  <a:close/>
                </a:path>
              </a:pathLst>
            </a:custGeom>
            <a:ln w="19141">
              <a:solidFill>
                <a:srgbClr val="000000"/>
              </a:solidFill>
            </a:ln>
          </p:spPr>
          <p:txBody>
            <a:bodyPr wrap="square" lIns="0" tIns="0" rIns="0" bIns="0" rtlCol="0"/>
            <a:lstStyle/>
            <a:p>
              <a:endParaRPr/>
            </a:p>
          </p:txBody>
        </p:sp>
        <p:sp>
          <p:nvSpPr>
            <p:cNvPr id="54" name="object 54">
              <a:extLst>
                <a:ext uri="{FF2B5EF4-FFF2-40B4-BE49-F238E27FC236}">
                  <a16:creationId xmlns:a16="http://schemas.microsoft.com/office/drawing/2014/main" id="{6362753B-1FF6-46C0-84C7-34C9710EC12D}"/>
                </a:ext>
              </a:extLst>
            </p:cNvPr>
            <p:cNvSpPr/>
            <p:nvPr/>
          </p:nvSpPr>
          <p:spPr>
            <a:xfrm>
              <a:off x="8267702" y="2598420"/>
              <a:ext cx="294640" cy="146050"/>
            </a:xfrm>
            <a:custGeom>
              <a:avLst/>
              <a:gdLst/>
              <a:ahLst/>
              <a:cxnLst/>
              <a:rect l="l" t="t" r="r" b="b"/>
              <a:pathLst>
                <a:path w="294640" h="146050">
                  <a:moveTo>
                    <a:pt x="0" y="0"/>
                  </a:moveTo>
                  <a:lnTo>
                    <a:pt x="0" y="145539"/>
                  </a:lnTo>
                </a:path>
                <a:path w="294640" h="146050">
                  <a:moveTo>
                    <a:pt x="294126" y="0"/>
                  </a:moveTo>
                  <a:lnTo>
                    <a:pt x="294126" y="145539"/>
                  </a:lnTo>
                </a:path>
              </a:pathLst>
            </a:custGeom>
            <a:ln w="19141">
              <a:solidFill>
                <a:srgbClr val="000000"/>
              </a:solidFill>
            </a:ln>
          </p:spPr>
          <p:txBody>
            <a:bodyPr wrap="square" lIns="0" tIns="0" rIns="0" bIns="0" rtlCol="0"/>
            <a:lstStyle/>
            <a:p>
              <a:endParaRPr/>
            </a:p>
          </p:txBody>
        </p:sp>
        <p:sp>
          <p:nvSpPr>
            <p:cNvPr id="55" name="object 55">
              <a:extLst>
                <a:ext uri="{FF2B5EF4-FFF2-40B4-BE49-F238E27FC236}">
                  <a16:creationId xmlns:a16="http://schemas.microsoft.com/office/drawing/2014/main" id="{31A0E394-5C2C-4120-A4B2-349671E18554}"/>
                </a:ext>
              </a:extLst>
            </p:cNvPr>
            <p:cNvSpPr/>
            <p:nvPr/>
          </p:nvSpPr>
          <p:spPr>
            <a:xfrm>
              <a:off x="8194555" y="2743960"/>
              <a:ext cx="461009" cy="55880"/>
            </a:xfrm>
            <a:custGeom>
              <a:avLst/>
              <a:gdLst/>
              <a:ahLst/>
              <a:cxnLst/>
              <a:rect l="l" t="t" r="r" b="b"/>
              <a:pathLst>
                <a:path w="461009" h="55880">
                  <a:moveTo>
                    <a:pt x="461003" y="0"/>
                  </a:moveTo>
                  <a:lnTo>
                    <a:pt x="0" y="0"/>
                  </a:lnTo>
                  <a:lnTo>
                    <a:pt x="0" y="55625"/>
                  </a:lnTo>
                  <a:lnTo>
                    <a:pt x="461003" y="55625"/>
                  </a:lnTo>
                  <a:lnTo>
                    <a:pt x="461003" y="0"/>
                  </a:lnTo>
                  <a:close/>
                </a:path>
              </a:pathLst>
            </a:custGeom>
            <a:ln w="19440">
              <a:solidFill>
                <a:srgbClr val="000000"/>
              </a:solidFill>
            </a:ln>
          </p:spPr>
          <p:txBody>
            <a:bodyPr wrap="square" lIns="0" tIns="0" rIns="0" bIns="0" rtlCol="0"/>
            <a:lstStyle/>
            <a:p>
              <a:endParaRPr/>
            </a:p>
          </p:txBody>
        </p:sp>
        <p:sp>
          <p:nvSpPr>
            <p:cNvPr id="56" name="object 56">
              <a:extLst>
                <a:ext uri="{FF2B5EF4-FFF2-40B4-BE49-F238E27FC236}">
                  <a16:creationId xmlns:a16="http://schemas.microsoft.com/office/drawing/2014/main" id="{E8937387-AA47-411C-9C54-8F77B62E96DD}"/>
                </a:ext>
              </a:extLst>
            </p:cNvPr>
            <p:cNvSpPr/>
            <p:nvPr/>
          </p:nvSpPr>
          <p:spPr>
            <a:xfrm>
              <a:off x="5242557" y="2607571"/>
              <a:ext cx="0" cy="935355"/>
            </a:xfrm>
            <a:custGeom>
              <a:avLst/>
              <a:gdLst/>
              <a:ahLst/>
              <a:cxnLst/>
              <a:rect l="l" t="t" r="r" b="b"/>
              <a:pathLst>
                <a:path h="935354">
                  <a:moveTo>
                    <a:pt x="0" y="0"/>
                  </a:moveTo>
                  <a:lnTo>
                    <a:pt x="0" y="934967"/>
                  </a:lnTo>
                </a:path>
              </a:pathLst>
            </a:custGeom>
            <a:ln w="18833">
              <a:solidFill>
                <a:srgbClr val="000000"/>
              </a:solidFill>
            </a:ln>
          </p:spPr>
          <p:txBody>
            <a:bodyPr wrap="square" lIns="0" tIns="0" rIns="0" bIns="0" rtlCol="0"/>
            <a:lstStyle/>
            <a:p>
              <a:endParaRPr/>
            </a:p>
          </p:txBody>
        </p:sp>
        <p:sp>
          <p:nvSpPr>
            <p:cNvPr id="57" name="object 57">
              <a:extLst>
                <a:ext uri="{FF2B5EF4-FFF2-40B4-BE49-F238E27FC236}">
                  <a16:creationId xmlns:a16="http://schemas.microsoft.com/office/drawing/2014/main" id="{9355BDEB-C506-489E-8B61-83389F9A1C5F}"/>
                </a:ext>
              </a:extLst>
            </p:cNvPr>
            <p:cNvSpPr/>
            <p:nvPr/>
          </p:nvSpPr>
          <p:spPr>
            <a:xfrm>
              <a:off x="8356859" y="2167131"/>
              <a:ext cx="278130" cy="107950"/>
            </a:xfrm>
            <a:custGeom>
              <a:avLst/>
              <a:gdLst/>
              <a:ahLst/>
              <a:cxnLst/>
              <a:rect l="l" t="t" r="r" b="b"/>
              <a:pathLst>
                <a:path w="278129" h="107950">
                  <a:moveTo>
                    <a:pt x="112776" y="107441"/>
                  </a:moveTo>
                  <a:lnTo>
                    <a:pt x="0" y="107441"/>
                  </a:lnTo>
                  <a:lnTo>
                    <a:pt x="0" y="0"/>
                  </a:lnTo>
                  <a:lnTo>
                    <a:pt x="278129" y="0"/>
                  </a:lnTo>
                  <a:lnTo>
                    <a:pt x="278129" y="70866"/>
                  </a:lnTo>
                  <a:lnTo>
                    <a:pt x="148581" y="70866"/>
                  </a:lnTo>
                  <a:lnTo>
                    <a:pt x="112776" y="107441"/>
                  </a:lnTo>
                  <a:close/>
                </a:path>
              </a:pathLst>
            </a:custGeom>
            <a:solidFill>
              <a:srgbClr val="B2B2B2"/>
            </a:solidFill>
          </p:spPr>
          <p:txBody>
            <a:bodyPr wrap="square" lIns="0" tIns="0" rIns="0" bIns="0" rtlCol="0"/>
            <a:lstStyle/>
            <a:p>
              <a:endParaRPr/>
            </a:p>
          </p:txBody>
        </p:sp>
        <p:sp>
          <p:nvSpPr>
            <p:cNvPr id="58" name="object 58">
              <a:extLst>
                <a:ext uri="{FF2B5EF4-FFF2-40B4-BE49-F238E27FC236}">
                  <a16:creationId xmlns:a16="http://schemas.microsoft.com/office/drawing/2014/main" id="{E4020CD0-92EF-4DAE-8275-0362CBE9D345}"/>
                </a:ext>
              </a:extLst>
            </p:cNvPr>
            <p:cNvSpPr/>
            <p:nvPr/>
          </p:nvSpPr>
          <p:spPr>
            <a:xfrm>
              <a:off x="6667498" y="2167131"/>
              <a:ext cx="1967864" cy="470534"/>
            </a:xfrm>
            <a:custGeom>
              <a:avLst/>
              <a:gdLst/>
              <a:ahLst/>
              <a:cxnLst/>
              <a:rect l="l" t="t" r="r" b="b"/>
              <a:pathLst>
                <a:path w="1967865" h="470535">
                  <a:moveTo>
                    <a:pt x="1967490" y="0"/>
                  </a:moveTo>
                  <a:lnTo>
                    <a:pt x="1689360" y="0"/>
                  </a:lnTo>
                  <a:lnTo>
                    <a:pt x="1689360" y="107441"/>
                  </a:lnTo>
                  <a:lnTo>
                    <a:pt x="1802137" y="107441"/>
                  </a:lnTo>
                  <a:lnTo>
                    <a:pt x="1837942" y="70866"/>
                  </a:lnTo>
                  <a:lnTo>
                    <a:pt x="1967490" y="70866"/>
                  </a:lnTo>
                  <a:lnTo>
                    <a:pt x="1967490" y="0"/>
                  </a:lnTo>
                  <a:close/>
                </a:path>
                <a:path w="1967865" h="470535">
                  <a:moveTo>
                    <a:pt x="0" y="90676"/>
                  </a:moveTo>
                  <a:lnTo>
                    <a:pt x="0" y="470148"/>
                  </a:lnTo>
                </a:path>
              </a:pathLst>
            </a:custGeom>
            <a:ln w="19141">
              <a:solidFill>
                <a:srgbClr val="000000"/>
              </a:solidFill>
            </a:ln>
          </p:spPr>
          <p:txBody>
            <a:bodyPr wrap="square" lIns="0" tIns="0" rIns="0" bIns="0" rtlCol="0"/>
            <a:lstStyle/>
            <a:p>
              <a:endParaRPr/>
            </a:p>
          </p:txBody>
        </p:sp>
        <p:sp>
          <p:nvSpPr>
            <p:cNvPr id="59" name="object 59">
              <a:extLst>
                <a:ext uri="{FF2B5EF4-FFF2-40B4-BE49-F238E27FC236}">
                  <a16:creationId xmlns:a16="http://schemas.microsoft.com/office/drawing/2014/main" id="{0CA78EE8-15D4-463B-81CC-834A6113D45C}"/>
                </a:ext>
              </a:extLst>
            </p:cNvPr>
            <p:cNvSpPr/>
            <p:nvPr/>
          </p:nvSpPr>
          <p:spPr>
            <a:xfrm>
              <a:off x="5894834" y="1880620"/>
              <a:ext cx="77470" cy="488950"/>
            </a:xfrm>
            <a:custGeom>
              <a:avLst/>
              <a:gdLst/>
              <a:ahLst/>
              <a:cxnLst/>
              <a:rect l="l" t="t" r="r" b="b"/>
              <a:pathLst>
                <a:path w="77470" h="488950">
                  <a:moveTo>
                    <a:pt x="38092" y="488436"/>
                  </a:moveTo>
                  <a:lnTo>
                    <a:pt x="15467" y="441180"/>
                  </a:lnTo>
                  <a:lnTo>
                    <a:pt x="7264" y="388200"/>
                  </a:lnTo>
                  <a:lnTo>
                    <a:pt x="1913" y="321063"/>
                  </a:lnTo>
                  <a:lnTo>
                    <a:pt x="0" y="243831"/>
                  </a:lnTo>
                  <a:lnTo>
                    <a:pt x="1913" y="166683"/>
                  </a:lnTo>
                  <a:lnTo>
                    <a:pt x="7264" y="99740"/>
                  </a:lnTo>
                  <a:lnTo>
                    <a:pt x="15467" y="46986"/>
                  </a:lnTo>
                  <a:lnTo>
                    <a:pt x="25938" y="12411"/>
                  </a:lnTo>
                  <a:lnTo>
                    <a:pt x="38092" y="0"/>
                  </a:lnTo>
                  <a:lnTo>
                    <a:pt x="50330" y="12411"/>
                  </a:lnTo>
                  <a:lnTo>
                    <a:pt x="60994" y="46986"/>
                  </a:lnTo>
                  <a:lnTo>
                    <a:pt x="69425" y="99740"/>
                  </a:lnTo>
                  <a:lnTo>
                    <a:pt x="74965" y="166683"/>
                  </a:lnTo>
                  <a:lnTo>
                    <a:pt x="76958" y="243831"/>
                  </a:lnTo>
                  <a:lnTo>
                    <a:pt x="74965" y="321063"/>
                  </a:lnTo>
                  <a:lnTo>
                    <a:pt x="69425" y="388200"/>
                  </a:lnTo>
                  <a:lnTo>
                    <a:pt x="60994" y="441180"/>
                  </a:lnTo>
                  <a:lnTo>
                    <a:pt x="50330" y="475945"/>
                  </a:lnTo>
                  <a:lnTo>
                    <a:pt x="38092" y="488436"/>
                  </a:lnTo>
                  <a:close/>
                </a:path>
              </a:pathLst>
            </a:custGeom>
            <a:solidFill>
              <a:srgbClr val="E5E5E5"/>
            </a:solidFill>
          </p:spPr>
          <p:txBody>
            <a:bodyPr wrap="square" lIns="0" tIns="0" rIns="0" bIns="0" rtlCol="0"/>
            <a:lstStyle/>
            <a:p>
              <a:endParaRPr/>
            </a:p>
          </p:txBody>
        </p:sp>
        <p:sp>
          <p:nvSpPr>
            <p:cNvPr id="60" name="object 60">
              <a:extLst>
                <a:ext uri="{FF2B5EF4-FFF2-40B4-BE49-F238E27FC236}">
                  <a16:creationId xmlns:a16="http://schemas.microsoft.com/office/drawing/2014/main" id="{E6418F56-B91D-48DD-84D2-674C15705255}"/>
                </a:ext>
              </a:extLst>
            </p:cNvPr>
            <p:cNvSpPr/>
            <p:nvPr/>
          </p:nvSpPr>
          <p:spPr>
            <a:xfrm>
              <a:off x="5894834" y="1880620"/>
              <a:ext cx="77470" cy="488950"/>
            </a:xfrm>
            <a:custGeom>
              <a:avLst/>
              <a:gdLst/>
              <a:ahLst/>
              <a:cxnLst/>
              <a:rect l="l" t="t" r="r" b="b"/>
              <a:pathLst>
                <a:path w="77470" h="488950">
                  <a:moveTo>
                    <a:pt x="76958" y="243831"/>
                  </a:moveTo>
                  <a:lnTo>
                    <a:pt x="74965" y="166683"/>
                  </a:lnTo>
                  <a:lnTo>
                    <a:pt x="69425" y="99740"/>
                  </a:lnTo>
                  <a:lnTo>
                    <a:pt x="60994" y="46986"/>
                  </a:lnTo>
                  <a:lnTo>
                    <a:pt x="38092" y="0"/>
                  </a:lnTo>
                  <a:lnTo>
                    <a:pt x="25938" y="12411"/>
                  </a:lnTo>
                  <a:lnTo>
                    <a:pt x="15467" y="46986"/>
                  </a:lnTo>
                  <a:lnTo>
                    <a:pt x="7264" y="99740"/>
                  </a:lnTo>
                  <a:lnTo>
                    <a:pt x="1913" y="166683"/>
                  </a:lnTo>
                  <a:lnTo>
                    <a:pt x="0" y="243831"/>
                  </a:lnTo>
                  <a:lnTo>
                    <a:pt x="1913" y="321063"/>
                  </a:lnTo>
                  <a:lnTo>
                    <a:pt x="7264" y="388200"/>
                  </a:lnTo>
                  <a:lnTo>
                    <a:pt x="15467" y="441180"/>
                  </a:lnTo>
                  <a:lnTo>
                    <a:pt x="25938" y="475945"/>
                  </a:lnTo>
                  <a:lnTo>
                    <a:pt x="38092" y="488436"/>
                  </a:lnTo>
                  <a:lnTo>
                    <a:pt x="50330" y="475945"/>
                  </a:lnTo>
                  <a:lnTo>
                    <a:pt x="60994" y="441180"/>
                  </a:lnTo>
                  <a:lnTo>
                    <a:pt x="69425" y="388200"/>
                  </a:lnTo>
                  <a:lnTo>
                    <a:pt x="74965" y="321063"/>
                  </a:lnTo>
                  <a:lnTo>
                    <a:pt x="76958" y="243831"/>
                  </a:lnTo>
                  <a:close/>
                </a:path>
              </a:pathLst>
            </a:custGeom>
            <a:ln w="18848">
              <a:solidFill>
                <a:srgbClr val="000000"/>
              </a:solidFill>
            </a:ln>
          </p:spPr>
          <p:txBody>
            <a:bodyPr wrap="square" lIns="0" tIns="0" rIns="0" bIns="0" rtlCol="0"/>
            <a:lstStyle/>
            <a:p>
              <a:endParaRPr/>
            </a:p>
          </p:txBody>
        </p:sp>
        <p:sp>
          <p:nvSpPr>
            <p:cNvPr id="61" name="object 61">
              <a:extLst>
                <a:ext uri="{FF2B5EF4-FFF2-40B4-BE49-F238E27FC236}">
                  <a16:creationId xmlns:a16="http://schemas.microsoft.com/office/drawing/2014/main" id="{5D8B579E-76BF-44D1-AD69-9BF6E0A41E74}"/>
                </a:ext>
              </a:extLst>
            </p:cNvPr>
            <p:cNvSpPr/>
            <p:nvPr/>
          </p:nvSpPr>
          <p:spPr>
            <a:xfrm>
              <a:off x="6354313" y="1880620"/>
              <a:ext cx="58419" cy="488950"/>
            </a:xfrm>
            <a:custGeom>
              <a:avLst/>
              <a:gdLst/>
              <a:ahLst/>
              <a:cxnLst/>
              <a:rect l="l" t="t" r="r" b="b"/>
              <a:pathLst>
                <a:path w="58420" h="488950">
                  <a:moveTo>
                    <a:pt x="28956" y="488436"/>
                  </a:moveTo>
                  <a:lnTo>
                    <a:pt x="11853" y="441180"/>
                  </a:lnTo>
                  <a:lnTo>
                    <a:pt x="5585" y="388200"/>
                  </a:lnTo>
                  <a:lnTo>
                    <a:pt x="1475" y="321063"/>
                  </a:lnTo>
                  <a:lnTo>
                    <a:pt x="0" y="243831"/>
                  </a:lnTo>
                  <a:lnTo>
                    <a:pt x="1475" y="166683"/>
                  </a:lnTo>
                  <a:lnTo>
                    <a:pt x="5585" y="99740"/>
                  </a:lnTo>
                  <a:lnTo>
                    <a:pt x="11853" y="46986"/>
                  </a:lnTo>
                  <a:lnTo>
                    <a:pt x="19802" y="12411"/>
                  </a:lnTo>
                  <a:lnTo>
                    <a:pt x="28956" y="0"/>
                  </a:lnTo>
                  <a:lnTo>
                    <a:pt x="38115" y="12411"/>
                  </a:lnTo>
                  <a:lnTo>
                    <a:pt x="46065" y="46986"/>
                  </a:lnTo>
                  <a:lnTo>
                    <a:pt x="52330" y="99740"/>
                  </a:lnTo>
                  <a:lnTo>
                    <a:pt x="56438" y="166683"/>
                  </a:lnTo>
                  <a:lnTo>
                    <a:pt x="57912" y="243831"/>
                  </a:lnTo>
                  <a:lnTo>
                    <a:pt x="56438" y="321063"/>
                  </a:lnTo>
                  <a:lnTo>
                    <a:pt x="52330" y="388200"/>
                  </a:lnTo>
                  <a:lnTo>
                    <a:pt x="46065" y="441180"/>
                  </a:lnTo>
                  <a:lnTo>
                    <a:pt x="38115" y="475945"/>
                  </a:lnTo>
                  <a:lnTo>
                    <a:pt x="28956" y="488436"/>
                  </a:lnTo>
                  <a:close/>
                </a:path>
              </a:pathLst>
            </a:custGeom>
            <a:solidFill>
              <a:srgbClr val="E5E5E5"/>
            </a:solidFill>
          </p:spPr>
          <p:txBody>
            <a:bodyPr wrap="square" lIns="0" tIns="0" rIns="0" bIns="0" rtlCol="0"/>
            <a:lstStyle/>
            <a:p>
              <a:endParaRPr/>
            </a:p>
          </p:txBody>
        </p:sp>
        <p:sp>
          <p:nvSpPr>
            <p:cNvPr id="62" name="object 62">
              <a:extLst>
                <a:ext uri="{FF2B5EF4-FFF2-40B4-BE49-F238E27FC236}">
                  <a16:creationId xmlns:a16="http://schemas.microsoft.com/office/drawing/2014/main" id="{C0FD6C0F-D965-419C-8C74-1F4EC4979518}"/>
                </a:ext>
              </a:extLst>
            </p:cNvPr>
            <p:cNvSpPr/>
            <p:nvPr/>
          </p:nvSpPr>
          <p:spPr>
            <a:xfrm>
              <a:off x="6354313" y="1880620"/>
              <a:ext cx="58419" cy="488950"/>
            </a:xfrm>
            <a:custGeom>
              <a:avLst/>
              <a:gdLst/>
              <a:ahLst/>
              <a:cxnLst/>
              <a:rect l="l" t="t" r="r" b="b"/>
              <a:pathLst>
                <a:path w="58420" h="488950">
                  <a:moveTo>
                    <a:pt x="57912" y="243831"/>
                  </a:moveTo>
                  <a:lnTo>
                    <a:pt x="56438" y="166683"/>
                  </a:lnTo>
                  <a:lnTo>
                    <a:pt x="52330" y="99740"/>
                  </a:lnTo>
                  <a:lnTo>
                    <a:pt x="46065" y="46986"/>
                  </a:lnTo>
                  <a:lnTo>
                    <a:pt x="28956" y="0"/>
                  </a:lnTo>
                  <a:lnTo>
                    <a:pt x="19802" y="12411"/>
                  </a:lnTo>
                  <a:lnTo>
                    <a:pt x="11853" y="46986"/>
                  </a:lnTo>
                  <a:lnTo>
                    <a:pt x="5585" y="99740"/>
                  </a:lnTo>
                  <a:lnTo>
                    <a:pt x="1475" y="166683"/>
                  </a:lnTo>
                  <a:lnTo>
                    <a:pt x="0" y="243831"/>
                  </a:lnTo>
                  <a:lnTo>
                    <a:pt x="1475" y="321063"/>
                  </a:lnTo>
                  <a:lnTo>
                    <a:pt x="5585" y="388200"/>
                  </a:lnTo>
                  <a:lnTo>
                    <a:pt x="11853" y="441180"/>
                  </a:lnTo>
                  <a:lnTo>
                    <a:pt x="19802" y="475945"/>
                  </a:lnTo>
                  <a:lnTo>
                    <a:pt x="28956" y="488436"/>
                  </a:lnTo>
                  <a:lnTo>
                    <a:pt x="38115" y="475945"/>
                  </a:lnTo>
                  <a:lnTo>
                    <a:pt x="46065" y="441180"/>
                  </a:lnTo>
                  <a:lnTo>
                    <a:pt x="52330" y="388200"/>
                  </a:lnTo>
                  <a:lnTo>
                    <a:pt x="56438" y="321063"/>
                  </a:lnTo>
                  <a:lnTo>
                    <a:pt x="57912" y="243831"/>
                  </a:lnTo>
                  <a:close/>
                </a:path>
              </a:pathLst>
            </a:custGeom>
            <a:ln w="18842">
              <a:solidFill>
                <a:srgbClr val="000000"/>
              </a:solidFill>
            </a:ln>
          </p:spPr>
          <p:txBody>
            <a:bodyPr wrap="square" lIns="0" tIns="0" rIns="0" bIns="0" rtlCol="0"/>
            <a:lstStyle/>
            <a:p>
              <a:endParaRPr/>
            </a:p>
          </p:txBody>
        </p:sp>
        <p:sp>
          <p:nvSpPr>
            <p:cNvPr id="63" name="object 63">
              <a:extLst>
                <a:ext uri="{FF2B5EF4-FFF2-40B4-BE49-F238E27FC236}">
                  <a16:creationId xmlns:a16="http://schemas.microsoft.com/office/drawing/2014/main" id="{C95D04B7-94E4-41ED-93BC-273208084D1F}"/>
                </a:ext>
              </a:extLst>
            </p:cNvPr>
            <p:cNvSpPr/>
            <p:nvPr/>
          </p:nvSpPr>
          <p:spPr>
            <a:xfrm>
              <a:off x="5527548" y="1644391"/>
              <a:ext cx="1141730" cy="74930"/>
            </a:xfrm>
            <a:custGeom>
              <a:avLst/>
              <a:gdLst/>
              <a:ahLst/>
              <a:cxnLst/>
              <a:rect l="l" t="t" r="r" b="b"/>
              <a:pathLst>
                <a:path w="1141729" h="74930">
                  <a:moveTo>
                    <a:pt x="1141474" y="74676"/>
                  </a:moveTo>
                  <a:lnTo>
                    <a:pt x="0" y="74676"/>
                  </a:lnTo>
                  <a:lnTo>
                    <a:pt x="0" y="0"/>
                  </a:lnTo>
                  <a:lnTo>
                    <a:pt x="1141474" y="0"/>
                  </a:lnTo>
                  <a:lnTo>
                    <a:pt x="1141474" y="74676"/>
                  </a:lnTo>
                  <a:close/>
                </a:path>
              </a:pathLst>
            </a:custGeom>
            <a:solidFill>
              <a:srgbClr val="999999"/>
            </a:solidFill>
          </p:spPr>
          <p:txBody>
            <a:bodyPr wrap="square" lIns="0" tIns="0" rIns="0" bIns="0" rtlCol="0"/>
            <a:lstStyle/>
            <a:p>
              <a:endParaRPr/>
            </a:p>
          </p:txBody>
        </p:sp>
        <p:sp>
          <p:nvSpPr>
            <p:cNvPr id="64" name="object 64">
              <a:extLst>
                <a:ext uri="{FF2B5EF4-FFF2-40B4-BE49-F238E27FC236}">
                  <a16:creationId xmlns:a16="http://schemas.microsoft.com/office/drawing/2014/main" id="{665C9387-64BB-483A-BEDA-66453642AB52}"/>
                </a:ext>
              </a:extLst>
            </p:cNvPr>
            <p:cNvSpPr/>
            <p:nvPr/>
          </p:nvSpPr>
          <p:spPr>
            <a:xfrm>
              <a:off x="5527548" y="1644391"/>
              <a:ext cx="1141730" cy="74930"/>
            </a:xfrm>
            <a:custGeom>
              <a:avLst/>
              <a:gdLst/>
              <a:ahLst/>
              <a:cxnLst/>
              <a:rect l="l" t="t" r="r" b="b"/>
              <a:pathLst>
                <a:path w="1141729" h="74930">
                  <a:moveTo>
                    <a:pt x="1141474" y="0"/>
                  </a:moveTo>
                  <a:lnTo>
                    <a:pt x="0" y="0"/>
                  </a:lnTo>
                  <a:lnTo>
                    <a:pt x="0" y="74676"/>
                  </a:lnTo>
                  <a:lnTo>
                    <a:pt x="1141474" y="74676"/>
                  </a:lnTo>
                  <a:lnTo>
                    <a:pt x="1141474" y="0"/>
                  </a:lnTo>
                  <a:close/>
                </a:path>
              </a:pathLst>
            </a:custGeom>
            <a:ln w="19446">
              <a:solidFill>
                <a:srgbClr val="000000"/>
              </a:solidFill>
            </a:ln>
          </p:spPr>
          <p:txBody>
            <a:bodyPr wrap="square" lIns="0" tIns="0" rIns="0" bIns="0" rtlCol="0"/>
            <a:lstStyle/>
            <a:p>
              <a:endParaRPr/>
            </a:p>
          </p:txBody>
        </p:sp>
        <p:sp>
          <p:nvSpPr>
            <p:cNvPr id="65" name="object 65">
              <a:extLst>
                <a:ext uri="{FF2B5EF4-FFF2-40B4-BE49-F238E27FC236}">
                  <a16:creationId xmlns:a16="http://schemas.microsoft.com/office/drawing/2014/main" id="{1DE878A9-AF99-4A83-BC76-0C998FA2EC26}"/>
                </a:ext>
              </a:extLst>
            </p:cNvPr>
            <p:cNvSpPr/>
            <p:nvPr/>
          </p:nvSpPr>
          <p:spPr>
            <a:xfrm>
              <a:off x="5122170" y="1644391"/>
              <a:ext cx="131445" cy="58419"/>
            </a:xfrm>
            <a:custGeom>
              <a:avLst/>
              <a:gdLst/>
              <a:ahLst/>
              <a:cxnLst/>
              <a:rect l="l" t="t" r="r" b="b"/>
              <a:pathLst>
                <a:path w="131445" h="58419">
                  <a:moveTo>
                    <a:pt x="131060" y="57912"/>
                  </a:moveTo>
                  <a:lnTo>
                    <a:pt x="0" y="57912"/>
                  </a:lnTo>
                  <a:lnTo>
                    <a:pt x="0" y="0"/>
                  </a:lnTo>
                  <a:lnTo>
                    <a:pt x="131060" y="0"/>
                  </a:lnTo>
                  <a:lnTo>
                    <a:pt x="131060" y="57912"/>
                  </a:lnTo>
                  <a:close/>
                </a:path>
              </a:pathLst>
            </a:custGeom>
            <a:solidFill>
              <a:srgbClr val="999999"/>
            </a:solidFill>
          </p:spPr>
          <p:txBody>
            <a:bodyPr wrap="square" lIns="0" tIns="0" rIns="0" bIns="0" rtlCol="0"/>
            <a:lstStyle/>
            <a:p>
              <a:endParaRPr/>
            </a:p>
          </p:txBody>
        </p:sp>
        <p:sp>
          <p:nvSpPr>
            <p:cNvPr id="66" name="object 66">
              <a:extLst>
                <a:ext uri="{FF2B5EF4-FFF2-40B4-BE49-F238E27FC236}">
                  <a16:creationId xmlns:a16="http://schemas.microsoft.com/office/drawing/2014/main" id="{73C203DD-4C23-44B3-A3E5-76C39AD0ABF8}"/>
                </a:ext>
              </a:extLst>
            </p:cNvPr>
            <p:cNvSpPr/>
            <p:nvPr/>
          </p:nvSpPr>
          <p:spPr>
            <a:xfrm>
              <a:off x="5122170" y="1644391"/>
              <a:ext cx="131445" cy="58419"/>
            </a:xfrm>
            <a:custGeom>
              <a:avLst/>
              <a:gdLst/>
              <a:ahLst/>
              <a:cxnLst/>
              <a:rect l="l" t="t" r="r" b="b"/>
              <a:pathLst>
                <a:path w="131445" h="58419">
                  <a:moveTo>
                    <a:pt x="131060" y="0"/>
                  </a:moveTo>
                  <a:lnTo>
                    <a:pt x="0" y="0"/>
                  </a:lnTo>
                  <a:lnTo>
                    <a:pt x="0" y="57912"/>
                  </a:lnTo>
                  <a:lnTo>
                    <a:pt x="131060" y="57912"/>
                  </a:lnTo>
                  <a:lnTo>
                    <a:pt x="131060" y="0"/>
                  </a:lnTo>
                  <a:close/>
                </a:path>
              </a:pathLst>
            </a:custGeom>
            <a:ln w="19348">
              <a:solidFill>
                <a:srgbClr val="000000"/>
              </a:solidFill>
            </a:ln>
          </p:spPr>
          <p:txBody>
            <a:bodyPr wrap="square" lIns="0" tIns="0" rIns="0" bIns="0" rtlCol="0"/>
            <a:lstStyle/>
            <a:p>
              <a:endParaRPr/>
            </a:p>
          </p:txBody>
        </p:sp>
        <p:sp>
          <p:nvSpPr>
            <p:cNvPr id="67" name="object 67">
              <a:extLst>
                <a:ext uri="{FF2B5EF4-FFF2-40B4-BE49-F238E27FC236}">
                  <a16:creationId xmlns:a16="http://schemas.microsoft.com/office/drawing/2014/main" id="{1AE9868A-1D0D-4CE9-94C9-FCC2BC7BFFAB}"/>
                </a:ext>
              </a:extLst>
            </p:cNvPr>
            <p:cNvSpPr/>
            <p:nvPr/>
          </p:nvSpPr>
          <p:spPr>
            <a:xfrm>
              <a:off x="6188964" y="2474214"/>
              <a:ext cx="459740" cy="106680"/>
            </a:xfrm>
            <a:custGeom>
              <a:avLst/>
              <a:gdLst/>
              <a:ahLst/>
              <a:cxnLst/>
              <a:rect l="l" t="t" r="r" b="b"/>
              <a:pathLst>
                <a:path w="459740" h="106680">
                  <a:moveTo>
                    <a:pt x="459486" y="106680"/>
                  </a:moveTo>
                  <a:lnTo>
                    <a:pt x="459486" y="0"/>
                  </a:lnTo>
                  <a:lnTo>
                    <a:pt x="0" y="0"/>
                  </a:lnTo>
                  <a:lnTo>
                    <a:pt x="0" y="106680"/>
                  </a:lnTo>
                  <a:lnTo>
                    <a:pt x="459486" y="106680"/>
                  </a:lnTo>
                  <a:close/>
                </a:path>
              </a:pathLst>
            </a:custGeom>
            <a:solidFill>
              <a:srgbClr val="FFFFFF"/>
            </a:solidFill>
          </p:spPr>
          <p:txBody>
            <a:bodyPr wrap="square" lIns="0" tIns="0" rIns="0" bIns="0" rtlCol="0"/>
            <a:lstStyle/>
            <a:p>
              <a:endParaRPr/>
            </a:p>
          </p:txBody>
        </p:sp>
        <p:sp>
          <p:nvSpPr>
            <p:cNvPr id="68" name="object 68">
              <a:extLst>
                <a:ext uri="{FF2B5EF4-FFF2-40B4-BE49-F238E27FC236}">
                  <a16:creationId xmlns:a16="http://schemas.microsoft.com/office/drawing/2014/main" id="{1E4E79F5-5609-4665-8584-626C9569D4FD}"/>
                </a:ext>
              </a:extLst>
            </p:cNvPr>
            <p:cNvSpPr/>
            <p:nvPr/>
          </p:nvSpPr>
          <p:spPr>
            <a:xfrm>
              <a:off x="5527548" y="2544319"/>
              <a:ext cx="664210" cy="58419"/>
            </a:xfrm>
            <a:custGeom>
              <a:avLst/>
              <a:gdLst/>
              <a:ahLst/>
              <a:cxnLst/>
              <a:rect l="l" t="t" r="r" b="b"/>
              <a:pathLst>
                <a:path w="664210" h="58419">
                  <a:moveTo>
                    <a:pt x="663699" y="57911"/>
                  </a:moveTo>
                  <a:lnTo>
                    <a:pt x="0" y="57911"/>
                  </a:lnTo>
                  <a:lnTo>
                    <a:pt x="0" y="0"/>
                  </a:lnTo>
                  <a:lnTo>
                    <a:pt x="663699" y="0"/>
                  </a:lnTo>
                  <a:lnTo>
                    <a:pt x="663699" y="57911"/>
                  </a:lnTo>
                  <a:close/>
                </a:path>
              </a:pathLst>
            </a:custGeom>
            <a:solidFill>
              <a:srgbClr val="999999"/>
            </a:solidFill>
          </p:spPr>
          <p:txBody>
            <a:bodyPr wrap="square" lIns="0" tIns="0" rIns="0" bIns="0" rtlCol="0"/>
            <a:lstStyle/>
            <a:p>
              <a:endParaRPr/>
            </a:p>
          </p:txBody>
        </p:sp>
        <p:sp>
          <p:nvSpPr>
            <p:cNvPr id="69" name="object 69">
              <a:extLst>
                <a:ext uri="{FF2B5EF4-FFF2-40B4-BE49-F238E27FC236}">
                  <a16:creationId xmlns:a16="http://schemas.microsoft.com/office/drawing/2014/main" id="{FA80A7A8-0954-4AED-A0B3-FC24D9ECA1A5}"/>
                </a:ext>
              </a:extLst>
            </p:cNvPr>
            <p:cNvSpPr/>
            <p:nvPr/>
          </p:nvSpPr>
          <p:spPr>
            <a:xfrm>
              <a:off x="5527548" y="2544319"/>
              <a:ext cx="664210" cy="58419"/>
            </a:xfrm>
            <a:custGeom>
              <a:avLst/>
              <a:gdLst/>
              <a:ahLst/>
              <a:cxnLst/>
              <a:rect l="l" t="t" r="r" b="b"/>
              <a:pathLst>
                <a:path w="664210" h="58419">
                  <a:moveTo>
                    <a:pt x="663699" y="0"/>
                  </a:moveTo>
                  <a:lnTo>
                    <a:pt x="0" y="0"/>
                  </a:lnTo>
                  <a:lnTo>
                    <a:pt x="0" y="57911"/>
                  </a:lnTo>
                  <a:lnTo>
                    <a:pt x="663699" y="57911"/>
                  </a:lnTo>
                  <a:lnTo>
                    <a:pt x="663699" y="0"/>
                  </a:lnTo>
                  <a:close/>
                </a:path>
              </a:pathLst>
            </a:custGeom>
            <a:ln w="19444">
              <a:solidFill>
                <a:srgbClr val="000000"/>
              </a:solidFill>
            </a:ln>
          </p:spPr>
          <p:txBody>
            <a:bodyPr wrap="square" lIns="0" tIns="0" rIns="0" bIns="0" rtlCol="0"/>
            <a:lstStyle/>
            <a:p>
              <a:endParaRPr/>
            </a:p>
          </p:txBody>
        </p:sp>
        <p:sp>
          <p:nvSpPr>
            <p:cNvPr id="70" name="object 70">
              <a:extLst>
                <a:ext uri="{FF2B5EF4-FFF2-40B4-BE49-F238E27FC236}">
                  <a16:creationId xmlns:a16="http://schemas.microsoft.com/office/drawing/2014/main" id="{40822D74-F811-4ABC-8C93-3003FCB55C6F}"/>
                </a:ext>
              </a:extLst>
            </p:cNvPr>
            <p:cNvSpPr/>
            <p:nvPr/>
          </p:nvSpPr>
          <p:spPr>
            <a:xfrm>
              <a:off x="3293363" y="2639564"/>
              <a:ext cx="681355" cy="436245"/>
            </a:xfrm>
            <a:custGeom>
              <a:avLst/>
              <a:gdLst/>
              <a:ahLst/>
              <a:cxnLst/>
              <a:rect l="l" t="t" r="r" b="b"/>
              <a:pathLst>
                <a:path w="681354" h="436244">
                  <a:moveTo>
                    <a:pt x="3049" y="140971"/>
                  </a:moveTo>
                  <a:lnTo>
                    <a:pt x="405378" y="140971"/>
                  </a:lnTo>
                  <a:lnTo>
                    <a:pt x="573018" y="194311"/>
                  </a:lnTo>
                </a:path>
                <a:path w="681354" h="436244">
                  <a:moveTo>
                    <a:pt x="3049" y="297183"/>
                  </a:moveTo>
                  <a:lnTo>
                    <a:pt x="405378" y="297183"/>
                  </a:lnTo>
                  <a:lnTo>
                    <a:pt x="573018" y="243082"/>
                  </a:lnTo>
                </a:path>
                <a:path w="681354" h="436244">
                  <a:moveTo>
                    <a:pt x="3049" y="80016"/>
                  </a:moveTo>
                  <a:lnTo>
                    <a:pt x="158491" y="80016"/>
                  </a:lnTo>
                  <a:lnTo>
                    <a:pt x="158491" y="0"/>
                  </a:lnTo>
                  <a:lnTo>
                    <a:pt x="113538" y="0"/>
                  </a:lnTo>
                  <a:lnTo>
                    <a:pt x="113538" y="36575"/>
                  </a:lnTo>
                  <a:lnTo>
                    <a:pt x="158491" y="41156"/>
                  </a:lnTo>
                </a:path>
                <a:path w="681354" h="436244">
                  <a:moveTo>
                    <a:pt x="570743" y="80016"/>
                  </a:moveTo>
                  <a:lnTo>
                    <a:pt x="238500" y="80016"/>
                  </a:lnTo>
                  <a:lnTo>
                    <a:pt x="238500" y="0"/>
                  </a:lnTo>
                  <a:lnTo>
                    <a:pt x="275842" y="0"/>
                  </a:lnTo>
                  <a:lnTo>
                    <a:pt x="275842" y="36575"/>
                  </a:lnTo>
                  <a:lnTo>
                    <a:pt x="238500" y="36575"/>
                  </a:lnTo>
                </a:path>
                <a:path w="681354" h="436244">
                  <a:moveTo>
                    <a:pt x="570743" y="345193"/>
                  </a:moveTo>
                  <a:lnTo>
                    <a:pt x="424436" y="345193"/>
                  </a:lnTo>
                  <a:lnTo>
                    <a:pt x="424436" y="435870"/>
                  </a:lnTo>
                  <a:lnTo>
                    <a:pt x="462528" y="435870"/>
                  </a:lnTo>
                  <a:lnTo>
                    <a:pt x="462528" y="399295"/>
                  </a:lnTo>
                  <a:lnTo>
                    <a:pt x="424436" y="399295"/>
                  </a:lnTo>
                </a:path>
                <a:path w="681354" h="436244">
                  <a:moveTo>
                    <a:pt x="204982" y="345193"/>
                  </a:moveTo>
                  <a:lnTo>
                    <a:pt x="351276" y="345193"/>
                  </a:lnTo>
                  <a:lnTo>
                    <a:pt x="351276" y="435870"/>
                  </a:lnTo>
                  <a:lnTo>
                    <a:pt x="316234" y="435870"/>
                  </a:lnTo>
                  <a:lnTo>
                    <a:pt x="316234" y="399295"/>
                  </a:lnTo>
                  <a:lnTo>
                    <a:pt x="351276" y="399295"/>
                  </a:lnTo>
                </a:path>
                <a:path w="681354" h="436244">
                  <a:moveTo>
                    <a:pt x="221741" y="345193"/>
                  </a:moveTo>
                  <a:lnTo>
                    <a:pt x="0" y="345193"/>
                  </a:lnTo>
                </a:path>
                <a:path w="681354" h="436244">
                  <a:moveTo>
                    <a:pt x="570743" y="80016"/>
                  </a:moveTo>
                  <a:lnTo>
                    <a:pt x="612647" y="89915"/>
                  </a:lnTo>
                  <a:lnTo>
                    <a:pt x="648464" y="118876"/>
                  </a:lnTo>
                  <a:lnTo>
                    <a:pt x="672085" y="163065"/>
                  </a:lnTo>
                  <a:lnTo>
                    <a:pt x="678946" y="187458"/>
                  </a:lnTo>
                  <a:lnTo>
                    <a:pt x="681233" y="214121"/>
                  </a:lnTo>
                </a:path>
                <a:path w="681354" h="436244">
                  <a:moveTo>
                    <a:pt x="570743" y="345193"/>
                  </a:moveTo>
                  <a:lnTo>
                    <a:pt x="612647" y="336043"/>
                  </a:lnTo>
                  <a:lnTo>
                    <a:pt x="648464" y="306334"/>
                  </a:lnTo>
                  <a:lnTo>
                    <a:pt x="672085" y="265177"/>
                  </a:lnTo>
                  <a:lnTo>
                    <a:pt x="678946" y="240798"/>
                  </a:lnTo>
                  <a:lnTo>
                    <a:pt x="681233" y="214121"/>
                  </a:lnTo>
                </a:path>
              </a:pathLst>
            </a:custGeom>
            <a:ln w="19141">
              <a:solidFill>
                <a:srgbClr val="000000"/>
              </a:solidFill>
            </a:ln>
          </p:spPr>
          <p:txBody>
            <a:bodyPr wrap="square" lIns="0" tIns="0" rIns="0" bIns="0" rtlCol="0"/>
            <a:lstStyle/>
            <a:p>
              <a:endParaRPr/>
            </a:p>
          </p:txBody>
        </p:sp>
        <p:sp>
          <p:nvSpPr>
            <p:cNvPr id="71" name="object 71">
              <a:extLst>
                <a:ext uri="{FF2B5EF4-FFF2-40B4-BE49-F238E27FC236}">
                  <a16:creationId xmlns:a16="http://schemas.microsoft.com/office/drawing/2014/main" id="{775FCF37-E182-4E89-A427-88A18992B3E2}"/>
                </a:ext>
              </a:extLst>
            </p:cNvPr>
            <p:cNvSpPr/>
            <p:nvPr/>
          </p:nvSpPr>
          <p:spPr>
            <a:xfrm>
              <a:off x="2787394" y="2564129"/>
              <a:ext cx="1290320" cy="631825"/>
            </a:xfrm>
            <a:custGeom>
              <a:avLst/>
              <a:gdLst/>
              <a:ahLst/>
              <a:cxnLst/>
              <a:rect l="l" t="t" r="r" b="b"/>
              <a:pathLst>
                <a:path w="1290320" h="631825">
                  <a:moveTo>
                    <a:pt x="1290068" y="0"/>
                  </a:moveTo>
                  <a:lnTo>
                    <a:pt x="0" y="0"/>
                  </a:lnTo>
                  <a:lnTo>
                    <a:pt x="0" y="631691"/>
                  </a:lnTo>
                  <a:lnTo>
                    <a:pt x="1290068" y="631691"/>
                  </a:lnTo>
                  <a:lnTo>
                    <a:pt x="1290068" y="0"/>
                  </a:lnTo>
                  <a:close/>
                </a:path>
              </a:pathLst>
            </a:custGeom>
            <a:ln w="19330">
              <a:solidFill>
                <a:srgbClr val="000000"/>
              </a:solidFill>
            </a:ln>
          </p:spPr>
          <p:txBody>
            <a:bodyPr wrap="square" lIns="0" tIns="0" rIns="0" bIns="0" rtlCol="0"/>
            <a:lstStyle/>
            <a:p>
              <a:endParaRPr/>
            </a:p>
          </p:txBody>
        </p:sp>
        <p:sp>
          <p:nvSpPr>
            <p:cNvPr id="72" name="object 72">
              <a:extLst>
                <a:ext uri="{FF2B5EF4-FFF2-40B4-BE49-F238E27FC236}">
                  <a16:creationId xmlns:a16="http://schemas.microsoft.com/office/drawing/2014/main" id="{2EB982D0-6FA3-4074-87E2-FF31A0C138E3}"/>
                </a:ext>
              </a:extLst>
            </p:cNvPr>
            <p:cNvSpPr/>
            <p:nvPr/>
          </p:nvSpPr>
          <p:spPr>
            <a:xfrm>
              <a:off x="2881124" y="2858267"/>
              <a:ext cx="554355" cy="0"/>
            </a:xfrm>
            <a:custGeom>
              <a:avLst/>
              <a:gdLst/>
              <a:ahLst/>
              <a:cxnLst/>
              <a:rect l="l" t="t" r="r" b="b"/>
              <a:pathLst>
                <a:path w="554354">
                  <a:moveTo>
                    <a:pt x="0" y="0"/>
                  </a:moveTo>
                  <a:lnTo>
                    <a:pt x="217167" y="0"/>
                  </a:lnTo>
                </a:path>
                <a:path w="554354">
                  <a:moveTo>
                    <a:pt x="404615" y="0"/>
                  </a:moveTo>
                  <a:lnTo>
                    <a:pt x="553972" y="0"/>
                  </a:lnTo>
                </a:path>
              </a:pathLst>
            </a:custGeom>
            <a:ln w="14583">
              <a:solidFill>
                <a:srgbClr val="000000"/>
              </a:solidFill>
            </a:ln>
          </p:spPr>
          <p:txBody>
            <a:bodyPr wrap="square" lIns="0" tIns="0" rIns="0" bIns="0" rtlCol="0"/>
            <a:lstStyle/>
            <a:p>
              <a:endParaRPr/>
            </a:p>
          </p:txBody>
        </p:sp>
        <p:sp>
          <p:nvSpPr>
            <p:cNvPr id="73" name="object 73">
              <a:extLst>
                <a:ext uri="{FF2B5EF4-FFF2-40B4-BE49-F238E27FC236}">
                  <a16:creationId xmlns:a16="http://schemas.microsoft.com/office/drawing/2014/main" id="{64E09F64-6B5A-4C09-B2B6-38B293251145}"/>
                </a:ext>
              </a:extLst>
            </p:cNvPr>
            <p:cNvSpPr/>
            <p:nvPr/>
          </p:nvSpPr>
          <p:spPr>
            <a:xfrm>
              <a:off x="2881124" y="2821692"/>
              <a:ext cx="551815" cy="163195"/>
            </a:xfrm>
            <a:custGeom>
              <a:avLst/>
              <a:gdLst/>
              <a:ahLst/>
              <a:cxnLst/>
              <a:rect l="l" t="t" r="r" b="b"/>
              <a:pathLst>
                <a:path w="551814" h="163194">
                  <a:moveTo>
                    <a:pt x="0" y="0"/>
                  </a:moveTo>
                  <a:lnTo>
                    <a:pt x="459479" y="0"/>
                  </a:lnTo>
                  <a:lnTo>
                    <a:pt x="551685" y="36575"/>
                  </a:lnTo>
                  <a:lnTo>
                    <a:pt x="459479" y="73150"/>
                  </a:lnTo>
                  <a:lnTo>
                    <a:pt x="186686" y="73150"/>
                  </a:lnTo>
                  <a:lnTo>
                    <a:pt x="186686" y="163065"/>
                  </a:lnTo>
                  <a:lnTo>
                    <a:pt x="111251" y="163065"/>
                  </a:lnTo>
                  <a:lnTo>
                    <a:pt x="111251" y="73150"/>
                  </a:lnTo>
                  <a:lnTo>
                    <a:pt x="0" y="73150"/>
                  </a:lnTo>
                  <a:lnTo>
                    <a:pt x="0" y="0"/>
                  </a:lnTo>
                  <a:close/>
                </a:path>
              </a:pathLst>
            </a:custGeom>
            <a:ln w="14546">
              <a:solidFill>
                <a:srgbClr val="000000"/>
              </a:solidFill>
            </a:ln>
          </p:spPr>
          <p:txBody>
            <a:bodyPr wrap="square" lIns="0" tIns="0" rIns="0" bIns="0" rtlCol="0"/>
            <a:lstStyle/>
            <a:p>
              <a:endParaRPr/>
            </a:p>
          </p:txBody>
        </p:sp>
        <p:sp>
          <p:nvSpPr>
            <p:cNvPr id="74" name="object 74">
              <a:extLst>
                <a:ext uri="{FF2B5EF4-FFF2-40B4-BE49-F238E27FC236}">
                  <a16:creationId xmlns:a16="http://schemas.microsoft.com/office/drawing/2014/main" id="{F219714C-1AD8-4506-BB2B-4C966405B0DD}"/>
                </a:ext>
              </a:extLst>
            </p:cNvPr>
            <p:cNvSpPr/>
            <p:nvPr/>
          </p:nvSpPr>
          <p:spPr>
            <a:xfrm>
              <a:off x="3098292" y="2659375"/>
              <a:ext cx="187960" cy="387985"/>
            </a:xfrm>
            <a:custGeom>
              <a:avLst/>
              <a:gdLst/>
              <a:ahLst/>
              <a:cxnLst/>
              <a:rect l="l" t="t" r="r" b="b"/>
              <a:pathLst>
                <a:path w="187960" h="387985">
                  <a:moveTo>
                    <a:pt x="187448" y="387860"/>
                  </a:moveTo>
                  <a:lnTo>
                    <a:pt x="0" y="387860"/>
                  </a:lnTo>
                  <a:lnTo>
                    <a:pt x="0" y="0"/>
                  </a:lnTo>
                  <a:lnTo>
                    <a:pt x="187448" y="0"/>
                  </a:lnTo>
                  <a:lnTo>
                    <a:pt x="187448" y="387860"/>
                  </a:lnTo>
                  <a:close/>
                </a:path>
              </a:pathLst>
            </a:custGeom>
            <a:solidFill>
              <a:srgbClr val="CCCCCC"/>
            </a:solidFill>
          </p:spPr>
          <p:txBody>
            <a:bodyPr wrap="square" lIns="0" tIns="0" rIns="0" bIns="0" rtlCol="0"/>
            <a:lstStyle/>
            <a:p>
              <a:endParaRPr/>
            </a:p>
          </p:txBody>
        </p:sp>
        <p:sp>
          <p:nvSpPr>
            <p:cNvPr id="75" name="object 75">
              <a:extLst>
                <a:ext uri="{FF2B5EF4-FFF2-40B4-BE49-F238E27FC236}">
                  <a16:creationId xmlns:a16="http://schemas.microsoft.com/office/drawing/2014/main" id="{778F5A05-178E-4D83-83A6-2331E700AADB}"/>
                </a:ext>
              </a:extLst>
            </p:cNvPr>
            <p:cNvSpPr/>
            <p:nvPr/>
          </p:nvSpPr>
          <p:spPr>
            <a:xfrm>
              <a:off x="3098292" y="2659375"/>
              <a:ext cx="187960" cy="387985"/>
            </a:xfrm>
            <a:custGeom>
              <a:avLst/>
              <a:gdLst/>
              <a:ahLst/>
              <a:cxnLst/>
              <a:rect l="l" t="t" r="r" b="b"/>
              <a:pathLst>
                <a:path w="187960" h="387985">
                  <a:moveTo>
                    <a:pt x="187448" y="0"/>
                  </a:moveTo>
                  <a:lnTo>
                    <a:pt x="0" y="0"/>
                  </a:lnTo>
                  <a:lnTo>
                    <a:pt x="0" y="387860"/>
                  </a:lnTo>
                  <a:lnTo>
                    <a:pt x="187448" y="387860"/>
                  </a:lnTo>
                  <a:lnTo>
                    <a:pt x="187448" y="0"/>
                  </a:lnTo>
                  <a:close/>
                </a:path>
              </a:pathLst>
            </a:custGeom>
            <a:ln w="18950">
              <a:solidFill>
                <a:srgbClr val="000000"/>
              </a:solidFill>
            </a:ln>
          </p:spPr>
          <p:txBody>
            <a:bodyPr wrap="square" lIns="0" tIns="0" rIns="0" bIns="0" rtlCol="0"/>
            <a:lstStyle/>
            <a:p>
              <a:endParaRPr/>
            </a:p>
          </p:txBody>
        </p:sp>
        <p:sp>
          <p:nvSpPr>
            <p:cNvPr id="76" name="object 76">
              <a:extLst>
                <a:ext uri="{FF2B5EF4-FFF2-40B4-BE49-F238E27FC236}">
                  <a16:creationId xmlns:a16="http://schemas.microsoft.com/office/drawing/2014/main" id="{DDFCA0B0-5A8F-452D-825C-4459D46AA1BA}"/>
                </a:ext>
              </a:extLst>
            </p:cNvPr>
            <p:cNvSpPr/>
            <p:nvPr/>
          </p:nvSpPr>
          <p:spPr>
            <a:xfrm>
              <a:off x="3687319" y="3126491"/>
              <a:ext cx="2540" cy="353060"/>
            </a:xfrm>
            <a:custGeom>
              <a:avLst/>
              <a:gdLst/>
              <a:ahLst/>
              <a:cxnLst/>
              <a:rect l="l" t="t" r="r" b="b"/>
              <a:pathLst>
                <a:path w="2539" h="353060">
                  <a:moveTo>
                    <a:pt x="0" y="0"/>
                  </a:moveTo>
                  <a:lnTo>
                    <a:pt x="2287" y="352808"/>
                  </a:lnTo>
                </a:path>
              </a:pathLst>
            </a:custGeom>
            <a:ln w="14122">
              <a:solidFill>
                <a:srgbClr val="000000"/>
              </a:solidFill>
            </a:ln>
          </p:spPr>
          <p:txBody>
            <a:bodyPr wrap="square" lIns="0" tIns="0" rIns="0" bIns="0" rtlCol="0"/>
            <a:lstStyle/>
            <a:p>
              <a:endParaRPr/>
            </a:p>
          </p:txBody>
        </p:sp>
        <p:sp>
          <p:nvSpPr>
            <p:cNvPr id="77" name="object 77">
              <a:extLst>
                <a:ext uri="{FF2B5EF4-FFF2-40B4-BE49-F238E27FC236}">
                  <a16:creationId xmlns:a16="http://schemas.microsoft.com/office/drawing/2014/main" id="{B2293AE2-6D66-4487-9128-01E9F2E633C1}"/>
                </a:ext>
              </a:extLst>
            </p:cNvPr>
            <p:cNvSpPr/>
            <p:nvPr/>
          </p:nvSpPr>
          <p:spPr>
            <a:xfrm>
              <a:off x="3637787" y="3473957"/>
              <a:ext cx="101600" cy="158750"/>
            </a:xfrm>
            <a:custGeom>
              <a:avLst/>
              <a:gdLst/>
              <a:ahLst/>
              <a:cxnLst/>
              <a:rect l="l" t="t" r="r" b="b"/>
              <a:pathLst>
                <a:path w="101600" h="158750">
                  <a:moveTo>
                    <a:pt x="101346" y="0"/>
                  </a:moveTo>
                  <a:lnTo>
                    <a:pt x="0" y="0"/>
                  </a:lnTo>
                  <a:lnTo>
                    <a:pt x="51815" y="158495"/>
                  </a:lnTo>
                  <a:lnTo>
                    <a:pt x="101346" y="0"/>
                  </a:lnTo>
                  <a:close/>
                </a:path>
              </a:pathLst>
            </a:custGeom>
            <a:solidFill>
              <a:srgbClr val="000000"/>
            </a:solidFill>
          </p:spPr>
          <p:txBody>
            <a:bodyPr wrap="square" lIns="0" tIns="0" rIns="0" bIns="0" rtlCol="0"/>
            <a:lstStyle/>
            <a:p>
              <a:endParaRPr/>
            </a:p>
          </p:txBody>
        </p:sp>
        <p:sp>
          <p:nvSpPr>
            <p:cNvPr id="78" name="object 78">
              <a:extLst>
                <a:ext uri="{FF2B5EF4-FFF2-40B4-BE49-F238E27FC236}">
                  <a16:creationId xmlns:a16="http://schemas.microsoft.com/office/drawing/2014/main" id="{00392D92-E359-4112-BE6D-5669710CD5EA}"/>
                </a:ext>
              </a:extLst>
            </p:cNvPr>
            <p:cNvSpPr/>
            <p:nvPr/>
          </p:nvSpPr>
          <p:spPr>
            <a:xfrm>
              <a:off x="3491485" y="2133602"/>
              <a:ext cx="459740" cy="506095"/>
            </a:xfrm>
            <a:custGeom>
              <a:avLst/>
              <a:gdLst/>
              <a:ahLst/>
              <a:cxnLst/>
              <a:rect l="l" t="t" r="r" b="b"/>
              <a:pathLst>
                <a:path w="459739" h="506094">
                  <a:moveTo>
                    <a:pt x="459479" y="0"/>
                  </a:moveTo>
                  <a:lnTo>
                    <a:pt x="0" y="0"/>
                  </a:lnTo>
                  <a:lnTo>
                    <a:pt x="0" y="505962"/>
                  </a:lnTo>
                </a:path>
              </a:pathLst>
            </a:custGeom>
            <a:ln w="14330">
              <a:solidFill>
                <a:srgbClr val="000000"/>
              </a:solidFill>
            </a:ln>
          </p:spPr>
          <p:txBody>
            <a:bodyPr wrap="square" lIns="0" tIns="0" rIns="0" bIns="0" rtlCol="0"/>
            <a:lstStyle/>
            <a:p>
              <a:endParaRPr/>
            </a:p>
          </p:txBody>
        </p:sp>
        <p:sp>
          <p:nvSpPr>
            <p:cNvPr id="79" name="object 79">
              <a:extLst>
                <a:ext uri="{FF2B5EF4-FFF2-40B4-BE49-F238E27FC236}">
                  <a16:creationId xmlns:a16="http://schemas.microsoft.com/office/drawing/2014/main" id="{46A5F76E-0E88-4D44-A381-FED9A4297C1A}"/>
                </a:ext>
              </a:extLst>
            </p:cNvPr>
            <p:cNvSpPr/>
            <p:nvPr/>
          </p:nvSpPr>
          <p:spPr>
            <a:xfrm>
              <a:off x="3946397" y="2082546"/>
              <a:ext cx="153670" cy="104775"/>
            </a:xfrm>
            <a:custGeom>
              <a:avLst/>
              <a:gdLst/>
              <a:ahLst/>
              <a:cxnLst/>
              <a:rect l="l" t="t" r="r" b="b"/>
              <a:pathLst>
                <a:path w="153670" h="104775">
                  <a:moveTo>
                    <a:pt x="153162" y="51054"/>
                  </a:moveTo>
                  <a:lnTo>
                    <a:pt x="0" y="0"/>
                  </a:lnTo>
                  <a:lnTo>
                    <a:pt x="0" y="104393"/>
                  </a:lnTo>
                  <a:lnTo>
                    <a:pt x="153162" y="51054"/>
                  </a:lnTo>
                  <a:close/>
                </a:path>
              </a:pathLst>
            </a:custGeom>
            <a:solidFill>
              <a:srgbClr val="000000"/>
            </a:solidFill>
          </p:spPr>
          <p:txBody>
            <a:bodyPr wrap="square" lIns="0" tIns="0" rIns="0" bIns="0" rtlCol="0"/>
            <a:lstStyle/>
            <a:p>
              <a:endParaRPr/>
            </a:p>
          </p:txBody>
        </p:sp>
        <p:sp>
          <p:nvSpPr>
            <p:cNvPr id="80" name="object 80">
              <a:extLst>
                <a:ext uri="{FF2B5EF4-FFF2-40B4-BE49-F238E27FC236}">
                  <a16:creationId xmlns:a16="http://schemas.microsoft.com/office/drawing/2014/main" id="{47B3D753-8CDB-474D-A456-C3E1BDEA42E0}"/>
                </a:ext>
              </a:extLst>
            </p:cNvPr>
            <p:cNvSpPr/>
            <p:nvPr/>
          </p:nvSpPr>
          <p:spPr>
            <a:xfrm>
              <a:off x="2526023" y="3734565"/>
              <a:ext cx="984250" cy="274320"/>
            </a:xfrm>
            <a:custGeom>
              <a:avLst/>
              <a:gdLst/>
              <a:ahLst/>
              <a:cxnLst/>
              <a:rect l="l" t="t" r="r" b="b"/>
              <a:pathLst>
                <a:path w="984250" h="274320">
                  <a:moveTo>
                    <a:pt x="983745" y="0"/>
                  </a:moveTo>
                  <a:lnTo>
                    <a:pt x="0" y="0"/>
                  </a:lnTo>
                  <a:lnTo>
                    <a:pt x="0" y="274314"/>
                  </a:lnTo>
                  <a:lnTo>
                    <a:pt x="983745" y="274314"/>
                  </a:lnTo>
                  <a:lnTo>
                    <a:pt x="983745" y="0"/>
                  </a:lnTo>
                  <a:close/>
                </a:path>
              </a:pathLst>
            </a:custGeom>
            <a:ln w="19404">
              <a:solidFill>
                <a:srgbClr val="000000"/>
              </a:solidFill>
            </a:ln>
          </p:spPr>
          <p:txBody>
            <a:bodyPr wrap="square" lIns="0" tIns="0" rIns="0" bIns="0" rtlCol="0"/>
            <a:lstStyle/>
            <a:p>
              <a:endParaRPr/>
            </a:p>
          </p:txBody>
        </p:sp>
        <p:sp>
          <p:nvSpPr>
            <p:cNvPr id="81" name="object 81">
              <a:extLst>
                <a:ext uri="{FF2B5EF4-FFF2-40B4-BE49-F238E27FC236}">
                  <a16:creationId xmlns:a16="http://schemas.microsoft.com/office/drawing/2014/main" id="{A00DE03F-A44F-4403-8AA9-4B4F2A479F24}"/>
                </a:ext>
              </a:extLst>
            </p:cNvPr>
            <p:cNvSpPr/>
            <p:nvPr/>
          </p:nvSpPr>
          <p:spPr>
            <a:xfrm>
              <a:off x="3020570" y="3177546"/>
              <a:ext cx="0" cy="532765"/>
            </a:xfrm>
            <a:custGeom>
              <a:avLst/>
              <a:gdLst/>
              <a:ahLst/>
              <a:cxnLst/>
              <a:rect l="l" t="t" r="r" b="b"/>
              <a:pathLst>
                <a:path h="532764">
                  <a:moveTo>
                    <a:pt x="0" y="0"/>
                  </a:moveTo>
                  <a:lnTo>
                    <a:pt x="0" y="532626"/>
                  </a:lnTo>
                </a:path>
              </a:pathLst>
            </a:custGeom>
            <a:ln w="14122">
              <a:solidFill>
                <a:srgbClr val="000000"/>
              </a:solidFill>
            </a:ln>
          </p:spPr>
          <p:txBody>
            <a:bodyPr wrap="square" lIns="0" tIns="0" rIns="0" bIns="0" rtlCol="0"/>
            <a:lstStyle/>
            <a:p>
              <a:endParaRPr/>
            </a:p>
          </p:txBody>
        </p:sp>
        <p:sp>
          <p:nvSpPr>
            <p:cNvPr id="82" name="object 82">
              <a:extLst>
                <a:ext uri="{FF2B5EF4-FFF2-40B4-BE49-F238E27FC236}">
                  <a16:creationId xmlns:a16="http://schemas.microsoft.com/office/drawing/2014/main" id="{33911DB8-B1A4-41D7-B7B4-81F7226F5209}"/>
                </a:ext>
              </a:extLst>
            </p:cNvPr>
            <p:cNvSpPr/>
            <p:nvPr/>
          </p:nvSpPr>
          <p:spPr>
            <a:xfrm>
              <a:off x="2971037" y="3023616"/>
              <a:ext cx="101600" cy="158750"/>
            </a:xfrm>
            <a:custGeom>
              <a:avLst/>
              <a:gdLst/>
              <a:ahLst/>
              <a:cxnLst/>
              <a:rect l="l" t="t" r="r" b="b"/>
              <a:pathLst>
                <a:path w="101600" h="158750">
                  <a:moveTo>
                    <a:pt x="101345" y="158495"/>
                  </a:moveTo>
                  <a:lnTo>
                    <a:pt x="49530" y="0"/>
                  </a:lnTo>
                  <a:lnTo>
                    <a:pt x="0" y="158495"/>
                  </a:lnTo>
                  <a:lnTo>
                    <a:pt x="101345" y="158495"/>
                  </a:lnTo>
                  <a:close/>
                </a:path>
              </a:pathLst>
            </a:custGeom>
            <a:solidFill>
              <a:srgbClr val="000000"/>
            </a:solidFill>
          </p:spPr>
          <p:txBody>
            <a:bodyPr wrap="square" lIns="0" tIns="0" rIns="0" bIns="0" rtlCol="0"/>
            <a:lstStyle/>
            <a:p>
              <a:endParaRPr/>
            </a:p>
          </p:txBody>
        </p:sp>
        <p:sp>
          <p:nvSpPr>
            <p:cNvPr id="83" name="object 83">
              <a:extLst>
                <a:ext uri="{FF2B5EF4-FFF2-40B4-BE49-F238E27FC236}">
                  <a16:creationId xmlns:a16="http://schemas.microsoft.com/office/drawing/2014/main" id="{DCAB38D9-EFBC-44FF-8F4E-A6987A65E60E}"/>
                </a:ext>
              </a:extLst>
            </p:cNvPr>
            <p:cNvSpPr/>
            <p:nvPr/>
          </p:nvSpPr>
          <p:spPr>
            <a:xfrm>
              <a:off x="3505957" y="2445253"/>
              <a:ext cx="734695" cy="1379855"/>
            </a:xfrm>
            <a:custGeom>
              <a:avLst/>
              <a:gdLst/>
              <a:ahLst/>
              <a:cxnLst/>
              <a:rect l="l" t="t" r="r" b="b"/>
              <a:pathLst>
                <a:path w="734695" h="1379854">
                  <a:moveTo>
                    <a:pt x="0" y="1379226"/>
                  </a:moveTo>
                  <a:lnTo>
                    <a:pt x="734571" y="1379226"/>
                  </a:lnTo>
                  <a:lnTo>
                    <a:pt x="734571" y="0"/>
                  </a:lnTo>
                </a:path>
              </a:pathLst>
            </a:custGeom>
            <a:ln w="14224">
              <a:solidFill>
                <a:srgbClr val="000000"/>
              </a:solidFill>
            </a:ln>
          </p:spPr>
          <p:txBody>
            <a:bodyPr wrap="square" lIns="0" tIns="0" rIns="0" bIns="0" rtlCol="0"/>
            <a:lstStyle/>
            <a:p>
              <a:endParaRPr/>
            </a:p>
          </p:txBody>
        </p:sp>
        <p:sp>
          <p:nvSpPr>
            <p:cNvPr id="84" name="object 84">
              <a:extLst>
                <a:ext uri="{FF2B5EF4-FFF2-40B4-BE49-F238E27FC236}">
                  <a16:creationId xmlns:a16="http://schemas.microsoft.com/office/drawing/2014/main" id="{9AE8EDD2-3C30-4F9B-8872-1CE07EE621D8}"/>
                </a:ext>
              </a:extLst>
            </p:cNvPr>
            <p:cNvSpPr/>
            <p:nvPr/>
          </p:nvSpPr>
          <p:spPr>
            <a:xfrm>
              <a:off x="4191761" y="2291333"/>
              <a:ext cx="100965" cy="158750"/>
            </a:xfrm>
            <a:custGeom>
              <a:avLst/>
              <a:gdLst/>
              <a:ahLst/>
              <a:cxnLst/>
              <a:rect l="l" t="t" r="r" b="b"/>
              <a:pathLst>
                <a:path w="100964" h="158750">
                  <a:moveTo>
                    <a:pt x="100584" y="158496"/>
                  </a:moveTo>
                  <a:lnTo>
                    <a:pt x="48767" y="0"/>
                  </a:lnTo>
                  <a:lnTo>
                    <a:pt x="0" y="158496"/>
                  </a:lnTo>
                  <a:lnTo>
                    <a:pt x="100584" y="158496"/>
                  </a:lnTo>
                  <a:close/>
                </a:path>
              </a:pathLst>
            </a:custGeom>
            <a:solidFill>
              <a:srgbClr val="000000"/>
            </a:solidFill>
          </p:spPr>
          <p:txBody>
            <a:bodyPr wrap="square" lIns="0" tIns="0" rIns="0" bIns="0" rtlCol="0"/>
            <a:lstStyle/>
            <a:p>
              <a:endParaRPr/>
            </a:p>
          </p:txBody>
        </p:sp>
        <p:sp>
          <p:nvSpPr>
            <p:cNvPr id="85" name="object 85">
              <a:extLst>
                <a:ext uri="{FF2B5EF4-FFF2-40B4-BE49-F238E27FC236}">
                  <a16:creationId xmlns:a16="http://schemas.microsoft.com/office/drawing/2014/main" id="{765CB8FE-C681-43A5-AC71-882241AE1E1A}"/>
                </a:ext>
              </a:extLst>
            </p:cNvPr>
            <p:cNvSpPr/>
            <p:nvPr/>
          </p:nvSpPr>
          <p:spPr>
            <a:xfrm>
              <a:off x="3527302" y="2500890"/>
              <a:ext cx="822325" cy="1413510"/>
            </a:xfrm>
            <a:custGeom>
              <a:avLst/>
              <a:gdLst/>
              <a:ahLst/>
              <a:cxnLst/>
              <a:rect l="l" t="t" r="r" b="b"/>
              <a:pathLst>
                <a:path w="822325" h="1413510">
                  <a:moveTo>
                    <a:pt x="0" y="1413504"/>
                  </a:moveTo>
                  <a:lnTo>
                    <a:pt x="822191" y="1413504"/>
                  </a:lnTo>
                  <a:lnTo>
                    <a:pt x="822191" y="0"/>
                  </a:lnTo>
                </a:path>
              </a:pathLst>
            </a:custGeom>
            <a:ln w="14238">
              <a:solidFill>
                <a:srgbClr val="000000"/>
              </a:solidFill>
            </a:ln>
          </p:spPr>
          <p:txBody>
            <a:bodyPr wrap="square" lIns="0" tIns="0" rIns="0" bIns="0" rtlCol="0"/>
            <a:lstStyle/>
            <a:p>
              <a:endParaRPr/>
            </a:p>
          </p:txBody>
        </p:sp>
        <p:sp>
          <p:nvSpPr>
            <p:cNvPr id="86" name="object 86">
              <a:extLst>
                <a:ext uri="{FF2B5EF4-FFF2-40B4-BE49-F238E27FC236}">
                  <a16:creationId xmlns:a16="http://schemas.microsoft.com/office/drawing/2014/main" id="{F97F2F36-D2DE-4975-A86C-209871CBFFC3}"/>
                </a:ext>
              </a:extLst>
            </p:cNvPr>
            <p:cNvSpPr/>
            <p:nvPr/>
          </p:nvSpPr>
          <p:spPr>
            <a:xfrm>
              <a:off x="4299966" y="2347722"/>
              <a:ext cx="101600" cy="158115"/>
            </a:xfrm>
            <a:custGeom>
              <a:avLst/>
              <a:gdLst/>
              <a:ahLst/>
              <a:cxnLst/>
              <a:rect l="l" t="t" r="r" b="b"/>
              <a:pathLst>
                <a:path w="101600" h="158114">
                  <a:moveTo>
                    <a:pt x="101346" y="157733"/>
                  </a:moveTo>
                  <a:lnTo>
                    <a:pt x="49530" y="0"/>
                  </a:lnTo>
                  <a:lnTo>
                    <a:pt x="0" y="157733"/>
                  </a:lnTo>
                  <a:lnTo>
                    <a:pt x="101346" y="157733"/>
                  </a:lnTo>
                  <a:close/>
                </a:path>
              </a:pathLst>
            </a:custGeom>
            <a:solidFill>
              <a:srgbClr val="000000"/>
            </a:solidFill>
          </p:spPr>
          <p:txBody>
            <a:bodyPr wrap="square" lIns="0" tIns="0" rIns="0" bIns="0" rtlCol="0"/>
            <a:lstStyle/>
            <a:p>
              <a:endParaRPr/>
            </a:p>
          </p:txBody>
        </p:sp>
      </p:grpSp>
      <p:sp>
        <p:nvSpPr>
          <p:cNvPr id="87" name="object 87">
            <a:extLst>
              <a:ext uri="{FF2B5EF4-FFF2-40B4-BE49-F238E27FC236}">
                <a16:creationId xmlns:a16="http://schemas.microsoft.com/office/drawing/2014/main" id="{B0365E88-F29A-48B4-945D-2AF18FA20A84}"/>
              </a:ext>
            </a:extLst>
          </p:cNvPr>
          <p:cNvSpPr txBox="1">
            <a:spLocks/>
          </p:cNvSpPr>
          <p:nvPr/>
        </p:nvSpPr>
        <p:spPr>
          <a:xfrm>
            <a:off x="1216324" y="143911"/>
            <a:ext cx="7798084" cy="674544"/>
          </a:xfrm>
          <a:prstGeom prst="rect">
            <a:avLst/>
          </a:prstGeom>
        </p:spPr>
        <p:txBody>
          <a:bodyPr vert="horz" wrap="square" lIns="0" tIns="12700" rIns="0" bIns="0" rtlCol="0">
            <a:spAutoFit/>
          </a:bodyPr>
          <a:lstStyle>
            <a:lvl1pPr algn="l" rtl="0" eaLnBrk="1" latinLnBrk="0" hangingPunct="1">
              <a:spcBef>
                <a:spcPct val="0"/>
              </a:spcBef>
              <a:buNone/>
              <a:defRPr kumimoji="0" sz="4300" kern="1200">
                <a:solidFill>
                  <a:schemeClr val="tx2">
                    <a:satMod val="130000"/>
                  </a:schemeClr>
                </a:solidFill>
                <a:effectLst>
                  <a:outerShdw blurRad="50000" dist="30000" dir="5400000" algn="tl" rotWithShape="0">
                    <a:srgbClr val="000000">
                      <a:alpha val="30000"/>
                    </a:srgbClr>
                  </a:outerShdw>
                </a:effectLst>
                <a:latin typeface="+mj-lt"/>
                <a:ea typeface="+mj-ea"/>
                <a:cs typeface="+mj-cs"/>
              </a:defRPr>
            </a:lvl1pPr>
            <a:extLst/>
          </a:lstStyle>
          <a:p>
            <a:pPr marL="12700" marR="5080">
              <a:spcBef>
                <a:spcPts val="100"/>
              </a:spcBef>
            </a:pPr>
            <a:r>
              <a:rPr lang="en-US" dirty="0"/>
              <a:t>LC-ICP-MS</a:t>
            </a:r>
            <a:r>
              <a:rPr lang="en-US" spc="-20" dirty="0"/>
              <a:t> </a:t>
            </a:r>
            <a:r>
              <a:rPr lang="en-US" dirty="0"/>
              <a:t>–technique</a:t>
            </a:r>
          </a:p>
        </p:txBody>
      </p:sp>
      <p:sp>
        <p:nvSpPr>
          <p:cNvPr id="88" name="object 88">
            <a:extLst>
              <a:ext uri="{FF2B5EF4-FFF2-40B4-BE49-F238E27FC236}">
                <a16:creationId xmlns:a16="http://schemas.microsoft.com/office/drawing/2014/main" id="{F909DBFE-9ABF-40E0-9DB6-C97BB1B5738F}"/>
              </a:ext>
            </a:extLst>
          </p:cNvPr>
          <p:cNvSpPr txBox="1"/>
          <p:nvPr/>
        </p:nvSpPr>
        <p:spPr>
          <a:xfrm>
            <a:off x="2774639" y="1643171"/>
            <a:ext cx="814705" cy="602729"/>
          </a:xfrm>
          <a:prstGeom prst="rect">
            <a:avLst/>
          </a:prstGeom>
        </p:spPr>
        <p:txBody>
          <a:bodyPr vert="horz" wrap="square" lIns="0" tIns="25400" rIns="0" bIns="0" rtlCol="0">
            <a:spAutoFit/>
          </a:bodyPr>
          <a:lstStyle/>
          <a:p>
            <a:pPr marL="12700" marR="5080">
              <a:lnSpc>
                <a:spcPts val="1480"/>
              </a:lnSpc>
              <a:spcBef>
                <a:spcPts val="200"/>
              </a:spcBef>
            </a:pPr>
            <a:r>
              <a:rPr sz="1250" spc="-15" dirty="0">
                <a:latin typeface="Arial MT"/>
                <a:cs typeface="Arial MT"/>
              </a:rPr>
              <a:t>nebu</a:t>
            </a:r>
            <a:r>
              <a:rPr sz="1250" spc="-5" dirty="0">
                <a:latin typeface="Arial MT"/>
                <a:cs typeface="Arial MT"/>
              </a:rPr>
              <a:t>li</a:t>
            </a:r>
            <a:r>
              <a:rPr sz="1250" spc="-15" dirty="0">
                <a:latin typeface="Arial MT"/>
                <a:cs typeface="Arial MT"/>
              </a:rPr>
              <a:t>ze</a:t>
            </a:r>
            <a:r>
              <a:rPr sz="1250" spc="10" dirty="0">
                <a:latin typeface="Arial MT"/>
                <a:cs typeface="Arial MT"/>
              </a:rPr>
              <a:t>r</a:t>
            </a:r>
            <a:r>
              <a:rPr sz="1250" spc="-20" dirty="0">
                <a:latin typeface="Arial MT"/>
                <a:cs typeface="Arial MT"/>
              </a:rPr>
              <a:t> </a:t>
            </a:r>
            <a:r>
              <a:rPr sz="1250" spc="10" dirty="0">
                <a:latin typeface="Arial MT"/>
                <a:cs typeface="Arial MT"/>
              </a:rPr>
              <a:t>&amp;  </a:t>
            </a:r>
            <a:r>
              <a:rPr sz="1250" spc="-5" dirty="0">
                <a:latin typeface="Arial MT"/>
                <a:cs typeface="Arial MT"/>
              </a:rPr>
              <a:t>spray </a:t>
            </a:r>
            <a:r>
              <a:rPr sz="1250" dirty="0">
                <a:latin typeface="Arial MT"/>
                <a:cs typeface="Arial MT"/>
              </a:rPr>
              <a:t> </a:t>
            </a:r>
            <a:r>
              <a:rPr sz="1250" spc="-5" dirty="0">
                <a:latin typeface="Arial MT"/>
                <a:cs typeface="Arial MT"/>
              </a:rPr>
              <a:t>chamber</a:t>
            </a:r>
            <a:endParaRPr sz="1250">
              <a:latin typeface="Arial MT"/>
              <a:cs typeface="Arial MT"/>
            </a:endParaRPr>
          </a:p>
        </p:txBody>
      </p:sp>
      <p:sp>
        <p:nvSpPr>
          <p:cNvPr id="89" name="object 89">
            <a:extLst>
              <a:ext uri="{FF2B5EF4-FFF2-40B4-BE49-F238E27FC236}">
                <a16:creationId xmlns:a16="http://schemas.microsoft.com/office/drawing/2014/main" id="{C118BA19-053D-48CE-B83E-1B40DFFBCA0B}"/>
              </a:ext>
            </a:extLst>
          </p:cNvPr>
          <p:cNvSpPr txBox="1"/>
          <p:nvPr/>
        </p:nvSpPr>
        <p:spPr>
          <a:xfrm>
            <a:off x="2911040" y="3427008"/>
            <a:ext cx="975360" cy="209032"/>
          </a:xfrm>
          <a:prstGeom prst="rect">
            <a:avLst/>
          </a:prstGeom>
        </p:spPr>
        <p:txBody>
          <a:bodyPr vert="horz" wrap="square" lIns="0" tIns="16510" rIns="0" bIns="0" rtlCol="0">
            <a:spAutoFit/>
          </a:bodyPr>
          <a:lstStyle/>
          <a:p>
            <a:pPr marL="12700">
              <a:lnSpc>
                <a:spcPct val="100000"/>
              </a:lnSpc>
              <a:spcBef>
                <a:spcPts val="130"/>
              </a:spcBef>
            </a:pPr>
            <a:r>
              <a:rPr sz="1250" spc="-5" dirty="0">
                <a:latin typeface="Arial MT"/>
                <a:cs typeface="Arial MT"/>
              </a:rPr>
              <a:t>gas</a:t>
            </a:r>
            <a:r>
              <a:rPr sz="1250" spc="-60" dirty="0">
                <a:latin typeface="Arial MT"/>
                <a:cs typeface="Arial MT"/>
              </a:rPr>
              <a:t> </a:t>
            </a:r>
            <a:r>
              <a:rPr sz="1250" spc="-5" dirty="0">
                <a:latin typeface="Arial MT"/>
                <a:cs typeface="Arial MT"/>
              </a:rPr>
              <a:t>controller</a:t>
            </a:r>
            <a:endParaRPr sz="1250">
              <a:latin typeface="Arial MT"/>
              <a:cs typeface="Arial MT"/>
            </a:endParaRPr>
          </a:p>
        </p:txBody>
      </p:sp>
      <p:sp>
        <p:nvSpPr>
          <p:cNvPr id="90" name="object 90">
            <a:extLst>
              <a:ext uri="{FF2B5EF4-FFF2-40B4-BE49-F238E27FC236}">
                <a16:creationId xmlns:a16="http://schemas.microsoft.com/office/drawing/2014/main" id="{65A485E3-1DA0-452C-AE12-8F643ED6ABA9}"/>
              </a:ext>
            </a:extLst>
          </p:cNvPr>
          <p:cNvSpPr txBox="1"/>
          <p:nvPr/>
        </p:nvSpPr>
        <p:spPr>
          <a:xfrm>
            <a:off x="4560773" y="1363504"/>
            <a:ext cx="688340" cy="209032"/>
          </a:xfrm>
          <a:prstGeom prst="rect">
            <a:avLst/>
          </a:prstGeom>
        </p:spPr>
        <p:txBody>
          <a:bodyPr vert="horz" wrap="square" lIns="0" tIns="16510" rIns="0" bIns="0" rtlCol="0">
            <a:spAutoFit/>
          </a:bodyPr>
          <a:lstStyle/>
          <a:p>
            <a:pPr marL="12700">
              <a:lnSpc>
                <a:spcPct val="100000"/>
              </a:lnSpc>
              <a:spcBef>
                <a:spcPts val="130"/>
              </a:spcBef>
            </a:pPr>
            <a:r>
              <a:rPr sz="1250" dirty="0">
                <a:latin typeface="Arial MT"/>
                <a:cs typeface="Arial MT"/>
              </a:rPr>
              <a:t>ICP</a:t>
            </a:r>
            <a:r>
              <a:rPr sz="1250" spc="-85" dirty="0">
                <a:latin typeface="Arial MT"/>
                <a:cs typeface="Arial MT"/>
              </a:rPr>
              <a:t> </a:t>
            </a:r>
            <a:r>
              <a:rPr sz="1250" dirty="0">
                <a:latin typeface="Arial MT"/>
                <a:cs typeface="Arial MT"/>
              </a:rPr>
              <a:t>torch</a:t>
            </a:r>
          </a:p>
        </p:txBody>
      </p:sp>
      <p:sp>
        <p:nvSpPr>
          <p:cNvPr id="91" name="object 91">
            <a:extLst>
              <a:ext uri="{FF2B5EF4-FFF2-40B4-BE49-F238E27FC236}">
                <a16:creationId xmlns:a16="http://schemas.microsoft.com/office/drawing/2014/main" id="{F469E7EF-35D4-447A-B1C0-A2B92C2259B0}"/>
              </a:ext>
            </a:extLst>
          </p:cNvPr>
          <p:cNvSpPr txBox="1"/>
          <p:nvPr/>
        </p:nvSpPr>
        <p:spPr>
          <a:xfrm>
            <a:off x="6343860" y="2480607"/>
            <a:ext cx="713740" cy="602729"/>
          </a:xfrm>
          <a:prstGeom prst="rect">
            <a:avLst/>
          </a:prstGeom>
        </p:spPr>
        <p:txBody>
          <a:bodyPr vert="horz" wrap="square" lIns="0" tIns="25400" rIns="0" bIns="0" rtlCol="0">
            <a:spAutoFit/>
          </a:bodyPr>
          <a:lstStyle/>
          <a:p>
            <a:pPr marL="12700" marR="5080">
              <a:lnSpc>
                <a:spcPts val="1480"/>
              </a:lnSpc>
              <a:spcBef>
                <a:spcPts val="200"/>
              </a:spcBef>
            </a:pPr>
            <a:r>
              <a:rPr sz="1250" spc="-5" dirty="0">
                <a:latin typeface="Arial MT"/>
                <a:cs typeface="Arial MT"/>
              </a:rPr>
              <a:t>turbo </a:t>
            </a:r>
            <a:r>
              <a:rPr sz="1250" dirty="0">
                <a:latin typeface="Arial MT"/>
                <a:cs typeface="Arial MT"/>
              </a:rPr>
              <a:t> </a:t>
            </a:r>
            <a:r>
              <a:rPr sz="1250" spc="10" dirty="0">
                <a:latin typeface="Arial MT"/>
                <a:cs typeface="Arial MT"/>
              </a:rPr>
              <a:t>m</a:t>
            </a:r>
            <a:r>
              <a:rPr sz="1250" spc="-10" dirty="0">
                <a:latin typeface="Arial MT"/>
                <a:cs typeface="Arial MT"/>
              </a:rPr>
              <a:t>ole</a:t>
            </a:r>
            <a:r>
              <a:rPr sz="1250" dirty="0">
                <a:latin typeface="Arial MT"/>
                <a:cs typeface="Arial MT"/>
              </a:rPr>
              <a:t>c</a:t>
            </a:r>
            <a:r>
              <a:rPr sz="1250" spc="-15" dirty="0">
                <a:latin typeface="Arial MT"/>
                <a:cs typeface="Arial MT"/>
              </a:rPr>
              <a:t>u</a:t>
            </a:r>
            <a:r>
              <a:rPr sz="1250" dirty="0">
                <a:latin typeface="Arial MT"/>
                <a:cs typeface="Arial MT"/>
              </a:rPr>
              <a:t>l</a:t>
            </a:r>
            <a:r>
              <a:rPr sz="1250" spc="-15" dirty="0">
                <a:latin typeface="Arial MT"/>
                <a:cs typeface="Arial MT"/>
              </a:rPr>
              <a:t>a</a:t>
            </a:r>
            <a:r>
              <a:rPr sz="1250" spc="10" dirty="0">
                <a:latin typeface="Arial MT"/>
                <a:cs typeface="Arial MT"/>
              </a:rPr>
              <a:t>r  </a:t>
            </a:r>
            <a:r>
              <a:rPr sz="1250" dirty="0">
                <a:latin typeface="Arial MT"/>
                <a:cs typeface="Arial MT"/>
              </a:rPr>
              <a:t>pump</a:t>
            </a:r>
          </a:p>
        </p:txBody>
      </p:sp>
      <p:sp>
        <p:nvSpPr>
          <p:cNvPr id="92" name="object 92">
            <a:extLst>
              <a:ext uri="{FF2B5EF4-FFF2-40B4-BE49-F238E27FC236}">
                <a16:creationId xmlns:a16="http://schemas.microsoft.com/office/drawing/2014/main" id="{41E24C38-CFE5-436B-B9D2-5F5EDD51D90A}"/>
              </a:ext>
            </a:extLst>
          </p:cNvPr>
          <p:cNvSpPr txBox="1"/>
          <p:nvPr/>
        </p:nvSpPr>
        <p:spPr>
          <a:xfrm>
            <a:off x="7300939" y="1400070"/>
            <a:ext cx="1269365" cy="209032"/>
          </a:xfrm>
          <a:prstGeom prst="rect">
            <a:avLst/>
          </a:prstGeom>
        </p:spPr>
        <p:txBody>
          <a:bodyPr vert="horz" wrap="square" lIns="0" tIns="16510" rIns="0" bIns="0" rtlCol="0">
            <a:spAutoFit/>
          </a:bodyPr>
          <a:lstStyle/>
          <a:p>
            <a:pPr marL="12700">
              <a:lnSpc>
                <a:spcPct val="100000"/>
              </a:lnSpc>
              <a:spcBef>
                <a:spcPts val="130"/>
              </a:spcBef>
            </a:pPr>
            <a:r>
              <a:rPr sz="1250" spc="-5" dirty="0">
                <a:latin typeface="Arial MT"/>
                <a:cs typeface="Arial MT"/>
              </a:rPr>
              <a:t>Q-pole</a:t>
            </a:r>
            <a:r>
              <a:rPr sz="1250" spc="-65" dirty="0">
                <a:latin typeface="Arial MT"/>
                <a:cs typeface="Arial MT"/>
              </a:rPr>
              <a:t> </a:t>
            </a:r>
            <a:r>
              <a:rPr sz="1250" spc="5" dirty="0">
                <a:latin typeface="Arial MT"/>
                <a:cs typeface="Arial MT"/>
              </a:rPr>
              <a:t>mass</a:t>
            </a:r>
            <a:r>
              <a:rPr sz="1250" spc="-35" dirty="0">
                <a:latin typeface="Arial MT"/>
                <a:cs typeface="Arial MT"/>
              </a:rPr>
              <a:t> </a:t>
            </a:r>
            <a:r>
              <a:rPr sz="1250" dirty="0">
                <a:latin typeface="Arial MT"/>
                <a:cs typeface="Arial MT"/>
              </a:rPr>
              <a:t>filter</a:t>
            </a:r>
            <a:endParaRPr sz="1250">
              <a:latin typeface="Arial MT"/>
              <a:cs typeface="Arial MT"/>
            </a:endParaRPr>
          </a:p>
        </p:txBody>
      </p:sp>
      <p:sp>
        <p:nvSpPr>
          <p:cNvPr id="93" name="object 93">
            <a:extLst>
              <a:ext uri="{FF2B5EF4-FFF2-40B4-BE49-F238E27FC236}">
                <a16:creationId xmlns:a16="http://schemas.microsoft.com/office/drawing/2014/main" id="{DE69BA12-4062-4C6F-91FA-D4BE78D2DFAF}"/>
              </a:ext>
            </a:extLst>
          </p:cNvPr>
          <p:cNvSpPr txBox="1"/>
          <p:nvPr/>
        </p:nvSpPr>
        <p:spPr>
          <a:xfrm>
            <a:off x="2960567" y="4407692"/>
            <a:ext cx="484505" cy="209032"/>
          </a:xfrm>
          <a:prstGeom prst="rect">
            <a:avLst/>
          </a:prstGeom>
        </p:spPr>
        <p:txBody>
          <a:bodyPr vert="horz" wrap="square" lIns="0" tIns="16510" rIns="0" bIns="0" rtlCol="0">
            <a:spAutoFit/>
          </a:bodyPr>
          <a:lstStyle/>
          <a:p>
            <a:pPr marL="12700">
              <a:lnSpc>
                <a:spcPct val="100000"/>
              </a:lnSpc>
              <a:spcBef>
                <a:spcPts val="130"/>
              </a:spcBef>
            </a:pPr>
            <a:r>
              <a:rPr sz="1250" dirty="0">
                <a:latin typeface="Arial MT"/>
                <a:cs typeface="Arial MT"/>
              </a:rPr>
              <a:t>Ar</a:t>
            </a:r>
            <a:r>
              <a:rPr sz="1250" spc="-75" dirty="0">
                <a:latin typeface="Arial MT"/>
                <a:cs typeface="Arial MT"/>
              </a:rPr>
              <a:t> </a:t>
            </a:r>
            <a:r>
              <a:rPr sz="1250" spc="-5" dirty="0">
                <a:latin typeface="Arial MT"/>
                <a:cs typeface="Arial MT"/>
              </a:rPr>
              <a:t>gas</a:t>
            </a:r>
            <a:endParaRPr sz="1250" dirty="0">
              <a:latin typeface="Arial MT"/>
              <a:cs typeface="Arial MT"/>
            </a:endParaRPr>
          </a:p>
        </p:txBody>
      </p:sp>
      <p:sp>
        <p:nvSpPr>
          <p:cNvPr id="94" name="object 94">
            <a:extLst>
              <a:ext uri="{FF2B5EF4-FFF2-40B4-BE49-F238E27FC236}">
                <a16:creationId xmlns:a16="http://schemas.microsoft.com/office/drawing/2014/main" id="{E5463475-8718-4676-B312-C46018826D98}"/>
              </a:ext>
            </a:extLst>
          </p:cNvPr>
          <p:cNvSpPr/>
          <p:nvPr/>
        </p:nvSpPr>
        <p:spPr>
          <a:xfrm>
            <a:off x="5510725" y="3230124"/>
            <a:ext cx="944244" cy="361950"/>
          </a:xfrm>
          <a:custGeom>
            <a:avLst/>
            <a:gdLst/>
            <a:ahLst/>
            <a:cxnLst/>
            <a:rect l="l" t="t" r="r" b="b"/>
            <a:pathLst>
              <a:path w="944245" h="361950">
                <a:moveTo>
                  <a:pt x="944115" y="0"/>
                </a:moveTo>
                <a:lnTo>
                  <a:pt x="0" y="0"/>
                </a:lnTo>
                <a:lnTo>
                  <a:pt x="0" y="361945"/>
                </a:lnTo>
                <a:lnTo>
                  <a:pt x="944115" y="361945"/>
                </a:lnTo>
                <a:lnTo>
                  <a:pt x="944115" y="0"/>
                </a:lnTo>
                <a:close/>
              </a:path>
            </a:pathLst>
          </a:custGeom>
          <a:ln w="19370">
            <a:solidFill>
              <a:srgbClr val="000000"/>
            </a:solidFill>
          </a:ln>
        </p:spPr>
        <p:txBody>
          <a:bodyPr wrap="square" lIns="0" tIns="0" rIns="0" bIns="0" rtlCol="0"/>
          <a:lstStyle/>
          <a:p>
            <a:endParaRPr/>
          </a:p>
        </p:txBody>
      </p:sp>
      <p:sp>
        <p:nvSpPr>
          <p:cNvPr id="95" name="object 95">
            <a:extLst>
              <a:ext uri="{FF2B5EF4-FFF2-40B4-BE49-F238E27FC236}">
                <a16:creationId xmlns:a16="http://schemas.microsoft.com/office/drawing/2014/main" id="{35A77AF9-4F92-4911-800F-9CD954695EB8}"/>
              </a:ext>
            </a:extLst>
          </p:cNvPr>
          <p:cNvSpPr txBox="1"/>
          <p:nvPr/>
        </p:nvSpPr>
        <p:spPr>
          <a:xfrm>
            <a:off x="5536127" y="3276137"/>
            <a:ext cx="867410" cy="209032"/>
          </a:xfrm>
          <a:prstGeom prst="rect">
            <a:avLst/>
          </a:prstGeom>
        </p:spPr>
        <p:txBody>
          <a:bodyPr vert="horz" wrap="square" lIns="0" tIns="16510" rIns="0" bIns="0" rtlCol="0">
            <a:spAutoFit/>
          </a:bodyPr>
          <a:lstStyle/>
          <a:p>
            <a:pPr marL="12700">
              <a:lnSpc>
                <a:spcPct val="100000"/>
              </a:lnSpc>
              <a:spcBef>
                <a:spcPts val="130"/>
              </a:spcBef>
            </a:pPr>
            <a:r>
              <a:rPr sz="1250" spc="-10" dirty="0">
                <a:latin typeface="Arial MT"/>
                <a:cs typeface="Arial MT"/>
              </a:rPr>
              <a:t>r</a:t>
            </a:r>
            <a:r>
              <a:rPr sz="1250" spc="-15" dirty="0">
                <a:latin typeface="Arial MT"/>
                <a:cs typeface="Arial MT"/>
              </a:rPr>
              <a:t>o</a:t>
            </a:r>
            <a:r>
              <a:rPr sz="1250" dirty="0">
                <a:latin typeface="Arial MT"/>
                <a:cs typeface="Arial MT"/>
              </a:rPr>
              <a:t>t</a:t>
            </a:r>
            <a:r>
              <a:rPr sz="1250" spc="-15" dirty="0">
                <a:latin typeface="Arial MT"/>
                <a:cs typeface="Arial MT"/>
              </a:rPr>
              <a:t>a</a:t>
            </a:r>
            <a:r>
              <a:rPr sz="1250" spc="-10" dirty="0">
                <a:latin typeface="Arial MT"/>
                <a:cs typeface="Arial MT"/>
              </a:rPr>
              <a:t>r</a:t>
            </a:r>
            <a:r>
              <a:rPr sz="1250" spc="15" dirty="0">
                <a:latin typeface="Arial MT"/>
                <a:cs typeface="Arial MT"/>
              </a:rPr>
              <a:t>y</a:t>
            </a:r>
            <a:r>
              <a:rPr sz="1250" spc="-25" dirty="0">
                <a:latin typeface="Arial MT"/>
                <a:cs typeface="Arial MT"/>
              </a:rPr>
              <a:t> </a:t>
            </a:r>
            <a:r>
              <a:rPr sz="1250" spc="-15" dirty="0">
                <a:latin typeface="Arial MT"/>
                <a:cs typeface="Arial MT"/>
              </a:rPr>
              <a:t>p</a:t>
            </a:r>
            <a:r>
              <a:rPr sz="1250" spc="-10" dirty="0">
                <a:latin typeface="Arial MT"/>
                <a:cs typeface="Arial MT"/>
              </a:rPr>
              <a:t>u</a:t>
            </a:r>
            <a:r>
              <a:rPr sz="1250" dirty="0">
                <a:latin typeface="Arial MT"/>
                <a:cs typeface="Arial MT"/>
              </a:rPr>
              <a:t>mp</a:t>
            </a:r>
            <a:endParaRPr sz="1250">
              <a:latin typeface="Arial MT"/>
              <a:cs typeface="Arial MT"/>
            </a:endParaRPr>
          </a:p>
        </p:txBody>
      </p:sp>
      <p:sp>
        <p:nvSpPr>
          <p:cNvPr id="96" name="object 96">
            <a:extLst>
              <a:ext uri="{FF2B5EF4-FFF2-40B4-BE49-F238E27FC236}">
                <a16:creationId xmlns:a16="http://schemas.microsoft.com/office/drawing/2014/main" id="{7D1EBD1E-23A7-404B-BC60-39B1499A977C}"/>
              </a:ext>
            </a:extLst>
          </p:cNvPr>
          <p:cNvSpPr/>
          <p:nvPr/>
        </p:nvSpPr>
        <p:spPr>
          <a:xfrm>
            <a:off x="8416232" y="2500128"/>
            <a:ext cx="738505" cy="588645"/>
          </a:xfrm>
          <a:custGeom>
            <a:avLst/>
            <a:gdLst/>
            <a:ahLst/>
            <a:cxnLst/>
            <a:rect l="l" t="t" r="r" b="b"/>
            <a:pathLst>
              <a:path w="738504" h="588645">
                <a:moveTo>
                  <a:pt x="738383" y="0"/>
                </a:moveTo>
                <a:lnTo>
                  <a:pt x="0" y="0"/>
                </a:lnTo>
                <a:lnTo>
                  <a:pt x="0" y="588263"/>
                </a:lnTo>
                <a:lnTo>
                  <a:pt x="738383" y="588263"/>
                </a:lnTo>
                <a:lnTo>
                  <a:pt x="738383" y="0"/>
                </a:lnTo>
                <a:close/>
              </a:path>
            </a:pathLst>
          </a:custGeom>
          <a:ln w="19210">
            <a:solidFill>
              <a:srgbClr val="000000"/>
            </a:solidFill>
          </a:ln>
        </p:spPr>
        <p:txBody>
          <a:bodyPr wrap="square" lIns="0" tIns="0" rIns="0" bIns="0" rtlCol="0"/>
          <a:lstStyle/>
          <a:p>
            <a:endParaRPr/>
          </a:p>
        </p:txBody>
      </p:sp>
      <p:sp>
        <p:nvSpPr>
          <p:cNvPr id="97" name="object 97">
            <a:extLst>
              <a:ext uri="{FF2B5EF4-FFF2-40B4-BE49-F238E27FC236}">
                <a16:creationId xmlns:a16="http://schemas.microsoft.com/office/drawing/2014/main" id="{B411B0BC-CD8D-487E-9785-D330E5DADAA8}"/>
              </a:ext>
            </a:extLst>
          </p:cNvPr>
          <p:cNvSpPr txBox="1"/>
          <p:nvPr/>
        </p:nvSpPr>
        <p:spPr>
          <a:xfrm>
            <a:off x="8447728" y="2472989"/>
            <a:ext cx="387350" cy="209032"/>
          </a:xfrm>
          <a:prstGeom prst="rect">
            <a:avLst/>
          </a:prstGeom>
        </p:spPr>
        <p:txBody>
          <a:bodyPr vert="horz" wrap="square" lIns="0" tIns="16510" rIns="0" bIns="0" rtlCol="0">
            <a:spAutoFit/>
          </a:bodyPr>
          <a:lstStyle/>
          <a:p>
            <a:pPr marL="12700">
              <a:lnSpc>
                <a:spcPct val="100000"/>
              </a:lnSpc>
              <a:spcBef>
                <a:spcPts val="130"/>
              </a:spcBef>
            </a:pPr>
            <a:r>
              <a:rPr sz="1250" dirty="0">
                <a:latin typeface="Arial MT"/>
                <a:cs typeface="Arial MT"/>
              </a:rPr>
              <a:t>t</a:t>
            </a:r>
            <a:r>
              <a:rPr sz="1250" spc="-15" dirty="0">
                <a:latin typeface="Arial MT"/>
                <a:cs typeface="Arial MT"/>
              </a:rPr>
              <a:t>u</a:t>
            </a:r>
            <a:r>
              <a:rPr sz="1250" spc="-10" dirty="0">
                <a:latin typeface="Arial MT"/>
                <a:cs typeface="Arial MT"/>
              </a:rPr>
              <a:t>rb</a:t>
            </a:r>
            <a:r>
              <a:rPr sz="1250" spc="15" dirty="0">
                <a:latin typeface="Arial MT"/>
                <a:cs typeface="Arial MT"/>
              </a:rPr>
              <a:t>o</a:t>
            </a:r>
            <a:endParaRPr sz="1250">
              <a:latin typeface="Arial MT"/>
              <a:cs typeface="Arial MT"/>
            </a:endParaRPr>
          </a:p>
        </p:txBody>
      </p:sp>
      <p:sp>
        <p:nvSpPr>
          <p:cNvPr id="98" name="object 98">
            <a:extLst>
              <a:ext uri="{FF2B5EF4-FFF2-40B4-BE49-F238E27FC236}">
                <a16:creationId xmlns:a16="http://schemas.microsoft.com/office/drawing/2014/main" id="{90ADAFA1-0A38-4C90-8B56-460ACC971A96}"/>
              </a:ext>
            </a:extLst>
          </p:cNvPr>
          <p:cNvSpPr txBox="1"/>
          <p:nvPr/>
        </p:nvSpPr>
        <p:spPr>
          <a:xfrm>
            <a:off x="8447728" y="2660433"/>
            <a:ext cx="713740" cy="209032"/>
          </a:xfrm>
          <a:prstGeom prst="rect">
            <a:avLst/>
          </a:prstGeom>
        </p:spPr>
        <p:txBody>
          <a:bodyPr vert="horz" wrap="square" lIns="0" tIns="16510" rIns="0" bIns="0" rtlCol="0">
            <a:spAutoFit/>
          </a:bodyPr>
          <a:lstStyle/>
          <a:p>
            <a:pPr marL="12700">
              <a:lnSpc>
                <a:spcPct val="100000"/>
              </a:lnSpc>
              <a:spcBef>
                <a:spcPts val="130"/>
              </a:spcBef>
            </a:pPr>
            <a:r>
              <a:rPr sz="1250" spc="-5" dirty="0">
                <a:latin typeface="Arial MT"/>
                <a:cs typeface="Arial MT"/>
              </a:rPr>
              <a:t>molecular</a:t>
            </a:r>
            <a:endParaRPr sz="1250">
              <a:latin typeface="Arial MT"/>
              <a:cs typeface="Arial MT"/>
            </a:endParaRPr>
          </a:p>
        </p:txBody>
      </p:sp>
      <p:sp>
        <p:nvSpPr>
          <p:cNvPr id="99" name="object 99">
            <a:extLst>
              <a:ext uri="{FF2B5EF4-FFF2-40B4-BE49-F238E27FC236}">
                <a16:creationId xmlns:a16="http://schemas.microsoft.com/office/drawing/2014/main" id="{3D8155F2-232D-48F3-807D-513C3664642F}"/>
              </a:ext>
            </a:extLst>
          </p:cNvPr>
          <p:cNvSpPr txBox="1"/>
          <p:nvPr/>
        </p:nvSpPr>
        <p:spPr>
          <a:xfrm>
            <a:off x="8447728" y="2847878"/>
            <a:ext cx="424815" cy="209032"/>
          </a:xfrm>
          <a:prstGeom prst="rect">
            <a:avLst/>
          </a:prstGeom>
        </p:spPr>
        <p:txBody>
          <a:bodyPr vert="horz" wrap="square" lIns="0" tIns="16510" rIns="0" bIns="0" rtlCol="0">
            <a:spAutoFit/>
          </a:bodyPr>
          <a:lstStyle/>
          <a:p>
            <a:pPr marL="12700">
              <a:lnSpc>
                <a:spcPct val="100000"/>
              </a:lnSpc>
              <a:spcBef>
                <a:spcPts val="130"/>
              </a:spcBef>
            </a:pPr>
            <a:r>
              <a:rPr sz="1250" spc="-15" dirty="0">
                <a:latin typeface="Arial MT"/>
                <a:cs typeface="Arial MT"/>
              </a:rPr>
              <a:t>pu</a:t>
            </a:r>
            <a:r>
              <a:rPr sz="1250" spc="10" dirty="0">
                <a:latin typeface="Arial MT"/>
                <a:cs typeface="Arial MT"/>
              </a:rPr>
              <a:t>m</a:t>
            </a:r>
            <a:r>
              <a:rPr sz="1250" spc="15" dirty="0">
                <a:latin typeface="Arial MT"/>
                <a:cs typeface="Arial MT"/>
              </a:rPr>
              <a:t>p</a:t>
            </a:r>
            <a:endParaRPr sz="1250" dirty="0">
              <a:latin typeface="Arial MT"/>
              <a:cs typeface="Arial MT"/>
            </a:endParaRPr>
          </a:p>
        </p:txBody>
      </p:sp>
      <p:sp>
        <p:nvSpPr>
          <p:cNvPr id="101" name="object 101">
            <a:extLst>
              <a:ext uri="{FF2B5EF4-FFF2-40B4-BE49-F238E27FC236}">
                <a16:creationId xmlns:a16="http://schemas.microsoft.com/office/drawing/2014/main" id="{B2A11AD0-E0DB-4005-ACE1-8F325EB79A4C}"/>
              </a:ext>
            </a:extLst>
          </p:cNvPr>
          <p:cNvSpPr/>
          <p:nvPr/>
        </p:nvSpPr>
        <p:spPr>
          <a:xfrm>
            <a:off x="3211016" y="3880104"/>
            <a:ext cx="0" cy="530860"/>
          </a:xfrm>
          <a:custGeom>
            <a:avLst/>
            <a:gdLst/>
            <a:ahLst/>
            <a:cxnLst/>
            <a:rect l="l" t="t" r="r" b="b"/>
            <a:pathLst>
              <a:path h="530860">
                <a:moveTo>
                  <a:pt x="0" y="0"/>
                </a:moveTo>
                <a:lnTo>
                  <a:pt x="0" y="530354"/>
                </a:lnTo>
              </a:path>
            </a:pathLst>
          </a:custGeom>
          <a:ln w="14122">
            <a:solidFill>
              <a:srgbClr val="000000"/>
            </a:solidFill>
          </a:ln>
        </p:spPr>
        <p:txBody>
          <a:bodyPr wrap="square" lIns="0" tIns="0" rIns="0" bIns="0" rtlCol="0"/>
          <a:lstStyle/>
          <a:p>
            <a:endParaRPr/>
          </a:p>
        </p:txBody>
      </p:sp>
      <p:sp>
        <p:nvSpPr>
          <p:cNvPr id="102" name="object 102">
            <a:extLst>
              <a:ext uri="{FF2B5EF4-FFF2-40B4-BE49-F238E27FC236}">
                <a16:creationId xmlns:a16="http://schemas.microsoft.com/office/drawing/2014/main" id="{33084CE6-C2A4-440F-93A8-7AE524C0B40C}"/>
              </a:ext>
            </a:extLst>
          </p:cNvPr>
          <p:cNvSpPr/>
          <p:nvPr/>
        </p:nvSpPr>
        <p:spPr>
          <a:xfrm>
            <a:off x="3162243" y="3726181"/>
            <a:ext cx="100965" cy="158750"/>
          </a:xfrm>
          <a:custGeom>
            <a:avLst/>
            <a:gdLst/>
            <a:ahLst/>
            <a:cxnLst/>
            <a:rect l="l" t="t" r="r" b="b"/>
            <a:pathLst>
              <a:path w="100964" h="158750">
                <a:moveTo>
                  <a:pt x="100583" y="158496"/>
                </a:moveTo>
                <a:lnTo>
                  <a:pt x="48768" y="0"/>
                </a:lnTo>
                <a:lnTo>
                  <a:pt x="0" y="158496"/>
                </a:lnTo>
                <a:lnTo>
                  <a:pt x="100583" y="158496"/>
                </a:lnTo>
                <a:close/>
              </a:path>
            </a:pathLst>
          </a:custGeom>
          <a:solidFill>
            <a:srgbClr val="000000"/>
          </a:solidFill>
        </p:spPr>
        <p:txBody>
          <a:bodyPr wrap="square" lIns="0" tIns="0" rIns="0" bIns="0" rtlCol="0"/>
          <a:lstStyle/>
          <a:p>
            <a:endParaRPr/>
          </a:p>
        </p:txBody>
      </p:sp>
      <p:sp>
        <p:nvSpPr>
          <p:cNvPr id="103" name="object 103">
            <a:extLst>
              <a:ext uri="{FF2B5EF4-FFF2-40B4-BE49-F238E27FC236}">
                <a16:creationId xmlns:a16="http://schemas.microsoft.com/office/drawing/2014/main" id="{6B80BDAB-E65B-4C93-B835-63A6BD9DB8CC}"/>
              </a:ext>
            </a:extLst>
          </p:cNvPr>
          <p:cNvSpPr/>
          <p:nvPr/>
        </p:nvSpPr>
        <p:spPr>
          <a:xfrm>
            <a:off x="2535120" y="2558799"/>
            <a:ext cx="707390" cy="817880"/>
          </a:xfrm>
          <a:custGeom>
            <a:avLst/>
            <a:gdLst/>
            <a:ahLst/>
            <a:cxnLst/>
            <a:rect l="l" t="t" r="r" b="b"/>
            <a:pathLst>
              <a:path w="707389" h="817879">
                <a:moveTo>
                  <a:pt x="707127" y="0"/>
                </a:moveTo>
                <a:lnTo>
                  <a:pt x="280416" y="0"/>
                </a:lnTo>
                <a:lnTo>
                  <a:pt x="280416" y="809999"/>
                </a:lnTo>
                <a:lnTo>
                  <a:pt x="0" y="817626"/>
                </a:lnTo>
              </a:path>
            </a:pathLst>
          </a:custGeom>
          <a:ln w="19096">
            <a:solidFill>
              <a:srgbClr val="000000"/>
            </a:solidFill>
          </a:ln>
        </p:spPr>
        <p:txBody>
          <a:bodyPr wrap="square" lIns="0" tIns="0" rIns="0" bIns="0" rtlCol="0"/>
          <a:lstStyle/>
          <a:p>
            <a:endParaRPr/>
          </a:p>
        </p:txBody>
      </p:sp>
      <p:pic>
        <p:nvPicPr>
          <p:cNvPr id="104" name="object 104">
            <a:extLst>
              <a:ext uri="{FF2B5EF4-FFF2-40B4-BE49-F238E27FC236}">
                <a16:creationId xmlns:a16="http://schemas.microsoft.com/office/drawing/2014/main" id="{EB55C0BF-9FC6-4E42-9E2F-D693DB47EB09}"/>
              </a:ext>
            </a:extLst>
          </p:cNvPr>
          <p:cNvPicPr/>
          <p:nvPr/>
        </p:nvPicPr>
        <p:blipFill>
          <a:blip r:embed="rId6" cstate="print"/>
          <a:stretch>
            <a:fillRect/>
          </a:stretch>
        </p:blipFill>
        <p:spPr>
          <a:xfrm>
            <a:off x="2509062" y="3164433"/>
            <a:ext cx="71160" cy="420925"/>
          </a:xfrm>
          <a:prstGeom prst="rect">
            <a:avLst/>
          </a:prstGeom>
        </p:spPr>
      </p:pic>
      <p:sp>
        <p:nvSpPr>
          <p:cNvPr id="105" name="object 105">
            <a:extLst>
              <a:ext uri="{FF2B5EF4-FFF2-40B4-BE49-F238E27FC236}">
                <a16:creationId xmlns:a16="http://schemas.microsoft.com/office/drawing/2014/main" id="{D8DA33B2-8AEE-4086-B4B6-1F887AA3494D}"/>
              </a:ext>
            </a:extLst>
          </p:cNvPr>
          <p:cNvSpPr/>
          <p:nvPr/>
        </p:nvSpPr>
        <p:spPr>
          <a:xfrm>
            <a:off x="1138373" y="2563367"/>
            <a:ext cx="1304925" cy="542290"/>
          </a:xfrm>
          <a:custGeom>
            <a:avLst/>
            <a:gdLst/>
            <a:ahLst/>
            <a:cxnLst/>
            <a:rect l="l" t="t" r="r" b="b"/>
            <a:pathLst>
              <a:path w="1304925" h="542289">
                <a:moveTo>
                  <a:pt x="1304540" y="60967"/>
                </a:moveTo>
                <a:lnTo>
                  <a:pt x="0" y="60967"/>
                </a:lnTo>
                <a:lnTo>
                  <a:pt x="0" y="473968"/>
                </a:lnTo>
                <a:lnTo>
                  <a:pt x="1304540" y="473968"/>
                </a:lnTo>
                <a:lnTo>
                  <a:pt x="1304540" y="60967"/>
                </a:lnTo>
                <a:close/>
              </a:path>
              <a:path w="1304925" h="542289">
                <a:moveTo>
                  <a:pt x="1287781" y="0"/>
                </a:moveTo>
                <a:lnTo>
                  <a:pt x="13722" y="0"/>
                </a:lnTo>
                <a:lnTo>
                  <a:pt x="13722" y="62483"/>
                </a:lnTo>
                <a:lnTo>
                  <a:pt x="1287781" y="62483"/>
                </a:lnTo>
                <a:lnTo>
                  <a:pt x="1287781" y="0"/>
                </a:lnTo>
                <a:close/>
              </a:path>
              <a:path w="1304925" h="542289">
                <a:moveTo>
                  <a:pt x="1287781" y="469400"/>
                </a:moveTo>
                <a:lnTo>
                  <a:pt x="13722" y="469400"/>
                </a:lnTo>
                <a:lnTo>
                  <a:pt x="13722" y="541790"/>
                </a:lnTo>
                <a:lnTo>
                  <a:pt x="1287781" y="541790"/>
                </a:lnTo>
                <a:lnTo>
                  <a:pt x="1287781" y="469400"/>
                </a:lnTo>
                <a:close/>
              </a:path>
            </a:pathLst>
          </a:custGeom>
          <a:ln w="9577">
            <a:solidFill>
              <a:srgbClr val="000000"/>
            </a:solidFill>
          </a:ln>
        </p:spPr>
        <p:txBody>
          <a:bodyPr wrap="square" lIns="0" tIns="0" rIns="0" bIns="0" rtlCol="0"/>
          <a:lstStyle/>
          <a:p>
            <a:endParaRPr/>
          </a:p>
        </p:txBody>
      </p:sp>
      <p:sp>
        <p:nvSpPr>
          <p:cNvPr id="106" name="object 106">
            <a:extLst>
              <a:ext uri="{FF2B5EF4-FFF2-40B4-BE49-F238E27FC236}">
                <a16:creationId xmlns:a16="http://schemas.microsoft.com/office/drawing/2014/main" id="{852FF50E-D386-4D31-8A7C-B19CCCDB8E58}"/>
              </a:ext>
            </a:extLst>
          </p:cNvPr>
          <p:cNvSpPr/>
          <p:nvPr/>
        </p:nvSpPr>
        <p:spPr>
          <a:xfrm>
            <a:off x="1138373" y="2716534"/>
            <a:ext cx="915669" cy="227965"/>
          </a:xfrm>
          <a:custGeom>
            <a:avLst/>
            <a:gdLst/>
            <a:ahLst/>
            <a:cxnLst/>
            <a:rect l="l" t="t" r="r" b="b"/>
            <a:pathLst>
              <a:path w="915669" h="227964">
                <a:moveTo>
                  <a:pt x="915159" y="227840"/>
                </a:moveTo>
                <a:lnTo>
                  <a:pt x="0" y="227840"/>
                </a:lnTo>
                <a:lnTo>
                  <a:pt x="0" y="0"/>
                </a:lnTo>
                <a:lnTo>
                  <a:pt x="915159" y="0"/>
                </a:lnTo>
                <a:lnTo>
                  <a:pt x="915159" y="227840"/>
                </a:lnTo>
                <a:close/>
              </a:path>
            </a:pathLst>
          </a:custGeom>
          <a:solidFill>
            <a:srgbClr val="D8D8D8"/>
          </a:solidFill>
        </p:spPr>
        <p:txBody>
          <a:bodyPr wrap="square" lIns="0" tIns="0" rIns="0" bIns="0" rtlCol="0"/>
          <a:lstStyle/>
          <a:p>
            <a:endParaRPr/>
          </a:p>
        </p:txBody>
      </p:sp>
      <p:sp>
        <p:nvSpPr>
          <p:cNvPr id="107" name="object 107">
            <a:extLst>
              <a:ext uri="{FF2B5EF4-FFF2-40B4-BE49-F238E27FC236}">
                <a16:creationId xmlns:a16="http://schemas.microsoft.com/office/drawing/2014/main" id="{3622C947-4C3C-4F29-9045-4C97A8B6F99F}"/>
              </a:ext>
            </a:extLst>
          </p:cNvPr>
          <p:cNvSpPr/>
          <p:nvPr/>
        </p:nvSpPr>
        <p:spPr>
          <a:xfrm>
            <a:off x="1138373" y="2563367"/>
            <a:ext cx="915669" cy="542290"/>
          </a:xfrm>
          <a:custGeom>
            <a:avLst/>
            <a:gdLst/>
            <a:ahLst/>
            <a:cxnLst/>
            <a:rect l="l" t="t" r="r" b="b"/>
            <a:pathLst>
              <a:path w="915669" h="542289">
                <a:moveTo>
                  <a:pt x="915159" y="153167"/>
                </a:moveTo>
                <a:lnTo>
                  <a:pt x="0" y="153167"/>
                </a:lnTo>
                <a:lnTo>
                  <a:pt x="0" y="381007"/>
                </a:lnTo>
                <a:lnTo>
                  <a:pt x="915159" y="381007"/>
                </a:lnTo>
                <a:lnTo>
                  <a:pt x="915159" y="153167"/>
                </a:lnTo>
                <a:close/>
              </a:path>
              <a:path w="915669" h="542289">
                <a:moveTo>
                  <a:pt x="915159" y="0"/>
                </a:moveTo>
                <a:lnTo>
                  <a:pt x="388619" y="0"/>
                </a:lnTo>
                <a:lnTo>
                  <a:pt x="388619" y="62483"/>
                </a:lnTo>
                <a:lnTo>
                  <a:pt x="915159" y="62483"/>
                </a:lnTo>
                <a:lnTo>
                  <a:pt x="915159" y="0"/>
                </a:lnTo>
                <a:close/>
              </a:path>
              <a:path w="915669" h="542289">
                <a:moveTo>
                  <a:pt x="915159" y="469400"/>
                </a:moveTo>
                <a:lnTo>
                  <a:pt x="388619" y="469400"/>
                </a:lnTo>
                <a:lnTo>
                  <a:pt x="388619" y="541790"/>
                </a:lnTo>
                <a:lnTo>
                  <a:pt x="915159" y="541790"/>
                </a:lnTo>
                <a:lnTo>
                  <a:pt x="915159" y="469400"/>
                </a:lnTo>
                <a:close/>
              </a:path>
            </a:pathLst>
          </a:custGeom>
          <a:ln w="9577">
            <a:solidFill>
              <a:srgbClr val="000000"/>
            </a:solidFill>
          </a:ln>
        </p:spPr>
        <p:txBody>
          <a:bodyPr wrap="square" lIns="0" tIns="0" rIns="0" bIns="0" rtlCol="0"/>
          <a:lstStyle/>
          <a:p>
            <a:endParaRPr/>
          </a:p>
        </p:txBody>
      </p:sp>
      <p:sp>
        <p:nvSpPr>
          <p:cNvPr id="108" name="object 108">
            <a:extLst>
              <a:ext uri="{FF2B5EF4-FFF2-40B4-BE49-F238E27FC236}">
                <a16:creationId xmlns:a16="http://schemas.microsoft.com/office/drawing/2014/main" id="{2863BA74-FB93-411B-97DE-DA26FBC0EB02}"/>
              </a:ext>
            </a:extLst>
          </p:cNvPr>
          <p:cNvSpPr/>
          <p:nvPr/>
        </p:nvSpPr>
        <p:spPr>
          <a:xfrm>
            <a:off x="1646612" y="2724150"/>
            <a:ext cx="287655" cy="220345"/>
          </a:xfrm>
          <a:custGeom>
            <a:avLst/>
            <a:gdLst/>
            <a:ahLst/>
            <a:cxnLst/>
            <a:rect l="l" t="t" r="r" b="b"/>
            <a:pathLst>
              <a:path w="287655" h="220344">
                <a:moveTo>
                  <a:pt x="287274" y="0"/>
                </a:moveTo>
                <a:lnTo>
                  <a:pt x="0" y="0"/>
                </a:lnTo>
                <a:lnTo>
                  <a:pt x="0" y="184416"/>
                </a:lnTo>
                <a:lnTo>
                  <a:pt x="0" y="220218"/>
                </a:lnTo>
                <a:lnTo>
                  <a:pt x="287274" y="220218"/>
                </a:lnTo>
                <a:lnTo>
                  <a:pt x="287274" y="184416"/>
                </a:lnTo>
                <a:lnTo>
                  <a:pt x="287274" y="0"/>
                </a:lnTo>
                <a:close/>
              </a:path>
            </a:pathLst>
          </a:custGeom>
          <a:solidFill>
            <a:srgbClr val="656565"/>
          </a:solidFill>
        </p:spPr>
        <p:txBody>
          <a:bodyPr wrap="square" lIns="0" tIns="0" rIns="0" bIns="0" rtlCol="0"/>
          <a:lstStyle/>
          <a:p>
            <a:endParaRPr/>
          </a:p>
        </p:txBody>
      </p:sp>
      <p:sp>
        <p:nvSpPr>
          <p:cNvPr id="109" name="object 109">
            <a:extLst>
              <a:ext uri="{FF2B5EF4-FFF2-40B4-BE49-F238E27FC236}">
                <a16:creationId xmlns:a16="http://schemas.microsoft.com/office/drawing/2014/main" id="{607C215E-6149-483B-B6F5-D0A5F985AA95}"/>
              </a:ext>
            </a:extLst>
          </p:cNvPr>
          <p:cNvSpPr/>
          <p:nvPr/>
        </p:nvSpPr>
        <p:spPr>
          <a:xfrm>
            <a:off x="1646617" y="2724149"/>
            <a:ext cx="287655" cy="220345"/>
          </a:xfrm>
          <a:custGeom>
            <a:avLst/>
            <a:gdLst/>
            <a:ahLst/>
            <a:cxnLst/>
            <a:rect l="l" t="t" r="r" b="b"/>
            <a:pathLst>
              <a:path w="287655" h="220344">
                <a:moveTo>
                  <a:pt x="287277" y="0"/>
                </a:moveTo>
                <a:lnTo>
                  <a:pt x="0" y="0"/>
                </a:lnTo>
                <a:lnTo>
                  <a:pt x="0" y="220213"/>
                </a:lnTo>
                <a:lnTo>
                  <a:pt x="287277" y="220213"/>
                </a:lnTo>
                <a:lnTo>
                  <a:pt x="287277" y="0"/>
                </a:lnTo>
                <a:close/>
              </a:path>
            </a:pathLst>
          </a:custGeom>
          <a:ln w="9617">
            <a:solidFill>
              <a:srgbClr val="7E7E7E"/>
            </a:solidFill>
          </a:ln>
        </p:spPr>
        <p:txBody>
          <a:bodyPr wrap="square" lIns="0" tIns="0" rIns="0" bIns="0" rtlCol="0"/>
          <a:lstStyle/>
          <a:p>
            <a:endParaRPr/>
          </a:p>
        </p:txBody>
      </p:sp>
      <p:pic>
        <p:nvPicPr>
          <p:cNvPr id="110" name="object 110">
            <a:extLst>
              <a:ext uri="{FF2B5EF4-FFF2-40B4-BE49-F238E27FC236}">
                <a16:creationId xmlns:a16="http://schemas.microsoft.com/office/drawing/2014/main" id="{607E2C93-7181-4CE1-BEE8-0EE11D75D3DF}"/>
              </a:ext>
            </a:extLst>
          </p:cNvPr>
          <p:cNvPicPr/>
          <p:nvPr/>
        </p:nvPicPr>
        <p:blipFill>
          <a:blip r:embed="rId7" cstate="print"/>
          <a:stretch>
            <a:fillRect/>
          </a:stretch>
        </p:blipFill>
        <p:spPr>
          <a:xfrm>
            <a:off x="1673058" y="2711731"/>
            <a:ext cx="234396" cy="201632"/>
          </a:xfrm>
          <a:prstGeom prst="rect">
            <a:avLst/>
          </a:prstGeom>
        </p:spPr>
      </p:pic>
      <p:sp>
        <p:nvSpPr>
          <p:cNvPr id="111" name="object 111">
            <a:extLst>
              <a:ext uri="{FF2B5EF4-FFF2-40B4-BE49-F238E27FC236}">
                <a16:creationId xmlns:a16="http://schemas.microsoft.com/office/drawing/2014/main" id="{8E0F645B-EDF5-4F23-A03B-15C68CF9A73C}"/>
              </a:ext>
            </a:extLst>
          </p:cNvPr>
          <p:cNvSpPr/>
          <p:nvPr/>
        </p:nvSpPr>
        <p:spPr>
          <a:xfrm>
            <a:off x="1182561" y="3047997"/>
            <a:ext cx="77470" cy="33020"/>
          </a:xfrm>
          <a:custGeom>
            <a:avLst/>
            <a:gdLst/>
            <a:ahLst/>
            <a:cxnLst/>
            <a:rect l="l" t="t" r="r" b="b"/>
            <a:pathLst>
              <a:path w="77469" h="33020">
                <a:moveTo>
                  <a:pt x="76961" y="0"/>
                </a:moveTo>
                <a:lnTo>
                  <a:pt x="0" y="0"/>
                </a:lnTo>
                <a:lnTo>
                  <a:pt x="0" y="32765"/>
                </a:lnTo>
                <a:lnTo>
                  <a:pt x="76961" y="32765"/>
                </a:lnTo>
                <a:lnTo>
                  <a:pt x="76961" y="0"/>
                </a:lnTo>
                <a:close/>
              </a:path>
            </a:pathLst>
          </a:custGeom>
          <a:ln w="9683">
            <a:solidFill>
              <a:srgbClr val="7E7E7E"/>
            </a:solidFill>
          </a:ln>
        </p:spPr>
        <p:txBody>
          <a:bodyPr wrap="square" lIns="0" tIns="0" rIns="0" bIns="0" rtlCol="0"/>
          <a:lstStyle/>
          <a:p>
            <a:endParaRPr/>
          </a:p>
        </p:txBody>
      </p:sp>
      <p:sp>
        <p:nvSpPr>
          <p:cNvPr id="112" name="object 112">
            <a:extLst>
              <a:ext uri="{FF2B5EF4-FFF2-40B4-BE49-F238E27FC236}">
                <a16:creationId xmlns:a16="http://schemas.microsoft.com/office/drawing/2014/main" id="{D81889D1-9DBC-458C-B370-4492310B3F89}"/>
              </a:ext>
            </a:extLst>
          </p:cNvPr>
          <p:cNvSpPr/>
          <p:nvPr/>
        </p:nvSpPr>
        <p:spPr>
          <a:xfrm>
            <a:off x="1138373" y="2716534"/>
            <a:ext cx="915669" cy="227965"/>
          </a:xfrm>
          <a:custGeom>
            <a:avLst/>
            <a:gdLst/>
            <a:ahLst/>
            <a:cxnLst/>
            <a:rect l="l" t="t" r="r" b="b"/>
            <a:pathLst>
              <a:path w="915669" h="227964">
                <a:moveTo>
                  <a:pt x="915159" y="0"/>
                </a:moveTo>
                <a:lnTo>
                  <a:pt x="0" y="0"/>
                </a:lnTo>
                <a:lnTo>
                  <a:pt x="0" y="227840"/>
                </a:lnTo>
                <a:lnTo>
                  <a:pt x="915159" y="227840"/>
                </a:lnTo>
                <a:lnTo>
                  <a:pt x="915159" y="0"/>
                </a:lnTo>
                <a:close/>
              </a:path>
            </a:pathLst>
          </a:custGeom>
          <a:ln w="9713">
            <a:solidFill>
              <a:srgbClr val="000000"/>
            </a:solidFill>
          </a:ln>
        </p:spPr>
        <p:txBody>
          <a:bodyPr wrap="square" lIns="0" tIns="0" rIns="0" bIns="0" rtlCol="0"/>
          <a:lstStyle/>
          <a:p>
            <a:endParaRPr/>
          </a:p>
        </p:txBody>
      </p:sp>
      <p:sp>
        <p:nvSpPr>
          <p:cNvPr id="113" name="object 113">
            <a:extLst>
              <a:ext uri="{FF2B5EF4-FFF2-40B4-BE49-F238E27FC236}">
                <a16:creationId xmlns:a16="http://schemas.microsoft.com/office/drawing/2014/main" id="{C604EB6C-2D47-4E0F-BFEE-FB8D654C0D02}"/>
              </a:ext>
            </a:extLst>
          </p:cNvPr>
          <p:cNvSpPr/>
          <p:nvPr/>
        </p:nvSpPr>
        <p:spPr>
          <a:xfrm>
            <a:off x="1182564" y="2577848"/>
            <a:ext cx="167005" cy="33655"/>
          </a:xfrm>
          <a:custGeom>
            <a:avLst/>
            <a:gdLst/>
            <a:ahLst/>
            <a:cxnLst/>
            <a:rect l="l" t="t" r="r" b="b"/>
            <a:pathLst>
              <a:path w="167005" h="33655">
                <a:moveTo>
                  <a:pt x="166877" y="0"/>
                </a:moveTo>
                <a:lnTo>
                  <a:pt x="0" y="0"/>
                </a:lnTo>
                <a:lnTo>
                  <a:pt x="0" y="33528"/>
                </a:lnTo>
                <a:lnTo>
                  <a:pt x="166877" y="33528"/>
                </a:lnTo>
                <a:lnTo>
                  <a:pt x="166877" y="0"/>
                </a:lnTo>
                <a:close/>
              </a:path>
            </a:pathLst>
          </a:custGeom>
          <a:ln w="9719">
            <a:solidFill>
              <a:srgbClr val="7E7E7E"/>
            </a:solidFill>
          </a:ln>
        </p:spPr>
        <p:txBody>
          <a:bodyPr wrap="square" lIns="0" tIns="0" rIns="0" bIns="0" rtlCol="0"/>
          <a:lstStyle/>
          <a:p>
            <a:endParaRPr/>
          </a:p>
        </p:txBody>
      </p:sp>
      <p:sp>
        <p:nvSpPr>
          <p:cNvPr id="114" name="object 114">
            <a:extLst>
              <a:ext uri="{FF2B5EF4-FFF2-40B4-BE49-F238E27FC236}">
                <a16:creationId xmlns:a16="http://schemas.microsoft.com/office/drawing/2014/main" id="{214C91EF-1141-41F9-96FA-F52349237C83}"/>
              </a:ext>
            </a:extLst>
          </p:cNvPr>
          <p:cNvSpPr/>
          <p:nvPr/>
        </p:nvSpPr>
        <p:spPr>
          <a:xfrm>
            <a:off x="1152095" y="3108202"/>
            <a:ext cx="1274445" cy="62865"/>
          </a:xfrm>
          <a:custGeom>
            <a:avLst/>
            <a:gdLst/>
            <a:ahLst/>
            <a:cxnLst/>
            <a:rect l="l" t="t" r="r" b="b"/>
            <a:pathLst>
              <a:path w="1274445" h="62864">
                <a:moveTo>
                  <a:pt x="1274059" y="0"/>
                </a:moveTo>
                <a:lnTo>
                  <a:pt x="0" y="0"/>
                </a:lnTo>
                <a:lnTo>
                  <a:pt x="0" y="62483"/>
                </a:lnTo>
                <a:lnTo>
                  <a:pt x="1274059" y="62483"/>
                </a:lnTo>
                <a:lnTo>
                  <a:pt x="1274059" y="0"/>
                </a:lnTo>
                <a:close/>
              </a:path>
              <a:path w="1274445" h="62864">
                <a:moveTo>
                  <a:pt x="901437" y="0"/>
                </a:moveTo>
                <a:lnTo>
                  <a:pt x="374896" y="0"/>
                </a:lnTo>
                <a:lnTo>
                  <a:pt x="374896" y="62483"/>
                </a:lnTo>
                <a:lnTo>
                  <a:pt x="901437" y="62483"/>
                </a:lnTo>
                <a:lnTo>
                  <a:pt x="901437" y="0"/>
                </a:lnTo>
                <a:close/>
              </a:path>
            </a:pathLst>
          </a:custGeom>
          <a:ln w="9577">
            <a:solidFill>
              <a:srgbClr val="000000"/>
            </a:solidFill>
          </a:ln>
        </p:spPr>
        <p:txBody>
          <a:bodyPr wrap="square" lIns="0" tIns="0" rIns="0" bIns="0" rtlCol="0"/>
          <a:lstStyle/>
          <a:p>
            <a:endParaRPr/>
          </a:p>
        </p:txBody>
      </p:sp>
      <p:sp>
        <p:nvSpPr>
          <p:cNvPr id="115" name="object 115">
            <a:extLst>
              <a:ext uri="{FF2B5EF4-FFF2-40B4-BE49-F238E27FC236}">
                <a16:creationId xmlns:a16="http://schemas.microsoft.com/office/drawing/2014/main" id="{F7B71667-C48C-446D-B7C1-08BE3213978C}"/>
              </a:ext>
            </a:extLst>
          </p:cNvPr>
          <p:cNvSpPr/>
          <p:nvPr/>
        </p:nvSpPr>
        <p:spPr>
          <a:xfrm>
            <a:off x="1062939" y="3169157"/>
            <a:ext cx="1453515" cy="2540"/>
          </a:xfrm>
          <a:custGeom>
            <a:avLst/>
            <a:gdLst/>
            <a:ahLst/>
            <a:cxnLst/>
            <a:rect l="l" t="t" r="r" b="b"/>
            <a:pathLst>
              <a:path w="1453514" h="2539">
                <a:moveTo>
                  <a:pt x="1453122" y="0"/>
                </a:moveTo>
                <a:lnTo>
                  <a:pt x="0" y="2284"/>
                </a:lnTo>
              </a:path>
            </a:pathLst>
          </a:custGeom>
          <a:ln w="9731">
            <a:solidFill>
              <a:srgbClr val="000000"/>
            </a:solidFill>
          </a:ln>
        </p:spPr>
        <p:txBody>
          <a:bodyPr wrap="square" lIns="0" tIns="0" rIns="0" bIns="0" rtlCol="0"/>
          <a:lstStyle/>
          <a:p>
            <a:endParaRPr/>
          </a:p>
        </p:txBody>
      </p:sp>
      <p:sp>
        <p:nvSpPr>
          <p:cNvPr id="116" name="object 116">
            <a:extLst>
              <a:ext uri="{FF2B5EF4-FFF2-40B4-BE49-F238E27FC236}">
                <a16:creationId xmlns:a16="http://schemas.microsoft.com/office/drawing/2014/main" id="{C5FDC6A7-28A9-492E-B698-3C0DDAB3E4A4}"/>
              </a:ext>
            </a:extLst>
          </p:cNvPr>
          <p:cNvSpPr/>
          <p:nvPr/>
        </p:nvSpPr>
        <p:spPr>
          <a:xfrm>
            <a:off x="1138373" y="3639319"/>
            <a:ext cx="1304925" cy="758190"/>
          </a:xfrm>
          <a:custGeom>
            <a:avLst/>
            <a:gdLst/>
            <a:ahLst/>
            <a:cxnLst/>
            <a:rect l="l" t="t" r="r" b="b"/>
            <a:pathLst>
              <a:path w="1304925" h="758189">
                <a:moveTo>
                  <a:pt x="1304540" y="60193"/>
                </a:moveTo>
                <a:lnTo>
                  <a:pt x="0" y="60193"/>
                </a:lnTo>
                <a:lnTo>
                  <a:pt x="0" y="699512"/>
                </a:lnTo>
                <a:lnTo>
                  <a:pt x="1304540" y="699512"/>
                </a:lnTo>
                <a:lnTo>
                  <a:pt x="1304540" y="60193"/>
                </a:lnTo>
                <a:close/>
              </a:path>
              <a:path w="1304925" h="758189">
                <a:moveTo>
                  <a:pt x="1287781" y="0"/>
                </a:moveTo>
                <a:lnTo>
                  <a:pt x="13722" y="0"/>
                </a:lnTo>
                <a:lnTo>
                  <a:pt x="13722" y="62483"/>
                </a:lnTo>
                <a:lnTo>
                  <a:pt x="1287781" y="62483"/>
                </a:lnTo>
                <a:lnTo>
                  <a:pt x="1287781" y="0"/>
                </a:lnTo>
                <a:close/>
              </a:path>
              <a:path w="1304925" h="758189">
                <a:moveTo>
                  <a:pt x="1287781" y="695705"/>
                </a:moveTo>
                <a:lnTo>
                  <a:pt x="13722" y="695705"/>
                </a:lnTo>
                <a:lnTo>
                  <a:pt x="13722" y="758188"/>
                </a:lnTo>
                <a:lnTo>
                  <a:pt x="1287781" y="758188"/>
                </a:lnTo>
                <a:lnTo>
                  <a:pt x="1287781" y="695705"/>
                </a:lnTo>
                <a:close/>
              </a:path>
            </a:pathLst>
          </a:custGeom>
          <a:ln w="9577">
            <a:solidFill>
              <a:srgbClr val="000000"/>
            </a:solidFill>
          </a:ln>
        </p:spPr>
        <p:txBody>
          <a:bodyPr wrap="square" lIns="0" tIns="0" rIns="0" bIns="0" rtlCol="0"/>
          <a:lstStyle/>
          <a:p>
            <a:endParaRPr/>
          </a:p>
        </p:txBody>
      </p:sp>
      <p:sp>
        <p:nvSpPr>
          <p:cNvPr id="117" name="object 117">
            <a:extLst>
              <a:ext uri="{FF2B5EF4-FFF2-40B4-BE49-F238E27FC236}">
                <a16:creationId xmlns:a16="http://schemas.microsoft.com/office/drawing/2014/main" id="{8C03FF68-6F41-41AB-99CA-A60EEDD19962}"/>
              </a:ext>
            </a:extLst>
          </p:cNvPr>
          <p:cNvSpPr/>
          <p:nvPr/>
        </p:nvSpPr>
        <p:spPr>
          <a:xfrm>
            <a:off x="1138371" y="3789439"/>
            <a:ext cx="915669" cy="457200"/>
          </a:xfrm>
          <a:custGeom>
            <a:avLst/>
            <a:gdLst/>
            <a:ahLst/>
            <a:cxnLst/>
            <a:rect l="l" t="t" r="r" b="b"/>
            <a:pathLst>
              <a:path w="915669" h="457200">
                <a:moveTo>
                  <a:pt x="915149" y="0"/>
                </a:moveTo>
                <a:lnTo>
                  <a:pt x="0" y="0"/>
                </a:lnTo>
                <a:lnTo>
                  <a:pt x="0" y="211823"/>
                </a:lnTo>
                <a:lnTo>
                  <a:pt x="0" y="457200"/>
                </a:lnTo>
                <a:lnTo>
                  <a:pt x="915149" y="457200"/>
                </a:lnTo>
                <a:lnTo>
                  <a:pt x="915149" y="211823"/>
                </a:lnTo>
                <a:lnTo>
                  <a:pt x="915149" y="0"/>
                </a:lnTo>
                <a:close/>
              </a:path>
            </a:pathLst>
          </a:custGeom>
          <a:solidFill>
            <a:srgbClr val="D8D8D8"/>
          </a:solidFill>
        </p:spPr>
        <p:txBody>
          <a:bodyPr wrap="square" lIns="0" tIns="0" rIns="0" bIns="0" rtlCol="0"/>
          <a:lstStyle/>
          <a:p>
            <a:endParaRPr/>
          </a:p>
        </p:txBody>
      </p:sp>
      <p:sp>
        <p:nvSpPr>
          <p:cNvPr id="118" name="object 118">
            <a:extLst>
              <a:ext uri="{FF2B5EF4-FFF2-40B4-BE49-F238E27FC236}">
                <a16:creationId xmlns:a16="http://schemas.microsoft.com/office/drawing/2014/main" id="{BC5ABFAC-FA7A-44E6-8CB3-001EFC12EF50}"/>
              </a:ext>
            </a:extLst>
          </p:cNvPr>
          <p:cNvSpPr/>
          <p:nvPr/>
        </p:nvSpPr>
        <p:spPr>
          <a:xfrm>
            <a:off x="1138373" y="3639319"/>
            <a:ext cx="929640" cy="758190"/>
          </a:xfrm>
          <a:custGeom>
            <a:avLst/>
            <a:gdLst/>
            <a:ahLst/>
            <a:cxnLst/>
            <a:rect l="l" t="t" r="r" b="b"/>
            <a:pathLst>
              <a:path w="929639" h="758189">
                <a:moveTo>
                  <a:pt x="915159" y="150108"/>
                </a:moveTo>
                <a:lnTo>
                  <a:pt x="0" y="150108"/>
                </a:lnTo>
                <a:lnTo>
                  <a:pt x="0" y="607312"/>
                </a:lnTo>
                <a:lnTo>
                  <a:pt x="915159" y="607312"/>
                </a:lnTo>
                <a:lnTo>
                  <a:pt x="915159" y="150108"/>
                </a:lnTo>
                <a:close/>
              </a:path>
              <a:path w="929639" h="758189">
                <a:moveTo>
                  <a:pt x="915159" y="0"/>
                </a:moveTo>
                <a:lnTo>
                  <a:pt x="388619" y="0"/>
                </a:lnTo>
                <a:lnTo>
                  <a:pt x="388619" y="62483"/>
                </a:lnTo>
                <a:lnTo>
                  <a:pt x="915159" y="62483"/>
                </a:lnTo>
                <a:lnTo>
                  <a:pt x="915159" y="0"/>
                </a:lnTo>
                <a:close/>
              </a:path>
              <a:path w="929639" h="758189">
                <a:moveTo>
                  <a:pt x="929643" y="695705"/>
                </a:moveTo>
                <a:lnTo>
                  <a:pt x="404628" y="695705"/>
                </a:lnTo>
                <a:lnTo>
                  <a:pt x="404628" y="758188"/>
                </a:lnTo>
                <a:lnTo>
                  <a:pt x="929643" y="758188"/>
                </a:lnTo>
                <a:lnTo>
                  <a:pt x="929643" y="695705"/>
                </a:lnTo>
                <a:close/>
              </a:path>
            </a:pathLst>
          </a:custGeom>
          <a:ln w="9577">
            <a:solidFill>
              <a:srgbClr val="000000"/>
            </a:solidFill>
          </a:ln>
        </p:spPr>
        <p:txBody>
          <a:bodyPr wrap="square" lIns="0" tIns="0" rIns="0" bIns="0" rtlCol="0"/>
          <a:lstStyle/>
          <a:p>
            <a:endParaRPr/>
          </a:p>
        </p:txBody>
      </p:sp>
      <p:sp>
        <p:nvSpPr>
          <p:cNvPr id="119" name="object 119">
            <a:extLst>
              <a:ext uri="{FF2B5EF4-FFF2-40B4-BE49-F238E27FC236}">
                <a16:creationId xmlns:a16="http://schemas.microsoft.com/office/drawing/2014/main" id="{CF8DD539-FB5C-43D5-ABBE-B0B450A59ED3}"/>
              </a:ext>
            </a:extLst>
          </p:cNvPr>
          <p:cNvSpPr/>
          <p:nvPr/>
        </p:nvSpPr>
        <p:spPr>
          <a:xfrm>
            <a:off x="1182561" y="4349504"/>
            <a:ext cx="77470" cy="33655"/>
          </a:xfrm>
          <a:custGeom>
            <a:avLst/>
            <a:gdLst/>
            <a:ahLst/>
            <a:cxnLst/>
            <a:rect l="l" t="t" r="r" b="b"/>
            <a:pathLst>
              <a:path w="77469" h="33654">
                <a:moveTo>
                  <a:pt x="76961" y="0"/>
                </a:moveTo>
                <a:lnTo>
                  <a:pt x="0" y="0"/>
                </a:lnTo>
                <a:lnTo>
                  <a:pt x="0" y="33528"/>
                </a:lnTo>
                <a:lnTo>
                  <a:pt x="76961" y="33528"/>
                </a:lnTo>
                <a:lnTo>
                  <a:pt x="76961" y="0"/>
                </a:lnTo>
                <a:close/>
              </a:path>
            </a:pathLst>
          </a:custGeom>
          <a:ln w="9681">
            <a:solidFill>
              <a:srgbClr val="7E7E7E"/>
            </a:solidFill>
          </a:ln>
        </p:spPr>
        <p:txBody>
          <a:bodyPr wrap="square" lIns="0" tIns="0" rIns="0" bIns="0" rtlCol="0"/>
          <a:lstStyle/>
          <a:p>
            <a:endParaRPr/>
          </a:p>
        </p:txBody>
      </p:sp>
      <p:pic>
        <p:nvPicPr>
          <p:cNvPr id="120" name="object 120">
            <a:extLst>
              <a:ext uri="{FF2B5EF4-FFF2-40B4-BE49-F238E27FC236}">
                <a16:creationId xmlns:a16="http://schemas.microsoft.com/office/drawing/2014/main" id="{494E98FB-6420-4B0C-86FA-681F57AE6DB0}"/>
              </a:ext>
            </a:extLst>
          </p:cNvPr>
          <p:cNvPicPr/>
          <p:nvPr/>
        </p:nvPicPr>
        <p:blipFill>
          <a:blip r:embed="rId8" cstate="print"/>
          <a:stretch>
            <a:fillRect/>
          </a:stretch>
        </p:blipFill>
        <p:spPr>
          <a:xfrm>
            <a:off x="1387329" y="4254798"/>
            <a:ext cx="160450" cy="85016"/>
          </a:xfrm>
          <a:prstGeom prst="rect">
            <a:avLst/>
          </a:prstGeom>
        </p:spPr>
      </p:pic>
      <p:sp>
        <p:nvSpPr>
          <p:cNvPr id="121" name="object 121">
            <a:extLst>
              <a:ext uri="{FF2B5EF4-FFF2-40B4-BE49-F238E27FC236}">
                <a16:creationId xmlns:a16="http://schemas.microsoft.com/office/drawing/2014/main" id="{7F0EB826-121B-4602-B7B6-2C896FD3712B}"/>
              </a:ext>
            </a:extLst>
          </p:cNvPr>
          <p:cNvSpPr/>
          <p:nvPr/>
        </p:nvSpPr>
        <p:spPr>
          <a:xfrm>
            <a:off x="1168854" y="4245108"/>
            <a:ext cx="616585" cy="91440"/>
          </a:xfrm>
          <a:custGeom>
            <a:avLst/>
            <a:gdLst/>
            <a:ahLst/>
            <a:cxnLst/>
            <a:rect l="l" t="t" r="r" b="b"/>
            <a:pathLst>
              <a:path w="616585" h="91439">
                <a:moveTo>
                  <a:pt x="616459" y="0"/>
                </a:moveTo>
                <a:lnTo>
                  <a:pt x="0" y="0"/>
                </a:lnTo>
                <a:lnTo>
                  <a:pt x="0" y="91439"/>
                </a:lnTo>
                <a:lnTo>
                  <a:pt x="616459" y="91439"/>
                </a:lnTo>
                <a:lnTo>
                  <a:pt x="616459" y="0"/>
                </a:lnTo>
                <a:close/>
              </a:path>
            </a:pathLst>
          </a:custGeom>
          <a:ln w="9724">
            <a:solidFill>
              <a:srgbClr val="000000"/>
            </a:solidFill>
          </a:ln>
        </p:spPr>
        <p:txBody>
          <a:bodyPr wrap="square" lIns="0" tIns="0" rIns="0" bIns="0" rtlCol="0"/>
          <a:lstStyle/>
          <a:p>
            <a:endParaRPr/>
          </a:p>
        </p:txBody>
      </p:sp>
      <p:sp>
        <p:nvSpPr>
          <p:cNvPr id="122" name="object 122">
            <a:extLst>
              <a:ext uri="{FF2B5EF4-FFF2-40B4-BE49-F238E27FC236}">
                <a16:creationId xmlns:a16="http://schemas.microsoft.com/office/drawing/2014/main" id="{04AA3CA4-6510-474E-80F6-E36A8CE03B62}"/>
              </a:ext>
            </a:extLst>
          </p:cNvPr>
          <p:cNvSpPr/>
          <p:nvPr/>
        </p:nvSpPr>
        <p:spPr>
          <a:xfrm>
            <a:off x="1182564" y="3653786"/>
            <a:ext cx="167005" cy="33020"/>
          </a:xfrm>
          <a:custGeom>
            <a:avLst/>
            <a:gdLst/>
            <a:ahLst/>
            <a:cxnLst/>
            <a:rect l="l" t="t" r="r" b="b"/>
            <a:pathLst>
              <a:path w="167005" h="33020">
                <a:moveTo>
                  <a:pt x="166877" y="0"/>
                </a:moveTo>
                <a:lnTo>
                  <a:pt x="0" y="0"/>
                </a:lnTo>
                <a:lnTo>
                  <a:pt x="0" y="32765"/>
                </a:lnTo>
                <a:lnTo>
                  <a:pt x="166877" y="32765"/>
                </a:lnTo>
                <a:lnTo>
                  <a:pt x="166877" y="0"/>
                </a:lnTo>
                <a:close/>
              </a:path>
            </a:pathLst>
          </a:custGeom>
          <a:ln w="9719">
            <a:solidFill>
              <a:srgbClr val="7E7E7E"/>
            </a:solidFill>
          </a:ln>
        </p:spPr>
        <p:txBody>
          <a:bodyPr wrap="square" lIns="0" tIns="0" rIns="0" bIns="0" rtlCol="0"/>
          <a:lstStyle/>
          <a:p>
            <a:endParaRPr/>
          </a:p>
        </p:txBody>
      </p:sp>
      <p:sp>
        <p:nvSpPr>
          <p:cNvPr id="123" name="object 123">
            <a:extLst>
              <a:ext uri="{FF2B5EF4-FFF2-40B4-BE49-F238E27FC236}">
                <a16:creationId xmlns:a16="http://schemas.microsoft.com/office/drawing/2014/main" id="{A4AF0C50-9622-4050-AD0B-9169E084261D}"/>
              </a:ext>
            </a:extLst>
          </p:cNvPr>
          <p:cNvSpPr/>
          <p:nvPr/>
        </p:nvSpPr>
        <p:spPr>
          <a:xfrm>
            <a:off x="1152095" y="3578351"/>
            <a:ext cx="1274445" cy="62865"/>
          </a:xfrm>
          <a:custGeom>
            <a:avLst/>
            <a:gdLst/>
            <a:ahLst/>
            <a:cxnLst/>
            <a:rect l="l" t="t" r="r" b="b"/>
            <a:pathLst>
              <a:path w="1274445" h="62864">
                <a:moveTo>
                  <a:pt x="1274059" y="0"/>
                </a:moveTo>
                <a:lnTo>
                  <a:pt x="0" y="0"/>
                </a:lnTo>
                <a:lnTo>
                  <a:pt x="0" y="62483"/>
                </a:lnTo>
                <a:lnTo>
                  <a:pt x="1274059" y="62483"/>
                </a:lnTo>
                <a:lnTo>
                  <a:pt x="1274059" y="0"/>
                </a:lnTo>
                <a:close/>
              </a:path>
              <a:path w="1274445" h="62864">
                <a:moveTo>
                  <a:pt x="901437" y="0"/>
                </a:moveTo>
                <a:lnTo>
                  <a:pt x="374896" y="0"/>
                </a:lnTo>
                <a:lnTo>
                  <a:pt x="374896" y="62483"/>
                </a:lnTo>
                <a:lnTo>
                  <a:pt x="901437" y="62483"/>
                </a:lnTo>
                <a:lnTo>
                  <a:pt x="901437" y="0"/>
                </a:lnTo>
                <a:close/>
              </a:path>
            </a:pathLst>
          </a:custGeom>
          <a:ln w="9577">
            <a:solidFill>
              <a:srgbClr val="000000"/>
            </a:solidFill>
          </a:ln>
        </p:spPr>
        <p:txBody>
          <a:bodyPr wrap="square" lIns="0" tIns="0" rIns="0" bIns="0" rtlCol="0"/>
          <a:lstStyle/>
          <a:p>
            <a:endParaRPr/>
          </a:p>
        </p:txBody>
      </p:sp>
      <p:sp>
        <p:nvSpPr>
          <p:cNvPr id="124" name="object 124">
            <a:extLst>
              <a:ext uri="{FF2B5EF4-FFF2-40B4-BE49-F238E27FC236}">
                <a16:creationId xmlns:a16="http://schemas.microsoft.com/office/drawing/2014/main" id="{7CD68AA8-87B4-4297-8302-688E461D4238}"/>
              </a:ext>
            </a:extLst>
          </p:cNvPr>
          <p:cNvSpPr/>
          <p:nvPr/>
        </p:nvSpPr>
        <p:spPr>
          <a:xfrm>
            <a:off x="1182561" y="3595116"/>
            <a:ext cx="77470" cy="31750"/>
          </a:xfrm>
          <a:custGeom>
            <a:avLst/>
            <a:gdLst/>
            <a:ahLst/>
            <a:cxnLst/>
            <a:rect l="l" t="t" r="r" b="b"/>
            <a:pathLst>
              <a:path w="77469" h="31750">
                <a:moveTo>
                  <a:pt x="76961" y="0"/>
                </a:moveTo>
                <a:lnTo>
                  <a:pt x="0" y="0"/>
                </a:lnTo>
                <a:lnTo>
                  <a:pt x="0" y="31241"/>
                </a:lnTo>
                <a:lnTo>
                  <a:pt x="76961" y="31241"/>
                </a:lnTo>
                <a:lnTo>
                  <a:pt x="76961" y="0"/>
                </a:lnTo>
                <a:close/>
              </a:path>
            </a:pathLst>
          </a:custGeom>
          <a:ln w="9687">
            <a:solidFill>
              <a:srgbClr val="7E7E7E"/>
            </a:solidFill>
          </a:ln>
        </p:spPr>
        <p:txBody>
          <a:bodyPr wrap="square" lIns="0" tIns="0" rIns="0" bIns="0" rtlCol="0"/>
          <a:lstStyle/>
          <a:p>
            <a:endParaRPr/>
          </a:p>
        </p:txBody>
      </p:sp>
      <p:sp>
        <p:nvSpPr>
          <p:cNvPr id="125" name="object 125">
            <a:extLst>
              <a:ext uri="{FF2B5EF4-FFF2-40B4-BE49-F238E27FC236}">
                <a16:creationId xmlns:a16="http://schemas.microsoft.com/office/drawing/2014/main" id="{AC3CE805-F2E6-4988-9240-8E35A24FEEBD}"/>
              </a:ext>
            </a:extLst>
          </p:cNvPr>
          <p:cNvSpPr/>
          <p:nvPr/>
        </p:nvSpPr>
        <p:spPr>
          <a:xfrm>
            <a:off x="1062939" y="3578351"/>
            <a:ext cx="1453515" cy="2540"/>
          </a:xfrm>
          <a:custGeom>
            <a:avLst/>
            <a:gdLst/>
            <a:ahLst/>
            <a:cxnLst/>
            <a:rect l="l" t="t" r="r" b="b"/>
            <a:pathLst>
              <a:path w="1453514" h="2539">
                <a:moveTo>
                  <a:pt x="1453122" y="0"/>
                </a:moveTo>
                <a:lnTo>
                  <a:pt x="0" y="2284"/>
                </a:lnTo>
              </a:path>
            </a:pathLst>
          </a:custGeom>
          <a:ln w="9731">
            <a:solidFill>
              <a:srgbClr val="000000"/>
            </a:solidFill>
          </a:ln>
        </p:spPr>
        <p:txBody>
          <a:bodyPr wrap="square" lIns="0" tIns="0" rIns="0" bIns="0" rtlCol="0"/>
          <a:lstStyle/>
          <a:p>
            <a:endParaRPr/>
          </a:p>
        </p:txBody>
      </p:sp>
      <p:pic>
        <p:nvPicPr>
          <p:cNvPr id="126" name="object 126">
            <a:extLst>
              <a:ext uri="{FF2B5EF4-FFF2-40B4-BE49-F238E27FC236}">
                <a16:creationId xmlns:a16="http://schemas.microsoft.com/office/drawing/2014/main" id="{4047355A-BC56-4E33-BC92-0125A349B1FC}"/>
              </a:ext>
            </a:extLst>
          </p:cNvPr>
          <p:cNvPicPr/>
          <p:nvPr/>
        </p:nvPicPr>
        <p:blipFill>
          <a:blip r:embed="rId9" cstate="print"/>
          <a:stretch>
            <a:fillRect/>
          </a:stretch>
        </p:blipFill>
        <p:spPr>
          <a:xfrm>
            <a:off x="998777" y="3164433"/>
            <a:ext cx="71160" cy="420926"/>
          </a:xfrm>
          <a:prstGeom prst="rect">
            <a:avLst/>
          </a:prstGeom>
        </p:spPr>
      </p:pic>
      <p:sp>
        <p:nvSpPr>
          <p:cNvPr id="127" name="object 127">
            <a:extLst>
              <a:ext uri="{FF2B5EF4-FFF2-40B4-BE49-F238E27FC236}">
                <a16:creationId xmlns:a16="http://schemas.microsoft.com/office/drawing/2014/main" id="{AF99368A-E645-4CA6-B1CA-517C21689034}"/>
              </a:ext>
            </a:extLst>
          </p:cNvPr>
          <p:cNvSpPr/>
          <p:nvPr/>
        </p:nvSpPr>
        <p:spPr>
          <a:xfrm>
            <a:off x="1182564" y="3125729"/>
            <a:ext cx="167005" cy="33020"/>
          </a:xfrm>
          <a:custGeom>
            <a:avLst/>
            <a:gdLst/>
            <a:ahLst/>
            <a:cxnLst/>
            <a:rect l="l" t="t" r="r" b="b"/>
            <a:pathLst>
              <a:path w="167005" h="33020">
                <a:moveTo>
                  <a:pt x="166877" y="0"/>
                </a:moveTo>
                <a:lnTo>
                  <a:pt x="0" y="0"/>
                </a:lnTo>
                <a:lnTo>
                  <a:pt x="0" y="32765"/>
                </a:lnTo>
                <a:lnTo>
                  <a:pt x="166877" y="32765"/>
                </a:lnTo>
                <a:lnTo>
                  <a:pt x="166877" y="0"/>
                </a:lnTo>
                <a:close/>
              </a:path>
            </a:pathLst>
          </a:custGeom>
          <a:ln w="9719">
            <a:solidFill>
              <a:srgbClr val="7E7E7E"/>
            </a:solidFill>
          </a:ln>
        </p:spPr>
        <p:txBody>
          <a:bodyPr wrap="square" lIns="0" tIns="0" rIns="0" bIns="0" rtlCol="0"/>
          <a:lstStyle/>
          <a:p>
            <a:endParaRPr/>
          </a:p>
        </p:txBody>
      </p:sp>
      <p:sp>
        <p:nvSpPr>
          <p:cNvPr id="128" name="object 128">
            <a:extLst>
              <a:ext uri="{FF2B5EF4-FFF2-40B4-BE49-F238E27FC236}">
                <a16:creationId xmlns:a16="http://schemas.microsoft.com/office/drawing/2014/main" id="{683F28ED-B6B3-4EF5-9CDA-03B6497380C1}"/>
              </a:ext>
            </a:extLst>
          </p:cNvPr>
          <p:cNvSpPr/>
          <p:nvPr/>
        </p:nvSpPr>
        <p:spPr>
          <a:xfrm>
            <a:off x="1138373" y="2261615"/>
            <a:ext cx="1304925" cy="306705"/>
          </a:xfrm>
          <a:custGeom>
            <a:avLst/>
            <a:gdLst/>
            <a:ahLst/>
            <a:cxnLst/>
            <a:rect l="l" t="t" r="r" b="b"/>
            <a:pathLst>
              <a:path w="1304925" h="306705">
                <a:moveTo>
                  <a:pt x="1304540" y="60967"/>
                </a:moveTo>
                <a:lnTo>
                  <a:pt x="0" y="60967"/>
                </a:lnTo>
                <a:lnTo>
                  <a:pt x="0" y="245366"/>
                </a:lnTo>
                <a:lnTo>
                  <a:pt x="1304540" y="245366"/>
                </a:lnTo>
                <a:lnTo>
                  <a:pt x="1304540" y="60967"/>
                </a:lnTo>
                <a:close/>
              </a:path>
              <a:path w="1304925" h="306705">
                <a:moveTo>
                  <a:pt x="1287781" y="0"/>
                </a:moveTo>
                <a:lnTo>
                  <a:pt x="13722" y="0"/>
                </a:lnTo>
                <a:lnTo>
                  <a:pt x="13722" y="62483"/>
                </a:lnTo>
                <a:lnTo>
                  <a:pt x="1287781" y="62483"/>
                </a:lnTo>
                <a:lnTo>
                  <a:pt x="1287781" y="0"/>
                </a:lnTo>
                <a:close/>
              </a:path>
              <a:path w="1304925" h="306705">
                <a:moveTo>
                  <a:pt x="1287781" y="243082"/>
                </a:moveTo>
                <a:lnTo>
                  <a:pt x="13722" y="243082"/>
                </a:lnTo>
                <a:lnTo>
                  <a:pt x="13722" y="306327"/>
                </a:lnTo>
                <a:lnTo>
                  <a:pt x="1287781" y="306327"/>
                </a:lnTo>
                <a:lnTo>
                  <a:pt x="1287781" y="243082"/>
                </a:lnTo>
                <a:close/>
              </a:path>
              <a:path w="1304925" h="306705">
                <a:moveTo>
                  <a:pt x="915159" y="0"/>
                </a:moveTo>
                <a:lnTo>
                  <a:pt x="388619" y="0"/>
                </a:lnTo>
                <a:lnTo>
                  <a:pt x="388619" y="62483"/>
                </a:lnTo>
                <a:lnTo>
                  <a:pt x="915159" y="62483"/>
                </a:lnTo>
                <a:lnTo>
                  <a:pt x="915159" y="0"/>
                </a:lnTo>
                <a:close/>
              </a:path>
              <a:path w="1304925" h="306705">
                <a:moveTo>
                  <a:pt x="915159" y="243082"/>
                </a:moveTo>
                <a:lnTo>
                  <a:pt x="388619" y="243082"/>
                </a:lnTo>
                <a:lnTo>
                  <a:pt x="388619" y="306327"/>
                </a:lnTo>
                <a:lnTo>
                  <a:pt x="915159" y="306327"/>
                </a:lnTo>
                <a:lnTo>
                  <a:pt x="915159" y="243082"/>
                </a:lnTo>
                <a:close/>
              </a:path>
            </a:pathLst>
          </a:custGeom>
          <a:ln w="9577">
            <a:solidFill>
              <a:srgbClr val="000000"/>
            </a:solidFill>
          </a:ln>
        </p:spPr>
        <p:txBody>
          <a:bodyPr wrap="square" lIns="0" tIns="0" rIns="0" bIns="0" rtlCol="0"/>
          <a:lstStyle/>
          <a:p>
            <a:endParaRPr/>
          </a:p>
        </p:txBody>
      </p:sp>
      <p:sp>
        <p:nvSpPr>
          <p:cNvPr id="129" name="object 129">
            <a:extLst>
              <a:ext uri="{FF2B5EF4-FFF2-40B4-BE49-F238E27FC236}">
                <a16:creationId xmlns:a16="http://schemas.microsoft.com/office/drawing/2014/main" id="{798D9511-E027-41D8-8B8C-A7D973B62F5A}"/>
              </a:ext>
            </a:extLst>
          </p:cNvPr>
          <p:cNvSpPr/>
          <p:nvPr/>
        </p:nvSpPr>
        <p:spPr>
          <a:xfrm>
            <a:off x="1182561" y="2276095"/>
            <a:ext cx="167005" cy="276860"/>
          </a:xfrm>
          <a:custGeom>
            <a:avLst/>
            <a:gdLst/>
            <a:ahLst/>
            <a:cxnLst/>
            <a:rect l="l" t="t" r="r" b="b"/>
            <a:pathLst>
              <a:path w="167005" h="276860">
                <a:moveTo>
                  <a:pt x="76961" y="243843"/>
                </a:moveTo>
                <a:lnTo>
                  <a:pt x="0" y="243843"/>
                </a:lnTo>
                <a:lnTo>
                  <a:pt x="0" y="276609"/>
                </a:lnTo>
                <a:lnTo>
                  <a:pt x="76961" y="276609"/>
                </a:lnTo>
                <a:lnTo>
                  <a:pt x="76961" y="243843"/>
                </a:lnTo>
                <a:close/>
              </a:path>
              <a:path w="167005" h="276860">
                <a:moveTo>
                  <a:pt x="166880" y="0"/>
                </a:moveTo>
                <a:lnTo>
                  <a:pt x="2" y="0"/>
                </a:lnTo>
                <a:lnTo>
                  <a:pt x="2" y="33528"/>
                </a:lnTo>
                <a:lnTo>
                  <a:pt x="166880" y="33528"/>
                </a:lnTo>
                <a:lnTo>
                  <a:pt x="166880" y="0"/>
                </a:lnTo>
                <a:close/>
              </a:path>
            </a:pathLst>
          </a:custGeom>
          <a:ln w="9577">
            <a:solidFill>
              <a:srgbClr val="7E7E7E"/>
            </a:solidFill>
          </a:ln>
        </p:spPr>
        <p:txBody>
          <a:bodyPr wrap="square" lIns="0" tIns="0" rIns="0" bIns="0" rtlCol="0"/>
          <a:lstStyle/>
          <a:p>
            <a:endParaRPr/>
          </a:p>
        </p:txBody>
      </p:sp>
      <p:sp>
        <p:nvSpPr>
          <p:cNvPr id="130" name="object 130">
            <a:extLst>
              <a:ext uri="{FF2B5EF4-FFF2-40B4-BE49-F238E27FC236}">
                <a16:creationId xmlns:a16="http://schemas.microsoft.com/office/drawing/2014/main" id="{8CFC523F-AC4F-4F8C-AF4F-700EF088CFB9}"/>
              </a:ext>
            </a:extLst>
          </p:cNvPr>
          <p:cNvSpPr/>
          <p:nvPr/>
        </p:nvSpPr>
        <p:spPr>
          <a:xfrm>
            <a:off x="1138373" y="4395978"/>
            <a:ext cx="1304925" cy="532130"/>
          </a:xfrm>
          <a:custGeom>
            <a:avLst/>
            <a:gdLst/>
            <a:ahLst/>
            <a:cxnLst/>
            <a:rect l="l" t="t" r="r" b="b"/>
            <a:pathLst>
              <a:path w="1304925" h="532129">
                <a:moveTo>
                  <a:pt x="1304540" y="60205"/>
                </a:moveTo>
                <a:lnTo>
                  <a:pt x="0" y="60205"/>
                </a:lnTo>
                <a:lnTo>
                  <a:pt x="0" y="470923"/>
                </a:lnTo>
                <a:lnTo>
                  <a:pt x="1304540" y="470923"/>
                </a:lnTo>
                <a:lnTo>
                  <a:pt x="1304540" y="60205"/>
                </a:lnTo>
                <a:close/>
              </a:path>
              <a:path w="1304925" h="532129">
                <a:moveTo>
                  <a:pt x="1287781" y="0"/>
                </a:moveTo>
                <a:lnTo>
                  <a:pt x="13722" y="0"/>
                </a:lnTo>
                <a:lnTo>
                  <a:pt x="13722" y="62483"/>
                </a:lnTo>
                <a:lnTo>
                  <a:pt x="1287781" y="62483"/>
                </a:lnTo>
                <a:lnTo>
                  <a:pt x="1287781" y="0"/>
                </a:lnTo>
                <a:close/>
              </a:path>
              <a:path w="1304925" h="532129">
                <a:moveTo>
                  <a:pt x="1287781" y="469400"/>
                </a:moveTo>
                <a:lnTo>
                  <a:pt x="13722" y="469400"/>
                </a:lnTo>
                <a:lnTo>
                  <a:pt x="13722" y="531884"/>
                </a:lnTo>
                <a:lnTo>
                  <a:pt x="1287781" y="531884"/>
                </a:lnTo>
                <a:lnTo>
                  <a:pt x="1287781" y="469400"/>
                </a:lnTo>
                <a:close/>
              </a:path>
            </a:pathLst>
          </a:custGeom>
          <a:ln w="9577">
            <a:solidFill>
              <a:srgbClr val="000000"/>
            </a:solidFill>
          </a:ln>
        </p:spPr>
        <p:txBody>
          <a:bodyPr wrap="square" lIns="0" tIns="0" rIns="0" bIns="0" rtlCol="0"/>
          <a:lstStyle/>
          <a:p>
            <a:endParaRPr/>
          </a:p>
        </p:txBody>
      </p:sp>
      <p:sp>
        <p:nvSpPr>
          <p:cNvPr id="131" name="object 131">
            <a:extLst>
              <a:ext uri="{FF2B5EF4-FFF2-40B4-BE49-F238E27FC236}">
                <a16:creationId xmlns:a16="http://schemas.microsoft.com/office/drawing/2014/main" id="{52AF2566-8FD2-412C-A00E-225E16155D00}"/>
              </a:ext>
            </a:extLst>
          </p:cNvPr>
          <p:cNvSpPr/>
          <p:nvPr/>
        </p:nvSpPr>
        <p:spPr>
          <a:xfrm>
            <a:off x="1138373" y="4546861"/>
            <a:ext cx="915669" cy="230504"/>
          </a:xfrm>
          <a:custGeom>
            <a:avLst/>
            <a:gdLst/>
            <a:ahLst/>
            <a:cxnLst/>
            <a:rect l="l" t="t" r="r" b="b"/>
            <a:pathLst>
              <a:path w="915669" h="230504">
                <a:moveTo>
                  <a:pt x="915159" y="230124"/>
                </a:moveTo>
                <a:lnTo>
                  <a:pt x="0" y="230124"/>
                </a:lnTo>
                <a:lnTo>
                  <a:pt x="0" y="0"/>
                </a:lnTo>
                <a:lnTo>
                  <a:pt x="915159" y="0"/>
                </a:lnTo>
                <a:lnTo>
                  <a:pt x="915159" y="230124"/>
                </a:lnTo>
                <a:close/>
              </a:path>
            </a:pathLst>
          </a:custGeom>
          <a:solidFill>
            <a:srgbClr val="D8D8D8"/>
          </a:solidFill>
        </p:spPr>
        <p:txBody>
          <a:bodyPr wrap="square" lIns="0" tIns="0" rIns="0" bIns="0" rtlCol="0"/>
          <a:lstStyle/>
          <a:p>
            <a:endParaRPr/>
          </a:p>
        </p:txBody>
      </p:sp>
      <p:sp>
        <p:nvSpPr>
          <p:cNvPr id="132" name="object 132">
            <a:extLst>
              <a:ext uri="{FF2B5EF4-FFF2-40B4-BE49-F238E27FC236}">
                <a16:creationId xmlns:a16="http://schemas.microsoft.com/office/drawing/2014/main" id="{40A0A372-3F82-4385-98B0-FF29C3B8B30E}"/>
              </a:ext>
            </a:extLst>
          </p:cNvPr>
          <p:cNvSpPr/>
          <p:nvPr/>
        </p:nvSpPr>
        <p:spPr>
          <a:xfrm>
            <a:off x="1138373" y="4395978"/>
            <a:ext cx="915669" cy="532130"/>
          </a:xfrm>
          <a:custGeom>
            <a:avLst/>
            <a:gdLst/>
            <a:ahLst/>
            <a:cxnLst/>
            <a:rect l="l" t="t" r="r" b="b"/>
            <a:pathLst>
              <a:path w="915669" h="532129">
                <a:moveTo>
                  <a:pt x="915159" y="150882"/>
                </a:moveTo>
                <a:lnTo>
                  <a:pt x="0" y="150882"/>
                </a:lnTo>
                <a:lnTo>
                  <a:pt x="0" y="381007"/>
                </a:lnTo>
                <a:lnTo>
                  <a:pt x="915159" y="381007"/>
                </a:lnTo>
                <a:lnTo>
                  <a:pt x="915159" y="150882"/>
                </a:lnTo>
                <a:close/>
              </a:path>
              <a:path w="915669" h="532129">
                <a:moveTo>
                  <a:pt x="915159" y="0"/>
                </a:moveTo>
                <a:lnTo>
                  <a:pt x="388619" y="0"/>
                </a:lnTo>
                <a:lnTo>
                  <a:pt x="388619" y="62483"/>
                </a:lnTo>
                <a:lnTo>
                  <a:pt x="915159" y="62483"/>
                </a:lnTo>
                <a:lnTo>
                  <a:pt x="915159" y="0"/>
                </a:lnTo>
                <a:close/>
              </a:path>
              <a:path w="915669" h="532129">
                <a:moveTo>
                  <a:pt x="915159" y="469400"/>
                </a:moveTo>
                <a:lnTo>
                  <a:pt x="388619" y="469400"/>
                </a:lnTo>
                <a:lnTo>
                  <a:pt x="388619" y="531884"/>
                </a:lnTo>
                <a:lnTo>
                  <a:pt x="915159" y="531884"/>
                </a:lnTo>
                <a:lnTo>
                  <a:pt x="915159" y="469400"/>
                </a:lnTo>
                <a:close/>
              </a:path>
            </a:pathLst>
          </a:custGeom>
          <a:ln w="9577">
            <a:solidFill>
              <a:srgbClr val="000000"/>
            </a:solidFill>
          </a:ln>
        </p:spPr>
        <p:txBody>
          <a:bodyPr wrap="square" lIns="0" tIns="0" rIns="0" bIns="0" rtlCol="0"/>
          <a:lstStyle/>
          <a:p>
            <a:endParaRPr/>
          </a:p>
        </p:txBody>
      </p:sp>
      <p:pic>
        <p:nvPicPr>
          <p:cNvPr id="133" name="object 133">
            <a:extLst>
              <a:ext uri="{FF2B5EF4-FFF2-40B4-BE49-F238E27FC236}">
                <a16:creationId xmlns:a16="http://schemas.microsoft.com/office/drawing/2014/main" id="{7C21F803-4D72-48BE-B1E1-7D3B0ABB696C}"/>
              </a:ext>
            </a:extLst>
          </p:cNvPr>
          <p:cNvPicPr/>
          <p:nvPr/>
        </p:nvPicPr>
        <p:blipFill>
          <a:blip r:embed="rId10" cstate="print"/>
          <a:stretch>
            <a:fillRect/>
          </a:stretch>
        </p:blipFill>
        <p:spPr>
          <a:xfrm>
            <a:off x="1494007" y="4587783"/>
            <a:ext cx="86540" cy="86552"/>
          </a:xfrm>
          <a:prstGeom prst="rect">
            <a:avLst/>
          </a:prstGeom>
        </p:spPr>
      </p:pic>
      <p:sp>
        <p:nvSpPr>
          <p:cNvPr id="134" name="object 134">
            <a:extLst>
              <a:ext uri="{FF2B5EF4-FFF2-40B4-BE49-F238E27FC236}">
                <a16:creationId xmlns:a16="http://schemas.microsoft.com/office/drawing/2014/main" id="{8A20CBE0-38D1-49E3-84F1-27BE0F2C9F41}"/>
              </a:ext>
            </a:extLst>
          </p:cNvPr>
          <p:cNvSpPr/>
          <p:nvPr/>
        </p:nvSpPr>
        <p:spPr>
          <a:xfrm>
            <a:off x="1182561" y="4410459"/>
            <a:ext cx="468630" cy="502920"/>
          </a:xfrm>
          <a:custGeom>
            <a:avLst/>
            <a:gdLst/>
            <a:ahLst/>
            <a:cxnLst/>
            <a:rect l="l" t="t" r="r" b="b"/>
            <a:pathLst>
              <a:path w="468630" h="502920">
                <a:moveTo>
                  <a:pt x="468629" y="150869"/>
                </a:moveTo>
                <a:lnTo>
                  <a:pt x="105917" y="150869"/>
                </a:lnTo>
                <a:lnTo>
                  <a:pt x="105917" y="291079"/>
                </a:lnTo>
                <a:lnTo>
                  <a:pt x="468629" y="291079"/>
                </a:lnTo>
                <a:lnTo>
                  <a:pt x="468629" y="150869"/>
                </a:lnTo>
                <a:close/>
              </a:path>
              <a:path w="468630" h="502920">
                <a:moveTo>
                  <a:pt x="272795" y="318517"/>
                </a:moveTo>
                <a:lnTo>
                  <a:pt x="165354" y="318517"/>
                </a:lnTo>
                <a:lnTo>
                  <a:pt x="165354" y="366523"/>
                </a:lnTo>
                <a:lnTo>
                  <a:pt x="272795" y="366523"/>
                </a:lnTo>
                <a:lnTo>
                  <a:pt x="272795" y="318517"/>
                </a:lnTo>
                <a:close/>
              </a:path>
              <a:path w="468630" h="502920">
                <a:moveTo>
                  <a:pt x="258323" y="287272"/>
                </a:moveTo>
                <a:lnTo>
                  <a:pt x="181362" y="287272"/>
                </a:lnTo>
                <a:lnTo>
                  <a:pt x="181362" y="320037"/>
                </a:lnTo>
                <a:lnTo>
                  <a:pt x="258323" y="320037"/>
                </a:lnTo>
                <a:lnTo>
                  <a:pt x="258323" y="287272"/>
                </a:lnTo>
                <a:close/>
              </a:path>
              <a:path w="468630" h="502920">
                <a:moveTo>
                  <a:pt x="76961" y="469387"/>
                </a:moveTo>
                <a:lnTo>
                  <a:pt x="0" y="469387"/>
                </a:lnTo>
                <a:lnTo>
                  <a:pt x="0" y="502915"/>
                </a:lnTo>
                <a:lnTo>
                  <a:pt x="76961" y="502915"/>
                </a:lnTo>
                <a:lnTo>
                  <a:pt x="76961" y="469387"/>
                </a:lnTo>
                <a:close/>
              </a:path>
              <a:path w="468630" h="502920">
                <a:moveTo>
                  <a:pt x="166880" y="0"/>
                </a:moveTo>
                <a:lnTo>
                  <a:pt x="2" y="0"/>
                </a:lnTo>
                <a:lnTo>
                  <a:pt x="2" y="32765"/>
                </a:lnTo>
                <a:lnTo>
                  <a:pt x="166880" y="32765"/>
                </a:lnTo>
                <a:lnTo>
                  <a:pt x="166880" y="0"/>
                </a:lnTo>
                <a:close/>
              </a:path>
            </a:pathLst>
          </a:custGeom>
          <a:ln w="9577">
            <a:solidFill>
              <a:srgbClr val="7E7E7E"/>
            </a:solidFill>
          </a:ln>
        </p:spPr>
        <p:txBody>
          <a:bodyPr wrap="square" lIns="0" tIns="0" rIns="0" bIns="0" rtlCol="0"/>
          <a:lstStyle/>
          <a:p>
            <a:endParaRPr/>
          </a:p>
        </p:txBody>
      </p:sp>
      <p:sp>
        <p:nvSpPr>
          <p:cNvPr id="135" name="object 135">
            <a:extLst>
              <a:ext uri="{FF2B5EF4-FFF2-40B4-BE49-F238E27FC236}">
                <a16:creationId xmlns:a16="http://schemas.microsoft.com/office/drawing/2014/main" id="{339B4B9A-D5A6-4034-83F6-35E230F02B45}"/>
              </a:ext>
            </a:extLst>
          </p:cNvPr>
          <p:cNvSpPr/>
          <p:nvPr/>
        </p:nvSpPr>
        <p:spPr>
          <a:xfrm>
            <a:off x="1138373" y="1524766"/>
            <a:ext cx="946785" cy="3252470"/>
          </a:xfrm>
          <a:custGeom>
            <a:avLst/>
            <a:gdLst/>
            <a:ahLst/>
            <a:cxnLst/>
            <a:rect l="l" t="t" r="r" b="b"/>
            <a:pathLst>
              <a:path w="946785" h="3252470">
                <a:moveTo>
                  <a:pt x="915159" y="3022095"/>
                </a:moveTo>
                <a:lnTo>
                  <a:pt x="0" y="3022095"/>
                </a:lnTo>
                <a:lnTo>
                  <a:pt x="0" y="3252220"/>
                </a:lnTo>
                <a:lnTo>
                  <a:pt x="915159" y="3252220"/>
                </a:lnTo>
                <a:lnTo>
                  <a:pt x="915159" y="3022095"/>
                </a:lnTo>
                <a:close/>
              </a:path>
              <a:path w="946785" h="3252470">
                <a:moveTo>
                  <a:pt x="946402" y="0"/>
                </a:moveTo>
                <a:lnTo>
                  <a:pt x="793997" y="0"/>
                </a:lnTo>
                <a:lnTo>
                  <a:pt x="793997" y="32765"/>
                </a:lnTo>
                <a:lnTo>
                  <a:pt x="946402" y="32765"/>
                </a:lnTo>
                <a:lnTo>
                  <a:pt x="946402" y="0"/>
                </a:lnTo>
                <a:close/>
              </a:path>
            </a:pathLst>
          </a:custGeom>
          <a:ln w="9577">
            <a:solidFill>
              <a:srgbClr val="000000"/>
            </a:solidFill>
          </a:ln>
        </p:spPr>
        <p:txBody>
          <a:bodyPr wrap="square" lIns="0" tIns="0" rIns="0" bIns="0" rtlCol="0"/>
          <a:lstStyle/>
          <a:p>
            <a:endParaRPr/>
          </a:p>
        </p:txBody>
      </p:sp>
      <p:sp>
        <p:nvSpPr>
          <p:cNvPr id="136" name="object 136">
            <a:extLst>
              <a:ext uri="{FF2B5EF4-FFF2-40B4-BE49-F238E27FC236}">
                <a16:creationId xmlns:a16="http://schemas.microsoft.com/office/drawing/2014/main" id="{96BC5353-05D1-44C9-933F-8BDD56C6CFE6}"/>
              </a:ext>
            </a:extLst>
          </p:cNvPr>
          <p:cNvSpPr/>
          <p:nvPr/>
        </p:nvSpPr>
        <p:spPr>
          <a:xfrm>
            <a:off x="1976576" y="1553714"/>
            <a:ext cx="63500" cy="18415"/>
          </a:xfrm>
          <a:custGeom>
            <a:avLst/>
            <a:gdLst/>
            <a:ahLst/>
            <a:cxnLst/>
            <a:rect l="l" t="t" r="r" b="b"/>
            <a:pathLst>
              <a:path w="63500" h="18414">
                <a:moveTo>
                  <a:pt x="63246" y="18287"/>
                </a:moveTo>
                <a:lnTo>
                  <a:pt x="0" y="18287"/>
                </a:lnTo>
                <a:lnTo>
                  <a:pt x="0" y="0"/>
                </a:lnTo>
                <a:lnTo>
                  <a:pt x="63246" y="0"/>
                </a:lnTo>
                <a:lnTo>
                  <a:pt x="63246" y="18287"/>
                </a:lnTo>
                <a:close/>
              </a:path>
            </a:pathLst>
          </a:custGeom>
          <a:solidFill>
            <a:srgbClr val="FFFFFF"/>
          </a:solidFill>
        </p:spPr>
        <p:txBody>
          <a:bodyPr wrap="square" lIns="0" tIns="0" rIns="0" bIns="0" rtlCol="0"/>
          <a:lstStyle/>
          <a:p>
            <a:endParaRPr/>
          </a:p>
        </p:txBody>
      </p:sp>
      <p:sp>
        <p:nvSpPr>
          <p:cNvPr id="137" name="object 137">
            <a:extLst>
              <a:ext uri="{FF2B5EF4-FFF2-40B4-BE49-F238E27FC236}">
                <a16:creationId xmlns:a16="http://schemas.microsoft.com/office/drawing/2014/main" id="{485F974D-D276-48BD-BA78-019375415F85}"/>
              </a:ext>
            </a:extLst>
          </p:cNvPr>
          <p:cNvSpPr/>
          <p:nvPr/>
        </p:nvSpPr>
        <p:spPr>
          <a:xfrm>
            <a:off x="1976576" y="1553714"/>
            <a:ext cx="63500" cy="18415"/>
          </a:xfrm>
          <a:custGeom>
            <a:avLst/>
            <a:gdLst/>
            <a:ahLst/>
            <a:cxnLst/>
            <a:rect l="l" t="t" r="r" b="b"/>
            <a:pathLst>
              <a:path w="63500" h="18414">
                <a:moveTo>
                  <a:pt x="63246" y="0"/>
                </a:moveTo>
                <a:lnTo>
                  <a:pt x="0" y="0"/>
                </a:lnTo>
                <a:lnTo>
                  <a:pt x="0" y="18287"/>
                </a:lnTo>
                <a:lnTo>
                  <a:pt x="63246" y="18287"/>
                </a:lnTo>
                <a:lnTo>
                  <a:pt x="63246" y="0"/>
                </a:lnTo>
                <a:close/>
              </a:path>
            </a:pathLst>
          </a:custGeom>
          <a:ln w="9707">
            <a:solidFill>
              <a:srgbClr val="000000"/>
            </a:solidFill>
          </a:ln>
        </p:spPr>
        <p:txBody>
          <a:bodyPr wrap="square" lIns="0" tIns="0" rIns="0" bIns="0" rtlCol="0"/>
          <a:lstStyle/>
          <a:p>
            <a:endParaRPr/>
          </a:p>
        </p:txBody>
      </p:sp>
      <p:sp>
        <p:nvSpPr>
          <p:cNvPr id="138" name="object 138">
            <a:extLst>
              <a:ext uri="{FF2B5EF4-FFF2-40B4-BE49-F238E27FC236}">
                <a16:creationId xmlns:a16="http://schemas.microsoft.com/office/drawing/2014/main" id="{78EF492E-D26A-49A6-A1EB-EAC5E510DF6C}"/>
              </a:ext>
            </a:extLst>
          </p:cNvPr>
          <p:cNvSpPr/>
          <p:nvPr/>
        </p:nvSpPr>
        <p:spPr>
          <a:xfrm>
            <a:off x="1856936" y="1568194"/>
            <a:ext cx="299085" cy="394335"/>
          </a:xfrm>
          <a:custGeom>
            <a:avLst/>
            <a:gdLst/>
            <a:ahLst/>
            <a:cxnLst/>
            <a:rect l="l" t="t" r="r" b="b"/>
            <a:pathLst>
              <a:path w="299085" h="394335">
                <a:moveTo>
                  <a:pt x="0" y="393952"/>
                </a:moveTo>
                <a:lnTo>
                  <a:pt x="298700" y="393952"/>
                </a:lnTo>
                <a:lnTo>
                  <a:pt x="298700" y="167647"/>
                </a:lnTo>
                <a:lnTo>
                  <a:pt x="195071" y="92199"/>
                </a:lnTo>
                <a:lnTo>
                  <a:pt x="195071" y="16764"/>
                </a:lnTo>
                <a:lnTo>
                  <a:pt x="209556" y="16764"/>
                </a:lnTo>
                <a:lnTo>
                  <a:pt x="209556" y="0"/>
                </a:lnTo>
                <a:lnTo>
                  <a:pt x="89156" y="0"/>
                </a:lnTo>
                <a:lnTo>
                  <a:pt x="89156" y="16764"/>
                </a:lnTo>
                <a:lnTo>
                  <a:pt x="105915" y="16764"/>
                </a:lnTo>
                <a:lnTo>
                  <a:pt x="105915" y="92199"/>
                </a:lnTo>
                <a:lnTo>
                  <a:pt x="0" y="167647"/>
                </a:lnTo>
                <a:lnTo>
                  <a:pt x="0" y="393952"/>
                </a:lnTo>
                <a:close/>
              </a:path>
            </a:pathLst>
          </a:custGeom>
          <a:ln w="9535">
            <a:solidFill>
              <a:srgbClr val="000000"/>
            </a:solidFill>
          </a:ln>
        </p:spPr>
        <p:txBody>
          <a:bodyPr wrap="square" lIns="0" tIns="0" rIns="0" bIns="0" rtlCol="0"/>
          <a:lstStyle/>
          <a:p>
            <a:endParaRPr/>
          </a:p>
        </p:txBody>
      </p:sp>
      <p:sp>
        <p:nvSpPr>
          <p:cNvPr id="139" name="object 139">
            <a:extLst>
              <a:ext uri="{FF2B5EF4-FFF2-40B4-BE49-F238E27FC236}">
                <a16:creationId xmlns:a16="http://schemas.microsoft.com/office/drawing/2014/main" id="{866324DF-406D-4A74-878A-B3309D335DCD}"/>
              </a:ext>
            </a:extLst>
          </p:cNvPr>
          <p:cNvSpPr/>
          <p:nvPr/>
        </p:nvSpPr>
        <p:spPr>
          <a:xfrm>
            <a:off x="1856936" y="1777747"/>
            <a:ext cx="302895" cy="184150"/>
          </a:xfrm>
          <a:custGeom>
            <a:avLst/>
            <a:gdLst/>
            <a:ahLst/>
            <a:cxnLst/>
            <a:rect l="l" t="t" r="r" b="b"/>
            <a:pathLst>
              <a:path w="302894" h="184150">
                <a:moveTo>
                  <a:pt x="302511" y="183637"/>
                </a:moveTo>
                <a:lnTo>
                  <a:pt x="0" y="183637"/>
                </a:lnTo>
                <a:lnTo>
                  <a:pt x="0" y="0"/>
                </a:lnTo>
                <a:lnTo>
                  <a:pt x="302511" y="0"/>
                </a:lnTo>
                <a:lnTo>
                  <a:pt x="302511" y="183637"/>
                </a:lnTo>
                <a:close/>
              </a:path>
            </a:pathLst>
          </a:custGeom>
          <a:solidFill>
            <a:srgbClr val="A5A5A5"/>
          </a:solidFill>
        </p:spPr>
        <p:txBody>
          <a:bodyPr wrap="square" lIns="0" tIns="0" rIns="0" bIns="0" rtlCol="0"/>
          <a:lstStyle/>
          <a:p>
            <a:endParaRPr/>
          </a:p>
        </p:txBody>
      </p:sp>
      <p:sp>
        <p:nvSpPr>
          <p:cNvPr id="140" name="object 140">
            <a:extLst>
              <a:ext uri="{FF2B5EF4-FFF2-40B4-BE49-F238E27FC236}">
                <a16:creationId xmlns:a16="http://schemas.microsoft.com/office/drawing/2014/main" id="{8FF0ED7C-1100-4E98-823E-3F331447292C}"/>
              </a:ext>
            </a:extLst>
          </p:cNvPr>
          <p:cNvSpPr/>
          <p:nvPr/>
        </p:nvSpPr>
        <p:spPr>
          <a:xfrm>
            <a:off x="1512507" y="1524766"/>
            <a:ext cx="647065" cy="436880"/>
          </a:xfrm>
          <a:custGeom>
            <a:avLst/>
            <a:gdLst/>
            <a:ahLst/>
            <a:cxnLst/>
            <a:rect l="l" t="t" r="r" b="b"/>
            <a:pathLst>
              <a:path w="647064" h="436880">
                <a:moveTo>
                  <a:pt x="646940" y="252981"/>
                </a:moveTo>
                <a:lnTo>
                  <a:pt x="344428" y="252981"/>
                </a:lnTo>
                <a:lnTo>
                  <a:pt x="344428" y="436619"/>
                </a:lnTo>
                <a:lnTo>
                  <a:pt x="646940" y="436619"/>
                </a:lnTo>
                <a:lnTo>
                  <a:pt x="646940" y="252981"/>
                </a:lnTo>
                <a:close/>
              </a:path>
              <a:path w="647064" h="436880">
                <a:moveTo>
                  <a:pt x="152405" y="0"/>
                </a:moveTo>
                <a:lnTo>
                  <a:pt x="0" y="0"/>
                </a:lnTo>
                <a:lnTo>
                  <a:pt x="0" y="32765"/>
                </a:lnTo>
                <a:lnTo>
                  <a:pt x="152405" y="32765"/>
                </a:lnTo>
                <a:lnTo>
                  <a:pt x="152405" y="0"/>
                </a:lnTo>
                <a:close/>
              </a:path>
            </a:pathLst>
          </a:custGeom>
          <a:ln w="9577">
            <a:solidFill>
              <a:srgbClr val="000000"/>
            </a:solidFill>
          </a:ln>
        </p:spPr>
        <p:txBody>
          <a:bodyPr wrap="square" lIns="0" tIns="0" rIns="0" bIns="0" rtlCol="0"/>
          <a:lstStyle/>
          <a:p>
            <a:endParaRPr/>
          </a:p>
        </p:txBody>
      </p:sp>
      <p:sp>
        <p:nvSpPr>
          <p:cNvPr id="141" name="object 141">
            <a:extLst>
              <a:ext uri="{FF2B5EF4-FFF2-40B4-BE49-F238E27FC236}">
                <a16:creationId xmlns:a16="http://schemas.microsoft.com/office/drawing/2014/main" id="{CB7D1E51-0272-4958-9D3A-5D2D0D9DF19A}"/>
              </a:ext>
            </a:extLst>
          </p:cNvPr>
          <p:cNvSpPr/>
          <p:nvPr/>
        </p:nvSpPr>
        <p:spPr>
          <a:xfrm>
            <a:off x="1557476" y="1553714"/>
            <a:ext cx="62865" cy="18415"/>
          </a:xfrm>
          <a:custGeom>
            <a:avLst/>
            <a:gdLst/>
            <a:ahLst/>
            <a:cxnLst/>
            <a:rect l="l" t="t" r="r" b="b"/>
            <a:pathLst>
              <a:path w="62865" h="18414">
                <a:moveTo>
                  <a:pt x="62484" y="18287"/>
                </a:moveTo>
                <a:lnTo>
                  <a:pt x="0" y="18287"/>
                </a:lnTo>
                <a:lnTo>
                  <a:pt x="0" y="0"/>
                </a:lnTo>
                <a:lnTo>
                  <a:pt x="62484" y="0"/>
                </a:lnTo>
                <a:lnTo>
                  <a:pt x="62484" y="18287"/>
                </a:lnTo>
                <a:close/>
              </a:path>
            </a:pathLst>
          </a:custGeom>
          <a:solidFill>
            <a:srgbClr val="FFFFFF"/>
          </a:solidFill>
        </p:spPr>
        <p:txBody>
          <a:bodyPr wrap="square" lIns="0" tIns="0" rIns="0" bIns="0" rtlCol="0"/>
          <a:lstStyle/>
          <a:p>
            <a:endParaRPr/>
          </a:p>
        </p:txBody>
      </p:sp>
      <p:sp>
        <p:nvSpPr>
          <p:cNvPr id="142" name="object 142">
            <a:extLst>
              <a:ext uri="{FF2B5EF4-FFF2-40B4-BE49-F238E27FC236}">
                <a16:creationId xmlns:a16="http://schemas.microsoft.com/office/drawing/2014/main" id="{2CA5392D-D68D-4672-8EB9-8F0264669046}"/>
              </a:ext>
            </a:extLst>
          </p:cNvPr>
          <p:cNvSpPr/>
          <p:nvPr/>
        </p:nvSpPr>
        <p:spPr>
          <a:xfrm>
            <a:off x="1557476" y="1553714"/>
            <a:ext cx="62865" cy="18415"/>
          </a:xfrm>
          <a:custGeom>
            <a:avLst/>
            <a:gdLst/>
            <a:ahLst/>
            <a:cxnLst/>
            <a:rect l="l" t="t" r="r" b="b"/>
            <a:pathLst>
              <a:path w="62865" h="18414">
                <a:moveTo>
                  <a:pt x="62484" y="0"/>
                </a:moveTo>
                <a:lnTo>
                  <a:pt x="0" y="0"/>
                </a:lnTo>
                <a:lnTo>
                  <a:pt x="0" y="18287"/>
                </a:lnTo>
                <a:lnTo>
                  <a:pt x="62484" y="18287"/>
                </a:lnTo>
                <a:lnTo>
                  <a:pt x="62484" y="0"/>
                </a:lnTo>
                <a:close/>
              </a:path>
            </a:pathLst>
          </a:custGeom>
          <a:ln w="9706">
            <a:solidFill>
              <a:srgbClr val="000000"/>
            </a:solidFill>
          </a:ln>
        </p:spPr>
        <p:txBody>
          <a:bodyPr wrap="square" lIns="0" tIns="0" rIns="0" bIns="0" rtlCol="0"/>
          <a:lstStyle/>
          <a:p>
            <a:endParaRPr/>
          </a:p>
        </p:txBody>
      </p:sp>
      <p:sp>
        <p:nvSpPr>
          <p:cNvPr id="143" name="object 143">
            <a:extLst>
              <a:ext uri="{FF2B5EF4-FFF2-40B4-BE49-F238E27FC236}">
                <a16:creationId xmlns:a16="http://schemas.microsoft.com/office/drawing/2014/main" id="{4891C859-3D0F-4C69-870D-C4ADCB2114EF}"/>
              </a:ext>
            </a:extLst>
          </p:cNvPr>
          <p:cNvSpPr/>
          <p:nvPr/>
        </p:nvSpPr>
        <p:spPr>
          <a:xfrm>
            <a:off x="1437073" y="1568194"/>
            <a:ext cx="299720" cy="394335"/>
          </a:xfrm>
          <a:custGeom>
            <a:avLst/>
            <a:gdLst/>
            <a:ahLst/>
            <a:cxnLst/>
            <a:rect l="l" t="t" r="r" b="b"/>
            <a:pathLst>
              <a:path w="299719" h="394335">
                <a:moveTo>
                  <a:pt x="0" y="393952"/>
                </a:moveTo>
                <a:lnTo>
                  <a:pt x="299462" y="393952"/>
                </a:lnTo>
                <a:lnTo>
                  <a:pt x="299462" y="167647"/>
                </a:lnTo>
                <a:lnTo>
                  <a:pt x="195834" y="92199"/>
                </a:lnTo>
                <a:lnTo>
                  <a:pt x="195834" y="16764"/>
                </a:lnTo>
                <a:lnTo>
                  <a:pt x="209556" y="16764"/>
                </a:lnTo>
                <a:lnTo>
                  <a:pt x="209556" y="0"/>
                </a:lnTo>
                <a:lnTo>
                  <a:pt x="89918" y="0"/>
                </a:lnTo>
                <a:lnTo>
                  <a:pt x="89918" y="16764"/>
                </a:lnTo>
                <a:lnTo>
                  <a:pt x="105915" y="16764"/>
                </a:lnTo>
                <a:lnTo>
                  <a:pt x="105915" y="92199"/>
                </a:lnTo>
                <a:lnTo>
                  <a:pt x="0" y="167647"/>
                </a:lnTo>
                <a:lnTo>
                  <a:pt x="0" y="393952"/>
                </a:lnTo>
                <a:close/>
              </a:path>
            </a:pathLst>
          </a:custGeom>
          <a:ln w="9535">
            <a:solidFill>
              <a:srgbClr val="000000"/>
            </a:solidFill>
          </a:ln>
        </p:spPr>
        <p:txBody>
          <a:bodyPr wrap="square" lIns="0" tIns="0" rIns="0" bIns="0" rtlCol="0"/>
          <a:lstStyle/>
          <a:p>
            <a:endParaRPr/>
          </a:p>
        </p:txBody>
      </p:sp>
      <p:sp>
        <p:nvSpPr>
          <p:cNvPr id="144" name="object 144">
            <a:extLst>
              <a:ext uri="{FF2B5EF4-FFF2-40B4-BE49-F238E27FC236}">
                <a16:creationId xmlns:a16="http://schemas.microsoft.com/office/drawing/2014/main" id="{69B56685-7458-4865-97C2-C298C221683E}"/>
              </a:ext>
            </a:extLst>
          </p:cNvPr>
          <p:cNvSpPr/>
          <p:nvPr/>
        </p:nvSpPr>
        <p:spPr>
          <a:xfrm>
            <a:off x="1437062" y="1777759"/>
            <a:ext cx="303530" cy="184150"/>
          </a:xfrm>
          <a:custGeom>
            <a:avLst/>
            <a:gdLst/>
            <a:ahLst/>
            <a:cxnLst/>
            <a:rect l="l" t="t" r="r" b="b"/>
            <a:pathLst>
              <a:path w="303530" h="184150">
                <a:moveTo>
                  <a:pt x="303276" y="0"/>
                </a:moveTo>
                <a:lnTo>
                  <a:pt x="0" y="0"/>
                </a:lnTo>
                <a:lnTo>
                  <a:pt x="0" y="45720"/>
                </a:lnTo>
                <a:lnTo>
                  <a:pt x="0" y="183629"/>
                </a:lnTo>
                <a:lnTo>
                  <a:pt x="303276" y="183629"/>
                </a:lnTo>
                <a:lnTo>
                  <a:pt x="303276" y="45720"/>
                </a:lnTo>
                <a:lnTo>
                  <a:pt x="303276" y="0"/>
                </a:lnTo>
                <a:close/>
              </a:path>
            </a:pathLst>
          </a:custGeom>
          <a:solidFill>
            <a:srgbClr val="A5A5A5"/>
          </a:solidFill>
        </p:spPr>
        <p:txBody>
          <a:bodyPr wrap="square" lIns="0" tIns="0" rIns="0" bIns="0" rtlCol="0"/>
          <a:lstStyle/>
          <a:p>
            <a:endParaRPr/>
          </a:p>
        </p:txBody>
      </p:sp>
      <p:sp>
        <p:nvSpPr>
          <p:cNvPr id="145" name="object 145">
            <a:extLst>
              <a:ext uri="{FF2B5EF4-FFF2-40B4-BE49-F238E27FC236}">
                <a16:creationId xmlns:a16="http://schemas.microsoft.com/office/drawing/2014/main" id="{3F97E9F6-07FA-4F4A-8910-ECFCF4D9FCD3}"/>
              </a:ext>
            </a:extLst>
          </p:cNvPr>
          <p:cNvSpPr/>
          <p:nvPr/>
        </p:nvSpPr>
        <p:spPr>
          <a:xfrm>
            <a:off x="1437073" y="1777747"/>
            <a:ext cx="303530" cy="184150"/>
          </a:xfrm>
          <a:custGeom>
            <a:avLst/>
            <a:gdLst/>
            <a:ahLst/>
            <a:cxnLst/>
            <a:rect l="l" t="t" r="r" b="b"/>
            <a:pathLst>
              <a:path w="303530" h="184150">
                <a:moveTo>
                  <a:pt x="303274" y="0"/>
                </a:moveTo>
                <a:lnTo>
                  <a:pt x="0" y="0"/>
                </a:lnTo>
                <a:lnTo>
                  <a:pt x="0" y="183637"/>
                </a:lnTo>
                <a:lnTo>
                  <a:pt x="303274" y="183637"/>
                </a:lnTo>
                <a:lnTo>
                  <a:pt x="303274" y="0"/>
                </a:lnTo>
                <a:close/>
              </a:path>
            </a:pathLst>
          </a:custGeom>
          <a:ln w="9648">
            <a:solidFill>
              <a:srgbClr val="000000"/>
            </a:solidFill>
          </a:ln>
        </p:spPr>
        <p:txBody>
          <a:bodyPr wrap="square" lIns="0" tIns="0" rIns="0" bIns="0" rtlCol="0"/>
          <a:lstStyle/>
          <a:p>
            <a:endParaRPr/>
          </a:p>
        </p:txBody>
      </p:sp>
      <p:sp>
        <p:nvSpPr>
          <p:cNvPr id="146" name="object 146">
            <a:extLst>
              <a:ext uri="{FF2B5EF4-FFF2-40B4-BE49-F238E27FC236}">
                <a16:creationId xmlns:a16="http://schemas.microsoft.com/office/drawing/2014/main" id="{50DA90FC-50B4-4551-AAC7-B460DFFC4CD3}"/>
              </a:ext>
            </a:extLst>
          </p:cNvPr>
          <p:cNvSpPr/>
          <p:nvPr/>
        </p:nvSpPr>
        <p:spPr>
          <a:xfrm>
            <a:off x="1677867" y="1806702"/>
            <a:ext cx="449580" cy="167640"/>
          </a:xfrm>
          <a:custGeom>
            <a:avLst/>
            <a:gdLst/>
            <a:ahLst/>
            <a:cxnLst/>
            <a:rect l="l" t="t" r="r" b="b"/>
            <a:pathLst>
              <a:path w="449580" h="167639">
                <a:moveTo>
                  <a:pt x="30480" y="16764"/>
                </a:moveTo>
                <a:lnTo>
                  <a:pt x="0" y="16764"/>
                </a:lnTo>
                <a:lnTo>
                  <a:pt x="0" y="167640"/>
                </a:lnTo>
                <a:lnTo>
                  <a:pt x="30480" y="167640"/>
                </a:lnTo>
                <a:lnTo>
                  <a:pt x="30480" y="16764"/>
                </a:lnTo>
                <a:close/>
              </a:path>
              <a:path w="449580" h="167639">
                <a:moveTo>
                  <a:pt x="449580" y="0"/>
                </a:moveTo>
                <a:lnTo>
                  <a:pt x="419100" y="0"/>
                </a:lnTo>
                <a:lnTo>
                  <a:pt x="419100" y="153162"/>
                </a:lnTo>
                <a:lnTo>
                  <a:pt x="449580" y="153162"/>
                </a:lnTo>
                <a:lnTo>
                  <a:pt x="449580" y="0"/>
                </a:lnTo>
                <a:close/>
              </a:path>
            </a:pathLst>
          </a:custGeom>
          <a:solidFill>
            <a:srgbClr val="FFFFFF"/>
          </a:solidFill>
        </p:spPr>
        <p:txBody>
          <a:bodyPr wrap="square" lIns="0" tIns="0" rIns="0" bIns="0" rtlCol="0"/>
          <a:lstStyle/>
          <a:p>
            <a:endParaRPr/>
          </a:p>
        </p:txBody>
      </p:sp>
      <p:sp>
        <p:nvSpPr>
          <p:cNvPr id="147" name="object 147">
            <a:extLst>
              <a:ext uri="{FF2B5EF4-FFF2-40B4-BE49-F238E27FC236}">
                <a16:creationId xmlns:a16="http://schemas.microsoft.com/office/drawing/2014/main" id="{E99EEB90-1681-4FBB-9D96-2AABFF3EE7D2}"/>
              </a:ext>
            </a:extLst>
          </p:cNvPr>
          <p:cNvSpPr/>
          <p:nvPr/>
        </p:nvSpPr>
        <p:spPr>
          <a:xfrm>
            <a:off x="1138373" y="1957578"/>
            <a:ext cx="1304925" cy="306070"/>
          </a:xfrm>
          <a:custGeom>
            <a:avLst/>
            <a:gdLst/>
            <a:ahLst/>
            <a:cxnLst/>
            <a:rect l="l" t="t" r="r" b="b"/>
            <a:pathLst>
              <a:path w="1304925" h="306069">
                <a:moveTo>
                  <a:pt x="1304540" y="60967"/>
                </a:moveTo>
                <a:lnTo>
                  <a:pt x="0" y="60967"/>
                </a:lnTo>
                <a:lnTo>
                  <a:pt x="0" y="245366"/>
                </a:lnTo>
                <a:lnTo>
                  <a:pt x="1304540" y="245366"/>
                </a:lnTo>
                <a:lnTo>
                  <a:pt x="1304540" y="60967"/>
                </a:lnTo>
                <a:close/>
              </a:path>
              <a:path w="1304925" h="306069">
                <a:moveTo>
                  <a:pt x="1287781" y="0"/>
                </a:moveTo>
                <a:lnTo>
                  <a:pt x="13722" y="0"/>
                </a:lnTo>
                <a:lnTo>
                  <a:pt x="13722" y="62483"/>
                </a:lnTo>
                <a:lnTo>
                  <a:pt x="1287781" y="62483"/>
                </a:lnTo>
                <a:lnTo>
                  <a:pt x="1287781" y="0"/>
                </a:lnTo>
                <a:close/>
              </a:path>
              <a:path w="1304925" h="306069">
                <a:moveTo>
                  <a:pt x="1287781" y="243082"/>
                </a:moveTo>
                <a:lnTo>
                  <a:pt x="13722" y="243082"/>
                </a:lnTo>
                <a:lnTo>
                  <a:pt x="13722" y="305566"/>
                </a:lnTo>
                <a:lnTo>
                  <a:pt x="1287781" y="305566"/>
                </a:lnTo>
                <a:lnTo>
                  <a:pt x="1287781" y="243082"/>
                </a:lnTo>
                <a:close/>
              </a:path>
              <a:path w="1304925" h="306069">
                <a:moveTo>
                  <a:pt x="915159" y="0"/>
                </a:moveTo>
                <a:lnTo>
                  <a:pt x="388619" y="0"/>
                </a:lnTo>
                <a:lnTo>
                  <a:pt x="388619" y="62483"/>
                </a:lnTo>
                <a:lnTo>
                  <a:pt x="915159" y="62483"/>
                </a:lnTo>
                <a:lnTo>
                  <a:pt x="915159" y="0"/>
                </a:lnTo>
                <a:close/>
              </a:path>
              <a:path w="1304925" h="306069">
                <a:moveTo>
                  <a:pt x="915159" y="243082"/>
                </a:moveTo>
                <a:lnTo>
                  <a:pt x="388619" y="243082"/>
                </a:lnTo>
                <a:lnTo>
                  <a:pt x="388619" y="305566"/>
                </a:lnTo>
                <a:lnTo>
                  <a:pt x="915159" y="305566"/>
                </a:lnTo>
                <a:lnTo>
                  <a:pt x="915159" y="243082"/>
                </a:lnTo>
                <a:close/>
              </a:path>
            </a:pathLst>
          </a:custGeom>
          <a:ln w="9577">
            <a:solidFill>
              <a:srgbClr val="000000"/>
            </a:solidFill>
          </a:ln>
        </p:spPr>
        <p:txBody>
          <a:bodyPr wrap="square" lIns="0" tIns="0" rIns="0" bIns="0" rtlCol="0"/>
          <a:lstStyle/>
          <a:p>
            <a:endParaRPr/>
          </a:p>
        </p:txBody>
      </p:sp>
      <p:sp>
        <p:nvSpPr>
          <p:cNvPr id="148" name="object 148">
            <a:extLst>
              <a:ext uri="{FF2B5EF4-FFF2-40B4-BE49-F238E27FC236}">
                <a16:creationId xmlns:a16="http://schemas.microsoft.com/office/drawing/2014/main" id="{4F1F95AA-868F-4827-A820-9DEAB74646E1}"/>
              </a:ext>
            </a:extLst>
          </p:cNvPr>
          <p:cNvSpPr/>
          <p:nvPr/>
        </p:nvSpPr>
        <p:spPr>
          <a:xfrm>
            <a:off x="1182564" y="1974342"/>
            <a:ext cx="167005" cy="33655"/>
          </a:xfrm>
          <a:custGeom>
            <a:avLst/>
            <a:gdLst/>
            <a:ahLst/>
            <a:cxnLst/>
            <a:rect l="l" t="t" r="r" b="b"/>
            <a:pathLst>
              <a:path w="167005" h="33655">
                <a:moveTo>
                  <a:pt x="166877" y="0"/>
                </a:moveTo>
                <a:lnTo>
                  <a:pt x="0" y="0"/>
                </a:lnTo>
                <a:lnTo>
                  <a:pt x="0" y="33528"/>
                </a:lnTo>
                <a:lnTo>
                  <a:pt x="166877" y="33528"/>
                </a:lnTo>
                <a:lnTo>
                  <a:pt x="166877" y="0"/>
                </a:lnTo>
                <a:close/>
              </a:path>
            </a:pathLst>
          </a:custGeom>
          <a:ln w="9719">
            <a:solidFill>
              <a:srgbClr val="7E7E7E"/>
            </a:solidFill>
          </a:ln>
        </p:spPr>
        <p:txBody>
          <a:bodyPr wrap="square" lIns="0" tIns="0" rIns="0" bIns="0" rtlCol="0"/>
          <a:lstStyle/>
          <a:p>
            <a:endParaRPr/>
          </a:p>
        </p:txBody>
      </p:sp>
      <p:sp>
        <p:nvSpPr>
          <p:cNvPr id="149" name="object 149">
            <a:extLst>
              <a:ext uri="{FF2B5EF4-FFF2-40B4-BE49-F238E27FC236}">
                <a16:creationId xmlns:a16="http://schemas.microsoft.com/office/drawing/2014/main" id="{B78836FD-0409-432D-B37C-7067A63A9645}"/>
              </a:ext>
            </a:extLst>
          </p:cNvPr>
          <p:cNvSpPr/>
          <p:nvPr/>
        </p:nvSpPr>
        <p:spPr>
          <a:xfrm>
            <a:off x="1797501" y="3668268"/>
            <a:ext cx="599440" cy="471805"/>
          </a:xfrm>
          <a:custGeom>
            <a:avLst/>
            <a:gdLst/>
            <a:ahLst/>
            <a:cxnLst/>
            <a:rect l="l" t="t" r="r" b="b"/>
            <a:pathLst>
              <a:path w="599439" h="471804">
                <a:moveTo>
                  <a:pt x="598932" y="0"/>
                </a:moveTo>
                <a:lnTo>
                  <a:pt x="0" y="0"/>
                </a:lnTo>
                <a:lnTo>
                  <a:pt x="0" y="332994"/>
                </a:lnTo>
                <a:lnTo>
                  <a:pt x="14478" y="374904"/>
                </a:lnTo>
                <a:lnTo>
                  <a:pt x="51816" y="410718"/>
                </a:lnTo>
                <a:lnTo>
                  <a:pt x="87630" y="430530"/>
                </a:lnTo>
                <a:lnTo>
                  <a:pt x="131826" y="447294"/>
                </a:lnTo>
                <a:lnTo>
                  <a:pt x="183642" y="459486"/>
                </a:lnTo>
                <a:lnTo>
                  <a:pt x="238506" y="469392"/>
                </a:lnTo>
                <a:lnTo>
                  <a:pt x="299466" y="471678"/>
                </a:lnTo>
                <a:lnTo>
                  <a:pt x="299466" y="332994"/>
                </a:lnTo>
                <a:lnTo>
                  <a:pt x="598932" y="332994"/>
                </a:lnTo>
                <a:lnTo>
                  <a:pt x="598932" y="0"/>
                </a:lnTo>
                <a:close/>
              </a:path>
            </a:pathLst>
          </a:custGeom>
          <a:solidFill>
            <a:srgbClr val="FFFFFF"/>
          </a:solidFill>
        </p:spPr>
        <p:txBody>
          <a:bodyPr wrap="square" lIns="0" tIns="0" rIns="0" bIns="0" rtlCol="0"/>
          <a:lstStyle/>
          <a:p>
            <a:endParaRPr/>
          </a:p>
        </p:txBody>
      </p:sp>
      <p:sp>
        <p:nvSpPr>
          <p:cNvPr id="150" name="object 150">
            <a:extLst>
              <a:ext uri="{FF2B5EF4-FFF2-40B4-BE49-F238E27FC236}">
                <a16:creationId xmlns:a16="http://schemas.microsoft.com/office/drawing/2014/main" id="{0E3288C0-5E7D-4076-926C-87F31DD99C18}"/>
              </a:ext>
            </a:extLst>
          </p:cNvPr>
          <p:cNvSpPr/>
          <p:nvPr/>
        </p:nvSpPr>
        <p:spPr>
          <a:xfrm>
            <a:off x="1797498" y="4001264"/>
            <a:ext cx="599440" cy="139065"/>
          </a:xfrm>
          <a:custGeom>
            <a:avLst/>
            <a:gdLst/>
            <a:ahLst/>
            <a:cxnLst/>
            <a:rect l="l" t="t" r="r" b="b"/>
            <a:pathLst>
              <a:path w="599439" h="139064">
                <a:moveTo>
                  <a:pt x="299462" y="138686"/>
                </a:moveTo>
                <a:lnTo>
                  <a:pt x="238512" y="136402"/>
                </a:lnTo>
                <a:lnTo>
                  <a:pt x="183649" y="126490"/>
                </a:lnTo>
                <a:lnTo>
                  <a:pt x="131822" y="114294"/>
                </a:lnTo>
                <a:lnTo>
                  <a:pt x="87631" y="97529"/>
                </a:lnTo>
                <a:lnTo>
                  <a:pt x="51814" y="77719"/>
                </a:lnTo>
                <a:lnTo>
                  <a:pt x="14484" y="41905"/>
                </a:lnTo>
                <a:lnTo>
                  <a:pt x="2287" y="14480"/>
                </a:lnTo>
                <a:lnTo>
                  <a:pt x="0" y="0"/>
                </a:lnTo>
              </a:path>
              <a:path w="599439" h="139064">
                <a:moveTo>
                  <a:pt x="299462" y="138686"/>
                </a:moveTo>
                <a:lnTo>
                  <a:pt x="360424" y="136402"/>
                </a:lnTo>
                <a:lnTo>
                  <a:pt x="414526" y="126490"/>
                </a:lnTo>
                <a:lnTo>
                  <a:pt x="467102" y="114294"/>
                </a:lnTo>
                <a:lnTo>
                  <a:pt x="511305" y="97529"/>
                </a:lnTo>
                <a:lnTo>
                  <a:pt x="547123" y="77719"/>
                </a:lnTo>
                <a:lnTo>
                  <a:pt x="584453" y="41905"/>
                </a:lnTo>
                <a:lnTo>
                  <a:pt x="596650" y="14480"/>
                </a:lnTo>
                <a:lnTo>
                  <a:pt x="598937" y="0"/>
                </a:lnTo>
              </a:path>
            </a:pathLst>
          </a:custGeom>
          <a:ln w="9577">
            <a:solidFill>
              <a:srgbClr val="000000"/>
            </a:solidFill>
          </a:ln>
        </p:spPr>
        <p:txBody>
          <a:bodyPr wrap="square" lIns="0" tIns="0" rIns="0" bIns="0" rtlCol="0"/>
          <a:lstStyle/>
          <a:p>
            <a:endParaRPr/>
          </a:p>
        </p:txBody>
      </p:sp>
      <p:sp>
        <p:nvSpPr>
          <p:cNvPr id="151" name="object 151">
            <a:extLst>
              <a:ext uri="{FF2B5EF4-FFF2-40B4-BE49-F238E27FC236}">
                <a16:creationId xmlns:a16="http://schemas.microsoft.com/office/drawing/2014/main" id="{63110F64-9AD7-4A37-84A1-E7F7F3D57CED}"/>
              </a:ext>
            </a:extLst>
          </p:cNvPr>
          <p:cNvSpPr/>
          <p:nvPr/>
        </p:nvSpPr>
        <p:spPr>
          <a:xfrm>
            <a:off x="1870645" y="3714754"/>
            <a:ext cx="393700" cy="169545"/>
          </a:xfrm>
          <a:custGeom>
            <a:avLst/>
            <a:gdLst/>
            <a:ahLst/>
            <a:cxnLst/>
            <a:rect l="l" t="t" r="r" b="b"/>
            <a:pathLst>
              <a:path w="393700" h="169545">
                <a:moveTo>
                  <a:pt x="393193" y="169170"/>
                </a:moveTo>
                <a:lnTo>
                  <a:pt x="0" y="169170"/>
                </a:lnTo>
                <a:lnTo>
                  <a:pt x="0" y="0"/>
                </a:lnTo>
                <a:lnTo>
                  <a:pt x="393193" y="0"/>
                </a:lnTo>
                <a:lnTo>
                  <a:pt x="393193" y="169170"/>
                </a:lnTo>
                <a:close/>
              </a:path>
            </a:pathLst>
          </a:custGeom>
          <a:solidFill>
            <a:srgbClr val="B2B2B2"/>
          </a:solidFill>
        </p:spPr>
        <p:txBody>
          <a:bodyPr wrap="square" lIns="0" tIns="0" rIns="0" bIns="0" rtlCol="0"/>
          <a:lstStyle/>
          <a:p>
            <a:endParaRPr/>
          </a:p>
        </p:txBody>
      </p:sp>
      <p:sp>
        <p:nvSpPr>
          <p:cNvPr id="152" name="object 152">
            <a:extLst>
              <a:ext uri="{FF2B5EF4-FFF2-40B4-BE49-F238E27FC236}">
                <a16:creationId xmlns:a16="http://schemas.microsoft.com/office/drawing/2014/main" id="{D6117162-FA4F-4B0A-99F7-4A56296E4477}"/>
              </a:ext>
            </a:extLst>
          </p:cNvPr>
          <p:cNvSpPr/>
          <p:nvPr/>
        </p:nvSpPr>
        <p:spPr>
          <a:xfrm>
            <a:off x="1870645" y="3714754"/>
            <a:ext cx="393700" cy="169545"/>
          </a:xfrm>
          <a:custGeom>
            <a:avLst/>
            <a:gdLst/>
            <a:ahLst/>
            <a:cxnLst/>
            <a:rect l="l" t="t" r="r" b="b"/>
            <a:pathLst>
              <a:path w="393700" h="169545">
                <a:moveTo>
                  <a:pt x="393193" y="0"/>
                </a:moveTo>
                <a:lnTo>
                  <a:pt x="0" y="0"/>
                </a:lnTo>
                <a:lnTo>
                  <a:pt x="0" y="169170"/>
                </a:lnTo>
                <a:lnTo>
                  <a:pt x="393193" y="169170"/>
                </a:lnTo>
                <a:lnTo>
                  <a:pt x="393193" y="0"/>
                </a:lnTo>
                <a:close/>
              </a:path>
            </a:pathLst>
          </a:custGeom>
          <a:ln w="9682">
            <a:solidFill>
              <a:srgbClr val="7E7E7E"/>
            </a:solidFill>
          </a:ln>
        </p:spPr>
        <p:txBody>
          <a:bodyPr wrap="square" lIns="0" tIns="0" rIns="0" bIns="0" rtlCol="0"/>
          <a:lstStyle/>
          <a:p>
            <a:endParaRPr/>
          </a:p>
        </p:txBody>
      </p:sp>
      <p:sp>
        <p:nvSpPr>
          <p:cNvPr id="153" name="object 153">
            <a:extLst>
              <a:ext uri="{FF2B5EF4-FFF2-40B4-BE49-F238E27FC236}">
                <a16:creationId xmlns:a16="http://schemas.microsoft.com/office/drawing/2014/main" id="{81A0834B-2591-4C6B-88DE-18AE9A9D688E}"/>
              </a:ext>
            </a:extLst>
          </p:cNvPr>
          <p:cNvSpPr/>
          <p:nvPr/>
        </p:nvSpPr>
        <p:spPr>
          <a:xfrm>
            <a:off x="1797498" y="3668267"/>
            <a:ext cx="596900" cy="347980"/>
          </a:xfrm>
          <a:custGeom>
            <a:avLst/>
            <a:gdLst/>
            <a:ahLst/>
            <a:cxnLst/>
            <a:rect l="l" t="t" r="r" b="b"/>
            <a:pathLst>
              <a:path w="596900" h="347979">
                <a:moveTo>
                  <a:pt x="0" y="345193"/>
                </a:moveTo>
                <a:lnTo>
                  <a:pt x="0" y="347478"/>
                </a:lnTo>
                <a:lnTo>
                  <a:pt x="0" y="0"/>
                </a:lnTo>
                <a:lnTo>
                  <a:pt x="596650" y="0"/>
                </a:lnTo>
                <a:lnTo>
                  <a:pt x="596650" y="330713"/>
                </a:lnTo>
              </a:path>
            </a:pathLst>
          </a:custGeom>
          <a:ln w="9653">
            <a:solidFill>
              <a:srgbClr val="000000"/>
            </a:solidFill>
          </a:ln>
        </p:spPr>
        <p:txBody>
          <a:bodyPr wrap="square" lIns="0" tIns="0" rIns="0" bIns="0" rtlCol="0"/>
          <a:lstStyle/>
          <a:p>
            <a:endParaRPr/>
          </a:p>
        </p:txBody>
      </p:sp>
      <p:sp>
        <p:nvSpPr>
          <p:cNvPr id="154" name="object 154">
            <a:extLst>
              <a:ext uri="{FF2B5EF4-FFF2-40B4-BE49-F238E27FC236}">
                <a16:creationId xmlns:a16="http://schemas.microsoft.com/office/drawing/2014/main" id="{01C300B1-0FB3-4C15-8C7D-44D4BA9B7BFF}"/>
              </a:ext>
            </a:extLst>
          </p:cNvPr>
          <p:cNvSpPr/>
          <p:nvPr/>
        </p:nvSpPr>
        <p:spPr>
          <a:xfrm>
            <a:off x="1887417" y="3714754"/>
            <a:ext cx="480059" cy="410209"/>
          </a:xfrm>
          <a:custGeom>
            <a:avLst/>
            <a:gdLst/>
            <a:ahLst/>
            <a:cxnLst/>
            <a:rect l="l" t="t" r="r" b="b"/>
            <a:pathLst>
              <a:path w="480060" h="410210">
                <a:moveTo>
                  <a:pt x="4574" y="196595"/>
                </a:moveTo>
                <a:lnTo>
                  <a:pt x="2287" y="198879"/>
                </a:lnTo>
                <a:lnTo>
                  <a:pt x="0" y="201925"/>
                </a:lnTo>
                <a:lnTo>
                  <a:pt x="0" y="223259"/>
                </a:lnTo>
                <a:lnTo>
                  <a:pt x="2287" y="225556"/>
                </a:lnTo>
                <a:lnTo>
                  <a:pt x="4574" y="228602"/>
                </a:lnTo>
                <a:lnTo>
                  <a:pt x="39629" y="228602"/>
                </a:lnTo>
                <a:lnTo>
                  <a:pt x="41903" y="225556"/>
                </a:lnTo>
                <a:lnTo>
                  <a:pt x="44953" y="223259"/>
                </a:lnTo>
                <a:lnTo>
                  <a:pt x="44953" y="201925"/>
                </a:lnTo>
                <a:lnTo>
                  <a:pt x="41903" y="198879"/>
                </a:lnTo>
                <a:lnTo>
                  <a:pt x="39629" y="196595"/>
                </a:lnTo>
                <a:lnTo>
                  <a:pt x="4574" y="196595"/>
                </a:lnTo>
                <a:close/>
              </a:path>
              <a:path w="480060" h="410210">
                <a:moveTo>
                  <a:pt x="228602" y="196595"/>
                </a:moveTo>
                <a:lnTo>
                  <a:pt x="226315" y="198879"/>
                </a:lnTo>
                <a:lnTo>
                  <a:pt x="224028" y="201925"/>
                </a:lnTo>
                <a:lnTo>
                  <a:pt x="224028" y="223259"/>
                </a:lnTo>
                <a:lnTo>
                  <a:pt x="226315" y="225556"/>
                </a:lnTo>
                <a:lnTo>
                  <a:pt x="228602" y="228602"/>
                </a:lnTo>
                <a:lnTo>
                  <a:pt x="263657" y="228602"/>
                </a:lnTo>
                <a:lnTo>
                  <a:pt x="265932" y="225556"/>
                </a:lnTo>
                <a:lnTo>
                  <a:pt x="268219" y="223259"/>
                </a:lnTo>
                <a:lnTo>
                  <a:pt x="268219" y="201925"/>
                </a:lnTo>
                <a:lnTo>
                  <a:pt x="265932" y="198879"/>
                </a:lnTo>
                <a:lnTo>
                  <a:pt x="263657" y="196595"/>
                </a:lnTo>
                <a:lnTo>
                  <a:pt x="228602" y="196595"/>
                </a:lnTo>
                <a:close/>
              </a:path>
              <a:path w="480060" h="410210">
                <a:moveTo>
                  <a:pt x="153168" y="196595"/>
                </a:moveTo>
                <a:lnTo>
                  <a:pt x="150881" y="198879"/>
                </a:lnTo>
                <a:lnTo>
                  <a:pt x="148594" y="201925"/>
                </a:lnTo>
                <a:lnTo>
                  <a:pt x="148594" y="223259"/>
                </a:lnTo>
                <a:lnTo>
                  <a:pt x="150881" y="225556"/>
                </a:lnTo>
                <a:lnTo>
                  <a:pt x="153168" y="228602"/>
                </a:lnTo>
                <a:lnTo>
                  <a:pt x="188210" y="228602"/>
                </a:lnTo>
                <a:lnTo>
                  <a:pt x="192784" y="225556"/>
                </a:lnTo>
                <a:lnTo>
                  <a:pt x="192784" y="198879"/>
                </a:lnTo>
                <a:lnTo>
                  <a:pt x="188210" y="196595"/>
                </a:lnTo>
                <a:lnTo>
                  <a:pt x="153168" y="196595"/>
                </a:lnTo>
                <a:close/>
              </a:path>
              <a:path w="480060" h="410210">
                <a:moveTo>
                  <a:pt x="304036" y="196595"/>
                </a:moveTo>
                <a:lnTo>
                  <a:pt x="301749" y="198879"/>
                </a:lnTo>
                <a:lnTo>
                  <a:pt x="298700" y="201925"/>
                </a:lnTo>
                <a:lnTo>
                  <a:pt x="298700" y="223259"/>
                </a:lnTo>
                <a:lnTo>
                  <a:pt x="301749" y="225556"/>
                </a:lnTo>
                <a:lnTo>
                  <a:pt x="304036" y="228602"/>
                </a:lnTo>
                <a:lnTo>
                  <a:pt x="339091" y="228602"/>
                </a:lnTo>
                <a:lnTo>
                  <a:pt x="341378" y="225556"/>
                </a:lnTo>
                <a:lnTo>
                  <a:pt x="343665" y="223259"/>
                </a:lnTo>
                <a:lnTo>
                  <a:pt x="343665" y="201925"/>
                </a:lnTo>
                <a:lnTo>
                  <a:pt x="341378" y="198879"/>
                </a:lnTo>
                <a:lnTo>
                  <a:pt x="339091" y="196595"/>
                </a:lnTo>
                <a:lnTo>
                  <a:pt x="304036" y="196595"/>
                </a:lnTo>
                <a:close/>
              </a:path>
              <a:path w="480060" h="410210">
                <a:moveTo>
                  <a:pt x="77721" y="196595"/>
                </a:moveTo>
                <a:lnTo>
                  <a:pt x="75434" y="198879"/>
                </a:lnTo>
                <a:lnTo>
                  <a:pt x="73147" y="201925"/>
                </a:lnTo>
                <a:lnTo>
                  <a:pt x="73147" y="223259"/>
                </a:lnTo>
                <a:lnTo>
                  <a:pt x="75434" y="225556"/>
                </a:lnTo>
                <a:lnTo>
                  <a:pt x="77721" y="228602"/>
                </a:lnTo>
                <a:lnTo>
                  <a:pt x="112776" y="228602"/>
                </a:lnTo>
                <a:lnTo>
                  <a:pt x="115063" y="225556"/>
                </a:lnTo>
                <a:lnTo>
                  <a:pt x="117350" y="223259"/>
                </a:lnTo>
                <a:lnTo>
                  <a:pt x="117350" y="201925"/>
                </a:lnTo>
                <a:lnTo>
                  <a:pt x="115063" y="198879"/>
                </a:lnTo>
                <a:lnTo>
                  <a:pt x="112776" y="196595"/>
                </a:lnTo>
                <a:lnTo>
                  <a:pt x="77721" y="196595"/>
                </a:lnTo>
                <a:close/>
              </a:path>
              <a:path w="480060" h="410210">
                <a:moveTo>
                  <a:pt x="480062" y="76957"/>
                </a:moveTo>
                <a:lnTo>
                  <a:pt x="480062" y="67059"/>
                </a:lnTo>
                <a:lnTo>
                  <a:pt x="472439" y="60193"/>
                </a:lnTo>
                <a:lnTo>
                  <a:pt x="463290" y="60193"/>
                </a:lnTo>
                <a:lnTo>
                  <a:pt x="454155" y="60193"/>
                </a:lnTo>
                <a:lnTo>
                  <a:pt x="447294" y="67059"/>
                </a:lnTo>
                <a:lnTo>
                  <a:pt x="447294" y="76957"/>
                </a:lnTo>
                <a:lnTo>
                  <a:pt x="447294" y="86108"/>
                </a:lnTo>
                <a:lnTo>
                  <a:pt x="454155" y="93722"/>
                </a:lnTo>
                <a:lnTo>
                  <a:pt x="463290" y="93722"/>
                </a:lnTo>
                <a:lnTo>
                  <a:pt x="472439" y="93722"/>
                </a:lnTo>
                <a:lnTo>
                  <a:pt x="480062" y="86108"/>
                </a:lnTo>
                <a:lnTo>
                  <a:pt x="480062" y="76957"/>
                </a:lnTo>
                <a:close/>
              </a:path>
              <a:path w="480060" h="410210">
                <a:moveTo>
                  <a:pt x="480062" y="137925"/>
                </a:moveTo>
                <a:lnTo>
                  <a:pt x="480062" y="128013"/>
                </a:lnTo>
                <a:lnTo>
                  <a:pt x="472439" y="121160"/>
                </a:lnTo>
                <a:lnTo>
                  <a:pt x="463290" y="121160"/>
                </a:lnTo>
                <a:lnTo>
                  <a:pt x="454155" y="121160"/>
                </a:lnTo>
                <a:lnTo>
                  <a:pt x="447294" y="128013"/>
                </a:lnTo>
                <a:lnTo>
                  <a:pt x="447294" y="137925"/>
                </a:lnTo>
                <a:lnTo>
                  <a:pt x="447294" y="147062"/>
                </a:lnTo>
                <a:lnTo>
                  <a:pt x="454155" y="154690"/>
                </a:lnTo>
                <a:lnTo>
                  <a:pt x="463290" y="154690"/>
                </a:lnTo>
                <a:lnTo>
                  <a:pt x="472439" y="154690"/>
                </a:lnTo>
                <a:lnTo>
                  <a:pt x="480062" y="147062"/>
                </a:lnTo>
                <a:lnTo>
                  <a:pt x="480062" y="137925"/>
                </a:lnTo>
                <a:close/>
              </a:path>
              <a:path w="480060" h="410210">
                <a:moveTo>
                  <a:pt x="480062" y="198879"/>
                </a:moveTo>
                <a:lnTo>
                  <a:pt x="480062" y="188980"/>
                </a:lnTo>
                <a:lnTo>
                  <a:pt x="472439" y="182115"/>
                </a:lnTo>
                <a:lnTo>
                  <a:pt x="463290" y="182115"/>
                </a:lnTo>
                <a:lnTo>
                  <a:pt x="454155" y="182115"/>
                </a:lnTo>
                <a:lnTo>
                  <a:pt x="447294" y="188980"/>
                </a:lnTo>
                <a:lnTo>
                  <a:pt x="447294" y="198879"/>
                </a:lnTo>
                <a:lnTo>
                  <a:pt x="447294" y="208030"/>
                </a:lnTo>
                <a:lnTo>
                  <a:pt x="454155" y="215644"/>
                </a:lnTo>
                <a:lnTo>
                  <a:pt x="463290" y="215644"/>
                </a:lnTo>
                <a:lnTo>
                  <a:pt x="472439" y="215644"/>
                </a:lnTo>
                <a:lnTo>
                  <a:pt x="480062" y="208030"/>
                </a:lnTo>
                <a:lnTo>
                  <a:pt x="480062" y="198879"/>
                </a:lnTo>
                <a:close/>
              </a:path>
              <a:path w="480060" h="410210">
                <a:moveTo>
                  <a:pt x="480062" y="16003"/>
                </a:moveTo>
                <a:lnTo>
                  <a:pt x="480062" y="6853"/>
                </a:lnTo>
                <a:lnTo>
                  <a:pt x="472439" y="0"/>
                </a:lnTo>
                <a:lnTo>
                  <a:pt x="463290" y="0"/>
                </a:lnTo>
                <a:lnTo>
                  <a:pt x="454155" y="0"/>
                </a:lnTo>
                <a:lnTo>
                  <a:pt x="447294" y="6853"/>
                </a:lnTo>
                <a:lnTo>
                  <a:pt x="447294" y="16003"/>
                </a:lnTo>
                <a:lnTo>
                  <a:pt x="447294" y="25140"/>
                </a:lnTo>
                <a:lnTo>
                  <a:pt x="454155" y="32768"/>
                </a:lnTo>
                <a:lnTo>
                  <a:pt x="463290" y="32768"/>
                </a:lnTo>
                <a:lnTo>
                  <a:pt x="472439" y="32768"/>
                </a:lnTo>
                <a:lnTo>
                  <a:pt x="480062" y="25140"/>
                </a:lnTo>
                <a:lnTo>
                  <a:pt x="480062" y="16003"/>
                </a:lnTo>
                <a:close/>
              </a:path>
              <a:path w="480060" h="410210">
                <a:moveTo>
                  <a:pt x="420624" y="213360"/>
                </a:moveTo>
                <a:lnTo>
                  <a:pt x="420624" y="203448"/>
                </a:lnTo>
                <a:lnTo>
                  <a:pt x="413001" y="196595"/>
                </a:lnTo>
                <a:lnTo>
                  <a:pt x="404615" y="196595"/>
                </a:lnTo>
                <a:lnTo>
                  <a:pt x="395480" y="196595"/>
                </a:lnTo>
                <a:lnTo>
                  <a:pt x="388619" y="203448"/>
                </a:lnTo>
                <a:lnTo>
                  <a:pt x="388619" y="213360"/>
                </a:lnTo>
                <a:lnTo>
                  <a:pt x="388619" y="222497"/>
                </a:lnTo>
                <a:lnTo>
                  <a:pt x="395480" y="230124"/>
                </a:lnTo>
                <a:lnTo>
                  <a:pt x="404615" y="230124"/>
                </a:lnTo>
                <a:lnTo>
                  <a:pt x="413001" y="230124"/>
                </a:lnTo>
                <a:lnTo>
                  <a:pt x="420624" y="222497"/>
                </a:lnTo>
                <a:lnTo>
                  <a:pt x="420624" y="213360"/>
                </a:lnTo>
                <a:close/>
              </a:path>
              <a:path w="480060" h="410210">
                <a:moveTo>
                  <a:pt x="331468" y="259834"/>
                </a:moveTo>
                <a:lnTo>
                  <a:pt x="331468" y="249935"/>
                </a:lnTo>
                <a:lnTo>
                  <a:pt x="323845" y="243082"/>
                </a:lnTo>
                <a:lnTo>
                  <a:pt x="314709" y="243082"/>
                </a:lnTo>
                <a:lnTo>
                  <a:pt x="305561" y="243082"/>
                </a:lnTo>
                <a:lnTo>
                  <a:pt x="298700" y="249935"/>
                </a:lnTo>
                <a:lnTo>
                  <a:pt x="298700" y="259834"/>
                </a:lnTo>
                <a:lnTo>
                  <a:pt x="298700" y="268984"/>
                </a:lnTo>
                <a:lnTo>
                  <a:pt x="305561" y="276599"/>
                </a:lnTo>
                <a:lnTo>
                  <a:pt x="314709" y="276599"/>
                </a:lnTo>
                <a:lnTo>
                  <a:pt x="323845" y="276599"/>
                </a:lnTo>
                <a:lnTo>
                  <a:pt x="331468" y="268984"/>
                </a:lnTo>
                <a:lnTo>
                  <a:pt x="331468" y="259834"/>
                </a:lnTo>
                <a:close/>
              </a:path>
              <a:path w="480060" h="410210">
                <a:moveTo>
                  <a:pt x="300987" y="303275"/>
                </a:moveTo>
                <a:lnTo>
                  <a:pt x="300987" y="293363"/>
                </a:lnTo>
                <a:lnTo>
                  <a:pt x="293363" y="286510"/>
                </a:lnTo>
                <a:lnTo>
                  <a:pt x="284228" y="286510"/>
                </a:lnTo>
                <a:lnTo>
                  <a:pt x="275080" y="286510"/>
                </a:lnTo>
                <a:lnTo>
                  <a:pt x="268219" y="293363"/>
                </a:lnTo>
                <a:lnTo>
                  <a:pt x="268219" y="303275"/>
                </a:lnTo>
                <a:lnTo>
                  <a:pt x="268219" y="312412"/>
                </a:lnTo>
                <a:lnTo>
                  <a:pt x="275080" y="320040"/>
                </a:lnTo>
                <a:lnTo>
                  <a:pt x="284228" y="320040"/>
                </a:lnTo>
                <a:lnTo>
                  <a:pt x="293363" y="320040"/>
                </a:lnTo>
                <a:lnTo>
                  <a:pt x="300987" y="312412"/>
                </a:lnTo>
                <a:lnTo>
                  <a:pt x="300987" y="303275"/>
                </a:lnTo>
                <a:close/>
              </a:path>
              <a:path w="480060" h="410210">
                <a:moveTo>
                  <a:pt x="150118" y="303275"/>
                </a:moveTo>
                <a:lnTo>
                  <a:pt x="150118" y="293363"/>
                </a:lnTo>
                <a:lnTo>
                  <a:pt x="142495" y="286510"/>
                </a:lnTo>
                <a:lnTo>
                  <a:pt x="133347" y="286510"/>
                </a:lnTo>
                <a:lnTo>
                  <a:pt x="124211" y="286510"/>
                </a:lnTo>
                <a:lnTo>
                  <a:pt x="117350" y="293363"/>
                </a:lnTo>
                <a:lnTo>
                  <a:pt x="117350" y="303275"/>
                </a:lnTo>
                <a:lnTo>
                  <a:pt x="117350" y="312412"/>
                </a:lnTo>
                <a:lnTo>
                  <a:pt x="124211" y="320040"/>
                </a:lnTo>
                <a:lnTo>
                  <a:pt x="133347" y="320040"/>
                </a:lnTo>
                <a:lnTo>
                  <a:pt x="142495" y="320040"/>
                </a:lnTo>
                <a:lnTo>
                  <a:pt x="150118" y="312412"/>
                </a:lnTo>
                <a:lnTo>
                  <a:pt x="150118" y="303275"/>
                </a:lnTo>
                <a:close/>
              </a:path>
              <a:path w="480060" h="410210">
                <a:moveTo>
                  <a:pt x="150118" y="349762"/>
                </a:moveTo>
                <a:lnTo>
                  <a:pt x="150118" y="339850"/>
                </a:lnTo>
                <a:lnTo>
                  <a:pt x="142495" y="332997"/>
                </a:lnTo>
                <a:lnTo>
                  <a:pt x="133347" y="332997"/>
                </a:lnTo>
                <a:lnTo>
                  <a:pt x="124211" y="332997"/>
                </a:lnTo>
                <a:lnTo>
                  <a:pt x="117350" y="339850"/>
                </a:lnTo>
                <a:lnTo>
                  <a:pt x="117350" y="349762"/>
                </a:lnTo>
                <a:lnTo>
                  <a:pt x="117350" y="358899"/>
                </a:lnTo>
                <a:lnTo>
                  <a:pt x="124211" y="366514"/>
                </a:lnTo>
                <a:lnTo>
                  <a:pt x="133347" y="366514"/>
                </a:lnTo>
                <a:lnTo>
                  <a:pt x="142495" y="366514"/>
                </a:lnTo>
                <a:lnTo>
                  <a:pt x="150118" y="358899"/>
                </a:lnTo>
                <a:lnTo>
                  <a:pt x="150118" y="349762"/>
                </a:lnTo>
                <a:close/>
              </a:path>
              <a:path w="480060" h="410210">
                <a:moveTo>
                  <a:pt x="150118" y="259834"/>
                </a:moveTo>
                <a:lnTo>
                  <a:pt x="150118" y="249935"/>
                </a:lnTo>
                <a:lnTo>
                  <a:pt x="142495" y="243082"/>
                </a:lnTo>
                <a:lnTo>
                  <a:pt x="133347" y="243082"/>
                </a:lnTo>
                <a:lnTo>
                  <a:pt x="124211" y="243082"/>
                </a:lnTo>
                <a:lnTo>
                  <a:pt x="117350" y="249935"/>
                </a:lnTo>
                <a:lnTo>
                  <a:pt x="117350" y="259834"/>
                </a:lnTo>
                <a:lnTo>
                  <a:pt x="117350" y="268984"/>
                </a:lnTo>
                <a:lnTo>
                  <a:pt x="124211" y="276599"/>
                </a:lnTo>
                <a:lnTo>
                  <a:pt x="133347" y="276599"/>
                </a:lnTo>
                <a:lnTo>
                  <a:pt x="142495" y="276599"/>
                </a:lnTo>
                <a:lnTo>
                  <a:pt x="150118" y="268984"/>
                </a:lnTo>
                <a:lnTo>
                  <a:pt x="150118" y="259834"/>
                </a:lnTo>
                <a:close/>
              </a:path>
              <a:path w="480060" h="410210">
                <a:moveTo>
                  <a:pt x="197358" y="303275"/>
                </a:moveTo>
                <a:lnTo>
                  <a:pt x="197358" y="293363"/>
                </a:lnTo>
                <a:lnTo>
                  <a:pt x="189735" y="286510"/>
                </a:lnTo>
                <a:lnTo>
                  <a:pt x="180599" y="286510"/>
                </a:lnTo>
                <a:lnTo>
                  <a:pt x="171451" y="286510"/>
                </a:lnTo>
                <a:lnTo>
                  <a:pt x="164590" y="293363"/>
                </a:lnTo>
                <a:lnTo>
                  <a:pt x="164590" y="303275"/>
                </a:lnTo>
                <a:lnTo>
                  <a:pt x="164590" y="312412"/>
                </a:lnTo>
                <a:lnTo>
                  <a:pt x="171451" y="320040"/>
                </a:lnTo>
                <a:lnTo>
                  <a:pt x="180599" y="320040"/>
                </a:lnTo>
                <a:lnTo>
                  <a:pt x="189735" y="320040"/>
                </a:lnTo>
                <a:lnTo>
                  <a:pt x="197358" y="312412"/>
                </a:lnTo>
                <a:lnTo>
                  <a:pt x="197358" y="303275"/>
                </a:lnTo>
                <a:close/>
              </a:path>
              <a:path w="480060" h="410210">
                <a:moveTo>
                  <a:pt x="197358" y="349762"/>
                </a:moveTo>
                <a:lnTo>
                  <a:pt x="197358" y="339850"/>
                </a:lnTo>
                <a:lnTo>
                  <a:pt x="189735" y="332997"/>
                </a:lnTo>
                <a:lnTo>
                  <a:pt x="180599" y="332997"/>
                </a:lnTo>
                <a:lnTo>
                  <a:pt x="171451" y="332997"/>
                </a:lnTo>
                <a:lnTo>
                  <a:pt x="164590" y="339850"/>
                </a:lnTo>
                <a:lnTo>
                  <a:pt x="164590" y="349762"/>
                </a:lnTo>
                <a:lnTo>
                  <a:pt x="164590" y="358899"/>
                </a:lnTo>
                <a:lnTo>
                  <a:pt x="171451" y="366514"/>
                </a:lnTo>
                <a:lnTo>
                  <a:pt x="180599" y="366514"/>
                </a:lnTo>
                <a:lnTo>
                  <a:pt x="189735" y="366514"/>
                </a:lnTo>
                <a:lnTo>
                  <a:pt x="197358" y="358899"/>
                </a:lnTo>
                <a:lnTo>
                  <a:pt x="197358" y="349762"/>
                </a:lnTo>
                <a:close/>
              </a:path>
              <a:path w="480060" h="410210">
                <a:moveTo>
                  <a:pt x="197358" y="259834"/>
                </a:moveTo>
                <a:lnTo>
                  <a:pt x="197358" y="249935"/>
                </a:lnTo>
                <a:lnTo>
                  <a:pt x="189735" y="243082"/>
                </a:lnTo>
                <a:lnTo>
                  <a:pt x="180599" y="243082"/>
                </a:lnTo>
                <a:lnTo>
                  <a:pt x="171451" y="243082"/>
                </a:lnTo>
                <a:lnTo>
                  <a:pt x="164590" y="249935"/>
                </a:lnTo>
                <a:lnTo>
                  <a:pt x="164590" y="259834"/>
                </a:lnTo>
                <a:lnTo>
                  <a:pt x="164590" y="268984"/>
                </a:lnTo>
                <a:lnTo>
                  <a:pt x="171451" y="276599"/>
                </a:lnTo>
                <a:lnTo>
                  <a:pt x="180599" y="276599"/>
                </a:lnTo>
                <a:lnTo>
                  <a:pt x="189735" y="276599"/>
                </a:lnTo>
                <a:lnTo>
                  <a:pt x="197358" y="268984"/>
                </a:lnTo>
                <a:lnTo>
                  <a:pt x="197358" y="259834"/>
                </a:lnTo>
                <a:close/>
              </a:path>
              <a:path w="480060" h="410210">
                <a:moveTo>
                  <a:pt x="241549" y="303275"/>
                </a:moveTo>
                <a:lnTo>
                  <a:pt x="241549" y="293363"/>
                </a:lnTo>
                <a:lnTo>
                  <a:pt x="233938" y="286510"/>
                </a:lnTo>
                <a:lnTo>
                  <a:pt x="225553" y="286510"/>
                </a:lnTo>
                <a:lnTo>
                  <a:pt x="216404" y="286510"/>
                </a:lnTo>
                <a:lnTo>
                  <a:pt x="209543" y="293363"/>
                </a:lnTo>
                <a:lnTo>
                  <a:pt x="209543" y="303275"/>
                </a:lnTo>
                <a:lnTo>
                  <a:pt x="209543" y="312412"/>
                </a:lnTo>
                <a:lnTo>
                  <a:pt x="216404" y="320040"/>
                </a:lnTo>
                <a:lnTo>
                  <a:pt x="225553" y="320040"/>
                </a:lnTo>
                <a:lnTo>
                  <a:pt x="233938" y="320040"/>
                </a:lnTo>
                <a:lnTo>
                  <a:pt x="241549" y="312412"/>
                </a:lnTo>
                <a:lnTo>
                  <a:pt x="241549" y="303275"/>
                </a:lnTo>
                <a:close/>
              </a:path>
              <a:path w="480060" h="410210">
                <a:moveTo>
                  <a:pt x="241549" y="349762"/>
                </a:moveTo>
                <a:lnTo>
                  <a:pt x="241549" y="339850"/>
                </a:lnTo>
                <a:lnTo>
                  <a:pt x="233938" y="332997"/>
                </a:lnTo>
                <a:lnTo>
                  <a:pt x="225553" y="332997"/>
                </a:lnTo>
                <a:lnTo>
                  <a:pt x="216404" y="332997"/>
                </a:lnTo>
                <a:lnTo>
                  <a:pt x="209543" y="339850"/>
                </a:lnTo>
                <a:lnTo>
                  <a:pt x="209543" y="349762"/>
                </a:lnTo>
                <a:lnTo>
                  <a:pt x="209543" y="358899"/>
                </a:lnTo>
                <a:lnTo>
                  <a:pt x="216404" y="366514"/>
                </a:lnTo>
                <a:lnTo>
                  <a:pt x="225553" y="366514"/>
                </a:lnTo>
                <a:lnTo>
                  <a:pt x="233938" y="366514"/>
                </a:lnTo>
                <a:lnTo>
                  <a:pt x="241549" y="358899"/>
                </a:lnTo>
                <a:lnTo>
                  <a:pt x="241549" y="349762"/>
                </a:lnTo>
                <a:close/>
              </a:path>
              <a:path w="480060" h="410210">
                <a:moveTo>
                  <a:pt x="241549" y="259834"/>
                </a:moveTo>
                <a:lnTo>
                  <a:pt x="241549" y="249935"/>
                </a:lnTo>
                <a:lnTo>
                  <a:pt x="233938" y="243082"/>
                </a:lnTo>
                <a:lnTo>
                  <a:pt x="225553" y="243082"/>
                </a:lnTo>
                <a:lnTo>
                  <a:pt x="216404" y="243082"/>
                </a:lnTo>
                <a:lnTo>
                  <a:pt x="209543" y="249935"/>
                </a:lnTo>
                <a:lnTo>
                  <a:pt x="209543" y="259834"/>
                </a:lnTo>
                <a:lnTo>
                  <a:pt x="209543" y="268984"/>
                </a:lnTo>
                <a:lnTo>
                  <a:pt x="216404" y="276599"/>
                </a:lnTo>
                <a:lnTo>
                  <a:pt x="225553" y="276599"/>
                </a:lnTo>
                <a:lnTo>
                  <a:pt x="233938" y="276599"/>
                </a:lnTo>
                <a:lnTo>
                  <a:pt x="241549" y="268984"/>
                </a:lnTo>
                <a:lnTo>
                  <a:pt x="241549" y="259834"/>
                </a:lnTo>
                <a:close/>
              </a:path>
              <a:path w="480060" h="410210">
                <a:moveTo>
                  <a:pt x="150118" y="394713"/>
                </a:moveTo>
                <a:lnTo>
                  <a:pt x="150118" y="386337"/>
                </a:lnTo>
                <a:lnTo>
                  <a:pt x="142495" y="379471"/>
                </a:lnTo>
                <a:lnTo>
                  <a:pt x="133347" y="379471"/>
                </a:lnTo>
                <a:lnTo>
                  <a:pt x="124211" y="379471"/>
                </a:lnTo>
                <a:lnTo>
                  <a:pt x="117350" y="386337"/>
                </a:lnTo>
                <a:lnTo>
                  <a:pt x="117350" y="394713"/>
                </a:lnTo>
                <a:lnTo>
                  <a:pt x="117350" y="403102"/>
                </a:lnTo>
                <a:lnTo>
                  <a:pt x="124211" y="409955"/>
                </a:lnTo>
                <a:lnTo>
                  <a:pt x="133347" y="409955"/>
                </a:lnTo>
                <a:lnTo>
                  <a:pt x="142495" y="409955"/>
                </a:lnTo>
                <a:lnTo>
                  <a:pt x="150118" y="403102"/>
                </a:lnTo>
                <a:lnTo>
                  <a:pt x="150118" y="394713"/>
                </a:lnTo>
                <a:close/>
              </a:path>
              <a:path w="480060" h="410210">
                <a:moveTo>
                  <a:pt x="197358" y="394713"/>
                </a:moveTo>
                <a:lnTo>
                  <a:pt x="197358" y="386337"/>
                </a:lnTo>
                <a:lnTo>
                  <a:pt x="189735" y="379471"/>
                </a:lnTo>
                <a:lnTo>
                  <a:pt x="180599" y="379471"/>
                </a:lnTo>
                <a:lnTo>
                  <a:pt x="171451" y="379471"/>
                </a:lnTo>
                <a:lnTo>
                  <a:pt x="164590" y="386337"/>
                </a:lnTo>
                <a:lnTo>
                  <a:pt x="164590" y="394713"/>
                </a:lnTo>
                <a:lnTo>
                  <a:pt x="164590" y="403102"/>
                </a:lnTo>
                <a:lnTo>
                  <a:pt x="171451" y="409955"/>
                </a:lnTo>
                <a:lnTo>
                  <a:pt x="180599" y="409955"/>
                </a:lnTo>
                <a:lnTo>
                  <a:pt x="189735" y="409955"/>
                </a:lnTo>
                <a:lnTo>
                  <a:pt x="197358" y="403102"/>
                </a:lnTo>
                <a:lnTo>
                  <a:pt x="197358" y="394713"/>
                </a:lnTo>
                <a:close/>
              </a:path>
              <a:path w="480060" h="410210">
                <a:moveTo>
                  <a:pt x="241549" y="394713"/>
                </a:moveTo>
                <a:lnTo>
                  <a:pt x="241549" y="386337"/>
                </a:lnTo>
                <a:lnTo>
                  <a:pt x="233938" y="379471"/>
                </a:lnTo>
                <a:lnTo>
                  <a:pt x="225553" y="379471"/>
                </a:lnTo>
                <a:lnTo>
                  <a:pt x="216404" y="379471"/>
                </a:lnTo>
                <a:lnTo>
                  <a:pt x="209543" y="386337"/>
                </a:lnTo>
                <a:lnTo>
                  <a:pt x="209543" y="394713"/>
                </a:lnTo>
                <a:lnTo>
                  <a:pt x="209543" y="403102"/>
                </a:lnTo>
                <a:lnTo>
                  <a:pt x="216404" y="409955"/>
                </a:lnTo>
                <a:lnTo>
                  <a:pt x="225553" y="409955"/>
                </a:lnTo>
                <a:lnTo>
                  <a:pt x="233938" y="409955"/>
                </a:lnTo>
                <a:lnTo>
                  <a:pt x="241549" y="403102"/>
                </a:lnTo>
                <a:lnTo>
                  <a:pt x="241549" y="394713"/>
                </a:lnTo>
                <a:close/>
              </a:path>
              <a:path w="480060" h="410210">
                <a:moveTo>
                  <a:pt x="359662" y="303275"/>
                </a:moveTo>
                <a:lnTo>
                  <a:pt x="359662" y="293363"/>
                </a:lnTo>
                <a:lnTo>
                  <a:pt x="352039" y="286510"/>
                </a:lnTo>
                <a:lnTo>
                  <a:pt x="343665" y="286510"/>
                </a:lnTo>
                <a:lnTo>
                  <a:pt x="334517" y="286510"/>
                </a:lnTo>
                <a:lnTo>
                  <a:pt x="327656" y="293363"/>
                </a:lnTo>
                <a:lnTo>
                  <a:pt x="327656" y="303275"/>
                </a:lnTo>
                <a:lnTo>
                  <a:pt x="327656" y="312412"/>
                </a:lnTo>
                <a:lnTo>
                  <a:pt x="334517" y="320040"/>
                </a:lnTo>
                <a:lnTo>
                  <a:pt x="343665" y="320040"/>
                </a:lnTo>
                <a:lnTo>
                  <a:pt x="352039" y="320040"/>
                </a:lnTo>
                <a:lnTo>
                  <a:pt x="359662" y="312412"/>
                </a:lnTo>
                <a:lnTo>
                  <a:pt x="359662" y="303275"/>
                </a:lnTo>
                <a:close/>
              </a:path>
              <a:path w="480060" h="410210">
                <a:moveTo>
                  <a:pt x="331468" y="349762"/>
                </a:moveTo>
                <a:lnTo>
                  <a:pt x="331468" y="339850"/>
                </a:lnTo>
                <a:lnTo>
                  <a:pt x="323845" y="332997"/>
                </a:lnTo>
                <a:lnTo>
                  <a:pt x="314709" y="332997"/>
                </a:lnTo>
                <a:lnTo>
                  <a:pt x="305561" y="332997"/>
                </a:lnTo>
                <a:lnTo>
                  <a:pt x="298700" y="339850"/>
                </a:lnTo>
                <a:lnTo>
                  <a:pt x="298700" y="349762"/>
                </a:lnTo>
                <a:lnTo>
                  <a:pt x="298700" y="358899"/>
                </a:lnTo>
                <a:lnTo>
                  <a:pt x="305561" y="366514"/>
                </a:lnTo>
                <a:lnTo>
                  <a:pt x="314709" y="366514"/>
                </a:lnTo>
                <a:lnTo>
                  <a:pt x="323845" y="366514"/>
                </a:lnTo>
                <a:lnTo>
                  <a:pt x="331468" y="358899"/>
                </a:lnTo>
                <a:lnTo>
                  <a:pt x="331468" y="349762"/>
                </a:lnTo>
                <a:close/>
              </a:path>
              <a:path w="480060" h="410210">
                <a:moveTo>
                  <a:pt x="49527" y="286510"/>
                </a:moveTo>
                <a:lnTo>
                  <a:pt x="47240" y="288795"/>
                </a:lnTo>
                <a:lnTo>
                  <a:pt x="44953" y="294125"/>
                </a:lnTo>
                <a:lnTo>
                  <a:pt x="44953" y="313174"/>
                </a:lnTo>
                <a:lnTo>
                  <a:pt x="47240" y="316233"/>
                </a:lnTo>
                <a:lnTo>
                  <a:pt x="49527" y="318517"/>
                </a:lnTo>
                <a:lnTo>
                  <a:pt x="84582" y="318517"/>
                </a:lnTo>
                <a:lnTo>
                  <a:pt x="86869" y="316233"/>
                </a:lnTo>
                <a:lnTo>
                  <a:pt x="89156" y="313174"/>
                </a:lnTo>
                <a:lnTo>
                  <a:pt x="89156" y="294125"/>
                </a:lnTo>
                <a:lnTo>
                  <a:pt x="86869" y="288795"/>
                </a:lnTo>
                <a:lnTo>
                  <a:pt x="84582" y="286510"/>
                </a:lnTo>
                <a:lnTo>
                  <a:pt x="49527" y="286510"/>
                </a:lnTo>
                <a:close/>
              </a:path>
              <a:path w="480060" h="410210">
                <a:moveTo>
                  <a:pt x="407665" y="286510"/>
                </a:moveTo>
                <a:lnTo>
                  <a:pt x="405378" y="288795"/>
                </a:lnTo>
                <a:lnTo>
                  <a:pt x="403103" y="294125"/>
                </a:lnTo>
                <a:lnTo>
                  <a:pt x="403103" y="313174"/>
                </a:lnTo>
                <a:lnTo>
                  <a:pt x="405378" y="316233"/>
                </a:lnTo>
                <a:lnTo>
                  <a:pt x="407665" y="318517"/>
                </a:lnTo>
                <a:lnTo>
                  <a:pt x="442720" y="318517"/>
                </a:lnTo>
                <a:lnTo>
                  <a:pt x="445007" y="316233"/>
                </a:lnTo>
                <a:lnTo>
                  <a:pt x="447294" y="313174"/>
                </a:lnTo>
                <a:lnTo>
                  <a:pt x="447294" y="294125"/>
                </a:lnTo>
                <a:lnTo>
                  <a:pt x="445007" y="288795"/>
                </a:lnTo>
                <a:lnTo>
                  <a:pt x="442720" y="286510"/>
                </a:lnTo>
                <a:lnTo>
                  <a:pt x="407665" y="286510"/>
                </a:lnTo>
                <a:close/>
              </a:path>
            </a:pathLst>
          </a:custGeom>
          <a:ln w="4788">
            <a:solidFill>
              <a:srgbClr val="000000"/>
            </a:solidFill>
          </a:ln>
        </p:spPr>
        <p:txBody>
          <a:bodyPr wrap="square" lIns="0" tIns="0" rIns="0" bIns="0" rtlCol="0"/>
          <a:lstStyle/>
          <a:p>
            <a:endParaRPr/>
          </a:p>
        </p:txBody>
      </p:sp>
      <p:sp>
        <p:nvSpPr>
          <p:cNvPr id="155" name="object 155">
            <a:extLst>
              <a:ext uri="{FF2B5EF4-FFF2-40B4-BE49-F238E27FC236}">
                <a16:creationId xmlns:a16="http://schemas.microsoft.com/office/drawing/2014/main" id="{A9141FB7-8464-4E04-B15A-747C57607DD2}"/>
              </a:ext>
            </a:extLst>
          </p:cNvPr>
          <p:cNvSpPr/>
          <p:nvPr/>
        </p:nvSpPr>
        <p:spPr>
          <a:xfrm>
            <a:off x="1870658" y="3714754"/>
            <a:ext cx="388620" cy="165735"/>
          </a:xfrm>
          <a:custGeom>
            <a:avLst/>
            <a:gdLst/>
            <a:ahLst/>
            <a:cxnLst/>
            <a:rect l="l" t="t" r="r" b="b"/>
            <a:pathLst>
              <a:path w="388619" h="165735">
                <a:moveTo>
                  <a:pt x="0" y="165350"/>
                </a:moveTo>
                <a:lnTo>
                  <a:pt x="0" y="0"/>
                </a:lnTo>
                <a:lnTo>
                  <a:pt x="388619" y="0"/>
                </a:lnTo>
                <a:lnTo>
                  <a:pt x="374896" y="14480"/>
                </a:lnTo>
                <a:lnTo>
                  <a:pt x="16759" y="14480"/>
                </a:lnTo>
                <a:lnTo>
                  <a:pt x="16759" y="150108"/>
                </a:lnTo>
                <a:lnTo>
                  <a:pt x="0" y="165350"/>
                </a:lnTo>
                <a:close/>
              </a:path>
            </a:pathLst>
          </a:custGeom>
          <a:solidFill>
            <a:srgbClr val="656565"/>
          </a:solidFill>
        </p:spPr>
        <p:txBody>
          <a:bodyPr wrap="square" lIns="0" tIns="0" rIns="0" bIns="0" rtlCol="0"/>
          <a:lstStyle/>
          <a:p>
            <a:endParaRPr/>
          </a:p>
        </p:txBody>
      </p:sp>
      <p:sp>
        <p:nvSpPr>
          <p:cNvPr id="156" name="object 156">
            <a:extLst>
              <a:ext uri="{FF2B5EF4-FFF2-40B4-BE49-F238E27FC236}">
                <a16:creationId xmlns:a16="http://schemas.microsoft.com/office/drawing/2014/main" id="{BD5B3691-5BE3-4FE2-AEAC-A38640991651}"/>
              </a:ext>
            </a:extLst>
          </p:cNvPr>
          <p:cNvSpPr/>
          <p:nvPr/>
        </p:nvSpPr>
        <p:spPr>
          <a:xfrm>
            <a:off x="1870658" y="3714754"/>
            <a:ext cx="388620" cy="165735"/>
          </a:xfrm>
          <a:custGeom>
            <a:avLst/>
            <a:gdLst/>
            <a:ahLst/>
            <a:cxnLst/>
            <a:rect l="l" t="t" r="r" b="b"/>
            <a:pathLst>
              <a:path w="388619" h="165735">
                <a:moveTo>
                  <a:pt x="388619" y="0"/>
                </a:moveTo>
                <a:lnTo>
                  <a:pt x="374896" y="14480"/>
                </a:lnTo>
                <a:lnTo>
                  <a:pt x="16759" y="14480"/>
                </a:lnTo>
                <a:lnTo>
                  <a:pt x="16759" y="150108"/>
                </a:lnTo>
                <a:lnTo>
                  <a:pt x="0" y="165350"/>
                </a:lnTo>
                <a:lnTo>
                  <a:pt x="0" y="0"/>
                </a:lnTo>
                <a:lnTo>
                  <a:pt x="388619" y="0"/>
                </a:lnTo>
                <a:close/>
              </a:path>
            </a:pathLst>
          </a:custGeom>
          <a:ln w="4841">
            <a:solidFill>
              <a:srgbClr val="000000"/>
            </a:solidFill>
          </a:ln>
        </p:spPr>
        <p:txBody>
          <a:bodyPr wrap="square" lIns="0" tIns="0" rIns="0" bIns="0" rtlCol="0"/>
          <a:lstStyle/>
          <a:p>
            <a:endParaRPr/>
          </a:p>
        </p:txBody>
      </p:sp>
      <p:sp>
        <p:nvSpPr>
          <p:cNvPr id="157" name="object 157">
            <a:extLst>
              <a:ext uri="{FF2B5EF4-FFF2-40B4-BE49-F238E27FC236}">
                <a16:creationId xmlns:a16="http://schemas.microsoft.com/office/drawing/2014/main" id="{F18776F0-C31B-4F83-BB82-A994AFFC0718}"/>
              </a:ext>
            </a:extLst>
          </p:cNvPr>
          <p:cNvSpPr/>
          <p:nvPr/>
        </p:nvSpPr>
        <p:spPr>
          <a:xfrm>
            <a:off x="1870658" y="3714754"/>
            <a:ext cx="388620" cy="165735"/>
          </a:xfrm>
          <a:custGeom>
            <a:avLst/>
            <a:gdLst/>
            <a:ahLst/>
            <a:cxnLst/>
            <a:rect l="l" t="t" r="r" b="b"/>
            <a:pathLst>
              <a:path w="388619" h="165735">
                <a:moveTo>
                  <a:pt x="388619" y="165350"/>
                </a:moveTo>
                <a:lnTo>
                  <a:pt x="0" y="165350"/>
                </a:lnTo>
                <a:lnTo>
                  <a:pt x="16759" y="150108"/>
                </a:lnTo>
                <a:lnTo>
                  <a:pt x="374896" y="150108"/>
                </a:lnTo>
                <a:lnTo>
                  <a:pt x="374896" y="14480"/>
                </a:lnTo>
                <a:lnTo>
                  <a:pt x="388619" y="0"/>
                </a:lnTo>
                <a:lnTo>
                  <a:pt x="388619" y="165350"/>
                </a:lnTo>
                <a:close/>
              </a:path>
            </a:pathLst>
          </a:custGeom>
          <a:solidFill>
            <a:srgbClr val="CCCCCC"/>
          </a:solidFill>
        </p:spPr>
        <p:txBody>
          <a:bodyPr wrap="square" lIns="0" tIns="0" rIns="0" bIns="0" rtlCol="0"/>
          <a:lstStyle/>
          <a:p>
            <a:endParaRPr/>
          </a:p>
        </p:txBody>
      </p:sp>
      <p:sp>
        <p:nvSpPr>
          <p:cNvPr id="158" name="object 158">
            <a:extLst>
              <a:ext uri="{FF2B5EF4-FFF2-40B4-BE49-F238E27FC236}">
                <a16:creationId xmlns:a16="http://schemas.microsoft.com/office/drawing/2014/main" id="{5F8C6E84-728A-4EE4-B804-A6BA1A8F86FD}"/>
              </a:ext>
            </a:extLst>
          </p:cNvPr>
          <p:cNvSpPr/>
          <p:nvPr/>
        </p:nvSpPr>
        <p:spPr>
          <a:xfrm>
            <a:off x="1870658" y="3714754"/>
            <a:ext cx="388620" cy="165735"/>
          </a:xfrm>
          <a:custGeom>
            <a:avLst/>
            <a:gdLst/>
            <a:ahLst/>
            <a:cxnLst/>
            <a:rect l="l" t="t" r="r" b="b"/>
            <a:pathLst>
              <a:path w="388619" h="165735">
                <a:moveTo>
                  <a:pt x="0" y="165350"/>
                </a:moveTo>
                <a:lnTo>
                  <a:pt x="16759" y="150108"/>
                </a:lnTo>
                <a:lnTo>
                  <a:pt x="374896" y="150108"/>
                </a:lnTo>
                <a:lnTo>
                  <a:pt x="374896" y="14480"/>
                </a:lnTo>
                <a:lnTo>
                  <a:pt x="388619" y="0"/>
                </a:lnTo>
                <a:lnTo>
                  <a:pt x="388619" y="165350"/>
                </a:lnTo>
                <a:lnTo>
                  <a:pt x="0" y="165350"/>
                </a:lnTo>
                <a:close/>
              </a:path>
            </a:pathLst>
          </a:custGeom>
          <a:ln w="4841">
            <a:solidFill>
              <a:srgbClr val="000000"/>
            </a:solidFill>
          </a:ln>
        </p:spPr>
        <p:txBody>
          <a:bodyPr wrap="square" lIns="0" tIns="0" rIns="0" bIns="0" rtlCol="0"/>
          <a:lstStyle/>
          <a:p>
            <a:endParaRPr/>
          </a:p>
        </p:txBody>
      </p:sp>
      <p:sp>
        <p:nvSpPr>
          <p:cNvPr id="159" name="object 159">
            <a:extLst>
              <a:ext uri="{FF2B5EF4-FFF2-40B4-BE49-F238E27FC236}">
                <a16:creationId xmlns:a16="http://schemas.microsoft.com/office/drawing/2014/main" id="{AE28C644-0C34-46C5-83E5-C1296420FCEC}"/>
              </a:ext>
            </a:extLst>
          </p:cNvPr>
          <p:cNvSpPr/>
          <p:nvPr/>
        </p:nvSpPr>
        <p:spPr>
          <a:xfrm>
            <a:off x="6467799" y="2670810"/>
            <a:ext cx="1943100" cy="829944"/>
          </a:xfrm>
          <a:custGeom>
            <a:avLst/>
            <a:gdLst/>
            <a:ahLst/>
            <a:cxnLst/>
            <a:rect l="l" t="t" r="r" b="b"/>
            <a:pathLst>
              <a:path w="1943100" h="829945">
                <a:moveTo>
                  <a:pt x="211836" y="437388"/>
                </a:moveTo>
                <a:lnTo>
                  <a:pt x="188214" y="437388"/>
                </a:lnTo>
                <a:lnTo>
                  <a:pt x="188214" y="630174"/>
                </a:lnTo>
                <a:lnTo>
                  <a:pt x="0" y="630174"/>
                </a:lnTo>
                <a:lnTo>
                  <a:pt x="0" y="654558"/>
                </a:lnTo>
                <a:lnTo>
                  <a:pt x="188214" y="654558"/>
                </a:lnTo>
                <a:lnTo>
                  <a:pt x="188214" y="666750"/>
                </a:lnTo>
                <a:lnTo>
                  <a:pt x="211836" y="666750"/>
                </a:lnTo>
                <a:lnTo>
                  <a:pt x="211836" y="437388"/>
                </a:lnTo>
                <a:close/>
              </a:path>
              <a:path w="1943100" h="829945">
                <a:moveTo>
                  <a:pt x="445008" y="437388"/>
                </a:moveTo>
                <a:lnTo>
                  <a:pt x="421386" y="437388"/>
                </a:lnTo>
                <a:lnTo>
                  <a:pt x="421386" y="805434"/>
                </a:lnTo>
                <a:lnTo>
                  <a:pt x="13716" y="805434"/>
                </a:lnTo>
                <a:lnTo>
                  <a:pt x="13716" y="829818"/>
                </a:lnTo>
                <a:lnTo>
                  <a:pt x="435864" y="829818"/>
                </a:lnTo>
                <a:lnTo>
                  <a:pt x="435864" y="817626"/>
                </a:lnTo>
                <a:lnTo>
                  <a:pt x="445008" y="817626"/>
                </a:lnTo>
                <a:lnTo>
                  <a:pt x="445008" y="437388"/>
                </a:lnTo>
                <a:close/>
              </a:path>
              <a:path w="1943100" h="829945">
                <a:moveTo>
                  <a:pt x="1936242" y="211074"/>
                </a:moveTo>
                <a:lnTo>
                  <a:pt x="595884" y="211074"/>
                </a:lnTo>
                <a:lnTo>
                  <a:pt x="595884" y="235458"/>
                </a:lnTo>
                <a:lnTo>
                  <a:pt x="1936242" y="235458"/>
                </a:lnTo>
                <a:lnTo>
                  <a:pt x="1936242" y="211074"/>
                </a:lnTo>
                <a:close/>
              </a:path>
              <a:path w="1943100" h="829945">
                <a:moveTo>
                  <a:pt x="1943100" y="0"/>
                </a:moveTo>
                <a:lnTo>
                  <a:pt x="619506" y="0"/>
                </a:lnTo>
                <a:lnTo>
                  <a:pt x="619506" y="24384"/>
                </a:lnTo>
                <a:lnTo>
                  <a:pt x="1943100" y="24384"/>
                </a:lnTo>
                <a:lnTo>
                  <a:pt x="1943100" y="0"/>
                </a:lnTo>
                <a:close/>
              </a:path>
            </a:pathLst>
          </a:custGeom>
          <a:solidFill>
            <a:srgbClr val="000000"/>
          </a:solidFill>
        </p:spPr>
        <p:txBody>
          <a:bodyPr wrap="square" lIns="0" tIns="0" rIns="0" bIns="0" rtlCol="0"/>
          <a:lstStyle/>
          <a:p>
            <a:endParaRPr/>
          </a:p>
        </p:txBody>
      </p:sp>
      <p:sp>
        <p:nvSpPr>
          <p:cNvPr id="160" name="object 160">
            <a:extLst>
              <a:ext uri="{FF2B5EF4-FFF2-40B4-BE49-F238E27FC236}">
                <a16:creationId xmlns:a16="http://schemas.microsoft.com/office/drawing/2014/main" id="{0CD38B70-569C-4844-B34D-8845D16A5F24}"/>
              </a:ext>
            </a:extLst>
          </p:cNvPr>
          <p:cNvSpPr/>
          <p:nvPr/>
        </p:nvSpPr>
        <p:spPr>
          <a:xfrm>
            <a:off x="5901631" y="2342393"/>
            <a:ext cx="0" cy="902335"/>
          </a:xfrm>
          <a:custGeom>
            <a:avLst/>
            <a:gdLst/>
            <a:ahLst/>
            <a:cxnLst/>
            <a:rect l="l" t="t" r="r" b="b"/>
            <a:pathLst>
              <a:path h="902335">
                <a:moveTo>
                  <a:pt x="0" y="0"/>
                </a:moveTo>
                <a:lnTo>
                  <a:pt x="0" y="902199"/>
                </a:lnTo>
              </a:path>
            </a:pathLst>
          </a:custGeom>
          <a:ln w="18833">
            <a:solidFill>
              <a:srgbClr val="000000"/>
            </a:solidFill>
          </a:ln>
        </p:spPr>
        <p:txBody>
          <a:bodyPr wrap="square" lIns="0" tIns="0" rIns="0" bIns="0" rtlCol="0"/>
          <a:lstStyle/>
          <a:p>
            <a:endParaRPr/>
          </a:p>
        </p:txBody>
      </p:sp>
      <p:pic>
        <p:nvPicPr>
          <p:cNvPr id="161" name="object 161">
            <a:extLst>
              <a:ext uri="{FF2B5EF4-FFF2-40B4-BE49-F238E27FC236}">
                <a16:creationId xmlns:a16="http://schemas.microsoft.com/office/drawing/2014/main" id="{C4F770FB-E016-43D8-844E-DA3DA728FC51}"/>
              </a:ext>
            </a:extLst>
          </p:cNvPr>
          <p:cNvPicPr/>
          <p:nvPr/>
        </p:nvPicPr>
        <p:blipFill>
          <a:blip r:embed="rId11" cstate="print"/>
          <a:stretch>
            <a:fillRect/>
          </a:stretch>
        </p:blipFill>
        <p:spPr>
          <a:xfrm>
            <a:off x="3834621" y="4070796"/>
            <a:ext cx="3154660" cy="2519172"/>
          </a:xfrm>
          <a:prstGeom prst="rect">
            <a:avLst/>
          </a:prstGeom>
        </p:spPr>
      </p:pic>
    </p:spTree>
    <p:extLst>
      <p:ext uri="{BB962C8B-B14F-4D97-AF65-F5344CB8AC3E}">
        <p14:creationId xmlns:p14="http://schemas.microsoft.com/office/powerpoint/2010/main" val="3747888099"/>
      </p:ext>
    </p:extLst>
  </p:cSld>
  <p:clrMapOvr>
    <a:masterClrMapping/>
  </p:clrMapOvr>
  <p:transition>
    <p:wipe dir="d"/>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a:extLst>
              <a:ext uri="{FF2B5EF4-FFF2-40B4-BE49-F238E27FC236}">
                <a16:creationId xmlns:a16="http://schemas.microsoft.com/office/drawing/2014/main" id="{47A90CC6-B8D8-410B-8758-75DD97FA88BC}"/>
              </a:ext>
            </a:extLst>
          </p:cNvPr>
          <p:cNvSpPr txBox="1">
            <a:spLocks/>
          </p:cNvSpPr>
          <p:nvPr/>
        </p:nvSpPr>
        <p:spPr>
          <a:xfrm>
            <a:off x="1600200" y="152400"/>
            <a:ext cx="8853424" cy="505267"/>
          </a:xfrm>
          <a:prstGeom prst="rect">
            <a:avLst/>
          </a:prstGeom>
        </p:spPr>
        <p:txBody>
          <a:bodyPr vert="horz" wrap="square" lIns="0" tIns="12700" rIns="0" bIns="0" rtlCol="0">
            <a:spAutoFit/>
          </a:bodyPr>
          <a:lstStyle>
            <a:lvl1pPr algn="l" rtl="0" eaLnBrk="1" latinLnBrk="0" hangingPunct="1">
              <a:spcBef>
                <a:spcPct val="0"/>
              </a:spcBef>
              <a:buNone/>
              <a:defRPr kumimoji="0" sz="4300" kern="1200">
                <a:solidFill>
                  <a:schemeClr val="tx2">
                    <a:satMod val="130000"/>
                  </a:schemeClr>
                </a:solidFill>
                <a:effectLst>
                  <a:outerShdw blurRad="50000" dist="30000" dir="5400000" algn="tl" rotWithShape="0">
                    <a:srgbClr val="000000">
                      <a:alpha val="30000"/>
                    </a:srgbClr>
                  </a:outerShdw>
                </a:effectLst>
                <a:latin typeface="+mj-lt"/>
                <a:ea typeface="+mj-ea"/>
                <a:cs typeface="+mj-cs"/>
              </a:defRPr>
            </a:lvl1pPr>
            <a:extLst/>
          </a:lstStyle>
          <a:p>
            <a:pPr marL="12700">
              <a:spcBef>
                <a:spcPts val="100"/>
              </a:spcBef>
            </a:pPr>
            <a:r>
              <a:rPr lang="en-IN" sz="3200" spc="-5" dirty="0"/>
              <a:t>Principles</a:t>
            </a:r>
            <a:r>
              <a:rPr lang="en-IN" sz="3200" spc="-10" dirty="0"/>
              <a:t> </a:t>
            </a:r>
            <a:r>
              <a:rPr lang="en-IN" sz="3200" spc="-5" dirty="0"/>
              <a:t>of laser</a:t>
            </a:r>
            <a:r>
              <a:rPr lang="en-IN" sz="3200" spc="-10" dirty="0"/>
              <a:t> </a:t>
            </a:r>
            <a:r>
              <a:rPr lang="en-IN" sz="3200" spc="-5" dirty="0"/>
              <a:t>ablation (LA)</a:t>
            </a:r>
            <a:r>
              <a:rPr lang="en-IN" sz="3200" spc="-10" dirty="0"/>
              <a:t> </a:t>
            </a:r>
            <a:r>
              <a:rPr lang="en-IN" sz="3200" spc="-5" dirty="0"/>
              <a:t>ICP-MS</a:t>
            </a:r>
          </a:p>
        </p:txBody>
      </p:sp>
      <p:sp>
        <p:nvSpPr>
          <p:cNvPr id="3" name="object 3">
            <a:extLst>
              <a:ext uri="{FF2B5EF4-FFF2-40B4-BE49-F238E27FC236}">
                <a16:creationId xmlns:a16="http://schemas.microsoft.com/office/drawing/2014/main" id="{A3B9C037-E8FB-40BB-B4EB-ACE750C69E99}"/>
              </a:ext>
            </a:extLst>
          </p:cNvPr>
          <p:cNvSpPr txBox="1"/>
          <p:nvPr/>
        </p:nvSpPr>
        <p:spPr>
          <a:xfrm>
            <a:off x="1066800" y="986790"/>
            <a:ext cx="7924800" cy="4827988"/>
          </a:xfrm>
          <a:prstGeom prst="rect">
            <a:avLst/>
          </a:prstGeom>
        </p:spPr>
        <p:txBody>
          <a:bodyPr vert="horz" wrap="square" lIns="0" tIns="12700" rIns="0" bIns="0" rtlCol="0">
            <a:spAutoFit/>
          </a:bodyPr>
          <a:lstStyle/>
          <a:p>
            <a:pPr marL="12700">
              <a:lnSpc>
                <a:spcPct val="100000"/>
              </a:lnSpc>
              <a:spcBef>
                <a:spcPts val="1530"/>
              </a:spcBef>
            </a:pPr>
            <a:r>
              <a:rPr sz="1800" spc="-5" dirty="0">
                <a:latin typeface="Arial MT"/>
                <a:cs typeface="Arial MT"/>
              </a:rPr>
              <a:t>Procedure:</a:t>
            </a:r>
            <a:endParaRPr sz="1800" dirty="0">
              <a:latin typeface="Arial MT"/>
              <a:cs typeface="Arial MT"/>
            </a:endParaRPr>
          </a:p>
          <a:p>
            <a:pPr marL="242570" indent="-229235">
              <a:lnSpc>
                <a:spcPct val="100000"/>
              </a:lnSpc>
              <a:spcBef>
                <a:spcPts val="1500"/>
              </a:spcBef>
              <a:buChar char="•"/>
              <a:tabLst>
                <a:tab pos="242570" algn="l"/>
                <a:tab pos="243204" algn="l"/>
              </a:tabLst>
            </a:pPr>
            <a:r>
              <a:rPr sz="1600" spc="-5" dirty="0">
                <a:latin typeface="Arial MT"/>
                <a:cs typeface="Arial MT"/>
              </a:rPr>
              <a:t>Laser</a:t>
            </a:r>
            <a:r>
              <a:rPr sz="1600" dirty="0">
                <a:latin typeface="Arial MT"/>
                <a:cs typeface="Arial MT"/>
              </a:rPr>
              <a:t> </a:t>
            </a:r>
            <a:r>
              <a:rPr sz="1600" spc="-5" dirty="0">
                <a:latin typeface="Arial MT"/>
                <a:cs typeface="Arial MT"/>
              </a:rPr>
              <a:t>beam</a:t>
            </a:r>
            <a:r>
              <a:rPr sz="1600" dirty="0">
                <a:latin typeface="Arial MT"/>
                <a:cs typeface="Arial MT"/>
              </a:rPr>
              <a:t> </a:t>
            </a:r>
            <a:r>
              <a:rPr sz="1600" spc="-5" dirty="0">
                <a:latin typeface="Arial MT"/>
                <a:cs typeface="Arial MT"/>
              </a:rPr>
              <a:t>focused</a:t>
            </a:r>
            <a:r>
              <a:rPr sz="1600" dirty="0">
                <a:latin typeface="Arial MT"/>
                <a:cs typeface="Arial MT"/>
              </a:rPr>
              <a:t> </a:t>
            </a:r>
            <a:r>
              <a:rPr sz="1600" spc="-5" dirty="0">
                <a:latin typeface="Arial MT"/>
                <a:cs typeface="Arial MT"/>
              </a:rPr>
              <a:t>onto</a:t>
            </a:r>
            <a:r>
              <a:rPr sz="1600" dirty="0">
                <a:latin typeface="Arial MT"/>
                <a:cs typeface="Arial MT"/>
              </a:rPr>
              <a:t> </a:t>
            </a:r>
            <a:r>
              <a:rPr sz="1600" spc="-5" dirty="0">
                <a:latin typeface="Arial MT"/>
                <a:cs typeface="Arial MT"/>
              </a:rPr>
              <a:t>sample</a:t>
            </a:r>
            <a:r>
              <a:rPr sz="1600" dirty="0">
                <a:latin typeface="Arial MT"/>
                <a:cs typeface="Arial MT"/>
              </a:rPr>
              <a:t> </a:t>
            </a:r>
            <a:r>
              <a:rPr sz="1600" spc="-5" dirty="0">
                <a:latin typeface="Arial MT"/>
                <a:cs typeface="Arial MT"/>
              </a:rPr>
              <a:t>surface in ablation chamber</a:t>
            </a:r>
            <a:r>
              <a:rPr sz="1600" spc="5" dirty="0">
                <a:latin typeface="Arial MT"/>
                <a:cs typeface="Arial MT"/>
              </a:rPr>
              <a:t> </a:t>
            </a:r>
            <a:r>
              <a:rPr sz="1600" spc="-5" dirty="0">
                <a:latin typeface="Arial MT"/>
                <a:cs typeface="Arial MT"/>
              </a:rPr>
              <a:t>or</a:t>
            </a:r>
            <a:r>
              <a:rPr sz="1600" spc="5" dirty="0">
                <a:latin typeface="Arial MT"/>
                <a:cs typeface="Arial MT"/>
              </a:rPr>
              <a:t> </a:t>
            </a:r>
            <a:r>
              <a:rPr sz="1600" spc="-5" dirty="0">
                <a:latin typeface="Arial MT"/>
                <a:cs typeface="Arial MT"/>
              </a:rPr>
              <a:t>cell</a:t>
            </a:r>
            <a:endParaRPr sz="1600" dirty="0">
              <a:latin typeface="Arial MT"/>
              <a:cs typeface="Arial MT"/>
            </a:endParaRPr>
          </a:p>
          <a:p>
            <a:pPr marL="242570" indent="-229235">
              <a:lnSpc>
                <a:spcPct val="100000"/>
              </a:lnSpc>
              <a:spcBef>
                <a:spcPts val="965"/>
              </a:spcBef>
              <a:buChar char="•"/>
              <a:tabLst>
                <a:tab pos="242570" algn="l"/>
                <a:tab pos="243204" algn="l"/>
              </a:tabLst>
            </a:pPr>
            <a:r>
              <a:rPr sz="1600" spc="-5" dirty="0">
                <a:latin typeface="Arial MT"/>
                <a:cs typeface="Arial MT"/>
              </a:rPr>
              <a:t>Miniature</a:t>
            </a:r>
            <a:r>
              <a:rPr sz="1600" spc="-10" dirty="0">
                <a:latin typeface="Arial MT"/>
                <a:cs typeface="Arial MT"/>
              </a:rPr>
              <a:t> </a:t>
            </a:r>
            <a:r>
              <a:rPr sz="1600" spc="-5" dirty="0">
                <a:latin typeface="Arial MT"/>
                <a:cs typeface="Arial MT"/>
              </a:rPr>
              <a:t>plasma above sample ablates</a:t>
            </a:r>
            <a:r>
              <a:rPr sz="1600" dirty="0">
                <a:latin typeface="Arial MT"/>
                <a:cs typeface="Arial MT"/>
              </a:rPr>
              <a:t> </a:t>
            </a:r>
            <a:r>
              <a:rPr sz="1600" spc="-5" dirty="0">
                <a:latin typeface="Arial MT"/>
                <a:cs typeface="Arial MT"/>
              </a:rPr>
              <a:t>material</a:t>
            </a:r>
            <a:r>
              <a:rPr sz="1600" dirty="0">
                <a:latin typeface="Arial MT"/>
                <a:cs typeface="Arial MT"/>
              </a:rPr>
              <a:t> </a:t>
            </a:r>
            <a:r>
              <a:rPr sz="1600" spc="-5" dirty="0">
                <a:latin typeface="Arial MT"/>
                <a:cs typeface="Arial MT"/>
              </a:rPr>
              <a:t>from</a:t>
            </a:r>
            <a:r>
              <a:rPr sz="1600" dirty="0">
                <a:latin typeface="Arial MT"/>
                <a:cs typeface="Arial MT"/>
              </a:rPr>
              <a:t> </a:t>
            </a:r>
            <a:r>
              <a:rPr sz="1600" spc="-5" dirty="0">
                <a:latin typeface="Arial MT"/>
                <a:cs typeface="Arial MT"/>
              </a:rPr>
              <a:t>surface</a:t>
            </a:r>
            <a:endParaRPr sz="1600" dirty="0">
              <a:latin typeface="Arial MT"/>
              <a:cs typeface="Arial MT"/>
            </a:endParaRPr>
          </a:p>
          <a:p>
            <a:pPr marL="242570" indent="-229235">
              <a:lnSpc>
                <a:spcPct val="100000"/>
              </a:lnSpc>
              <a:spcBef>
                <a:spcPts val="970"/>
              </a:spcBef>
              <a:buChar char="•"/>
              <a:tabLst>
                <a:tab pos="242570" algn="l"/>
                <a:tab pos="243204" algn="l"/>
              </a:tabLst>
            </a:pPr>
            <a:r>
              <a:rPr sz="1600" spc="-5" dirty="0">
                <a:latin typeface="Arial MT"/>
                <a:cs typeface="Arial MT"/>
              </a:rPr>
              <a:t>Resultant</a:t>
            </a:r>
            <a:r>
              <a:rPr sz="1600" dirty="0">
                <a:latin typeface="Arial MT"/>
                <a:cs typeface="Arial MT"/>
              </a:rPr>
              <a:t> </a:t>
            </a:r>
            <a:r>
              <a:rPr sz="1600" spc="-5" dirty="0">
                <a:latin typeface="Arial MT"/>
                <a:cs typeface="Arial MT"/>
              </a:rPr>
              <a:t>particulate</a:t>
            </a:r>
            <a:r>
              <a:rPr sz="1600" dirty="0">
                <a:latin typeface="Arial MT"/>
                <a:cs typeface="Arial MT"/>
              </a:rPr>
              <a:t> </a:t>
            </a:r>
            <a:r>
              <a:rPr sz="1600" spc="-5" dirty="0">
                <a:latin typeface="Arial MT"/>
                <a:cs typeface="Arial MT"/>
              </a:rPr>
              <a:t>material</a:t>
            </a:r>
            <a:r>
              <a:rPr sz="1600" dirty="0">
                <a:latin typeface="Arial MT"/>
                <a:cs typeface="Arial MT"/>
              </a:rPr>
              <a:t> </a:t>
            </a:r>
            <a:r>
              <a:rPr sz="1600" spc="-5" dirty="0">
                <a:latin typeface="Arial MT"/>
                <a:cs typeface="Arial MT"/>
              </a:rPr>
              <a:t>is</a:t>
            </a:r>
            <a:r>
              <a:rPr sz="1600" dirty="0">
                <a:latin typeface="Arial MT"/>
                <a:cs typeface="Arial MT"/>
              </a:rPr>
              <a:t> </a:t>
            </a:r>
            <a:r>
              <a:rPr sz="1600" spc="-5" dirty="0">
                <a:latin typeface="Arial MT"/>
                <a:cs typeface="Arial MT"/>
              </a:rPr>
              <a:t>transported</a:t>
            </a:r>
            <a:r>
              <a:rPr sz="1600" dirty="0">
                <a:latin typeface="Arial MT"/>
                <a:cs typeface="Arial MT"/>
              </a:rPr>
              <a:t> </a:t>
            </a:r>
            <a:r>
              <a:rPr sz="1600" spc="-5" dirty="0">
                <a:latin typeface="Arial MT"/>
                <a:cs typeface="Arial MT"/>
              </a:rPr>
              <a:t>to</a:t>
            </a:r>
            <a:r>
              <a:rPr sz="1600" dirty="0">
                <a:latin typeface="Arial MT"/>
                <a:cs typeface="Arial MT"/>
              </a:rPr>
              <a:t> </a:t>
            </a:r>
            <a:r>
              <a:rPr sz="1600" spc="-5" dirty="0">
                <a:latin typeface="Arial MT"/>
                <a:cs typeface="Arial MT"/>
              </a:rPr>
              <a:t>ICP-MS</a:t>
            </a:r>
            <a:r>
              <a:rPr sz="1600" dirty="0">
                <a:latin typeface="Arial MT"/>
                <a:cs typeface="Arial MT"/>
              </a:rPr>
              <a:t> </a:t>
            </a:r>
            <a:r>
              <a:rPr sz="1600" spc="-5" dirty="0">
                <a:latin typeface="Arial MT"/>
                <a:cs typeface="Arial MT"/>
              </a:rPr>
              <a:t>with</a:t>
            </a:r>
            <a:r>
              <a:rPr sz="1600" spc="5" dirty="0">
                <a:latin typeface="Arial MT"/>
                <a:cs typeface="Arial MT"/>
              </a:rPr>
              <a:t> </a:t>
            </a:r>
            <a:r>
              <a:rPr sz="1600" dirty="0">
                <a:latin typeface="Arial MT"/>
                <a:cs typeface="Arial MT"/>
              </a:rPr>
              <a:t>carrier gas stream (e.g. Ar)</a:t>
            </a:r>
          </a:p>
          <a:p>
            <a:pPr marL="242570" marR="953769" indent="-228600">
              <a:lnSpc>
                <a:spcPct val="120300"/>
              </a:lnSpc>
              <a:spcBef>
                <a:spcPts val="580"/>
              </a:spcBef>
              <a:buChar char="•"/>
              <a:tabLst>
                <a:tab pos="242570" algn="l"/>
                <a:tab pos="243204" algn="l"/>
              </a:tabLst>
            </a:pPr>
            <a:r>
              <a:rPr sz="1600" spc="-5" dirty="0">
                <a:latin typeface="Arial MT"/>
                <a:cs typeface="Arial MT"/>
              </a:rPr>
              <a:t>Sample is decomposed,</a:t>
            </a:r>
            <a:r>
              <a:rPr sz="1600" dirty="0">
                <a:latin typeface="Arial MT"/>
                <a:cs typeface="Arial MT"/>
              </a:rPr>
              <a:t> </a:t>
            </a:r>
            <a:r>
              <a:rPr sz="1600" spc="-5" dirty="0">
                <a:latin typeface="Arial MT"/>
                <a:cs typeface="Arial MT"/>
              </a:rPr>
              <a:t>atomised and ionized</a:t>
            </a:r>
            <a:r>
              <a:rPr sz="1600" spc="5" dirty="0">
                <a:latin typeface="Arial MT"/>
                <a:cs typeface="Arial MT"/>
              </a:rPr>
              <a:t> </a:t>
            </a:r>
            <a:r>
              <a:rPr sz="1600" spc="-5" dirty="0">
                <a:latin typeface="Arial MT"/>
                <a:cs typeface="Arial MT"/>
              </a:rPr>
              <a:t>in</a:t>
            </a:r>
            <a:r>
              <a:rPr sz="1600" dirty="0">
                <a:latin typeface="Arial MT"/>
                <a:cs typeface="Arial MT"/>
              </a:rPr>
              <a:t> </a:t>
            </a:r>
            <a:r>
              <a:rPr sz="1600" spc="-5" dirty="0">
                <a:latin typeface="Arial MT"/>
                <a:cs typeface="Arial MT"/>
              </a:rPr>
              <a:t>ICP</a:t>
            </a:r>
            <a:r>
              <a:rPr sz="1600" dirty="0">
                <a:latin typeface="Arial MT"/>
                <a:cs typeface="Arial MT"/>
              </a:rPr>
              <a:t> </a:t>
            </a:r>
            <a:r>
              <a:rPr sz="1600" spc="-5" dirty="0">
                <a:latin typeface="Arial MT"/>
                <a:cs typeface="Arial MT"/>
              </a:rPr>
              <a:t>plasma and</a:t>
            </a:r>
            <a:r>
              <a:rPr sz="1600" dirty="0">
                <a:latin typeface="Arial MT"/>
                <a:cs typeface="Arial MT"/>
              </a:rPr>
              <a:t> </a:t>
            </a:r>
            <a:r>
              <a:rPr sz="1600" spc="-5" dirty="0">
                <a:latin typeface="Arial MT"/>
                <a:cs typeface="Arial MT"/>
              </a:rPr>
              <a:t>analyzed</a:t>
            </a:r>
            <a:r>
              <a:rPr sz="1600" dirty="0">
                <a:latin typeface="Arial MT"/>
                <a:cs typeface="Arial MT"/>
              </a:rPr>
              <a:t> </a:t>
            </a:r>
            <a:r>
              <a:rPr sz="1600" spc="-5" dirty="0">
                <a:latin typeface="Arial MT"/>
                <a:cs typeface="Arial MT"/>
              </a:rPr>
              <a:t>in</a:t>
            </a:r>
            <a:r>
              <a:rPr sz="1600" spc="5" dirty="0">
                <a:latin typeface="Arial MT"/>
                <a:cs typeface="Arial MT"/>
              </a:rPr>
              <a:t> </a:t>
            </a:r>
            <a:r>
              <a:rPr sz="1600" spc="-5" dirty="0">
                <a:latin typeface="Arial MT"/>
                <a:cs typeface="Arial MT"/>
              </a:rPr>
              <a:t>mass </a:t>
            </a:r>
            <a:r>
              <a:rPr sz="1600" spc="-430" dirty="0">
                <a:latin typeface="Arial MT"/>
                <a:cs typeface="Arial MT"/>
              </a:rPr>
              <a:t> </a:t>
            </a:r>
            <a:r>
              <a:rPr sz="1600" spc="-5" dirty="0">
                <a:latin typeface="Arial MT"/>
                <a:cs typeface="Arial MT"/>
              </a:rPr>
              <a:t>spectrometer</a:t>
            </a:r>
            <a:endParaRPr sz="1600" dirty="0">
              <a:latin typeface="Arial MT"/>
              <a:cs typeface="Arial MT"/>
            </a:endParaRPr>
          </a:p>
          <a:p>
            <a:pPr marL="12700">
              <a:lnSpc>
                <a:spcPct val="100000"/>
              </a:lnSpc>
              <a:spcBef>
                <a:spcPts val="994"/>
              </a:spcBef>
            </a:pPr>
            <a:r>
              <a:rPr sz="1800" spc="-5" dirty="0">
                <a:latin typeface="Arial MT"/>
                <a:cs typeface="Arial MT"/>
              </a:rPr>
              <a:t>Applications</a:t>
            </a:r>
            <a:r>
              <a:rPr sz="1800" spc="-35" dirty="0">
                <a:latin typeface="Arial MT"/>
                <a:cs typeface="Arial MT"/>
              </a:rPr>
              <a:t> </a:t>
            </a:r>
            <a:r>
              <a:rPr sz="1800" spc="-5" dirty="0">
                <a:latin typeface="Arial MT"/>
                <a:cs typeface="Arial MT"/>
              </a:rPr>
              <a:t>for</a:t>
            </a:r>
            <a:r>
              <a:rPr sz="1800" spc="-35" dirty="0">
                <a:latin typeface="Arial MT"/>
                <a:cs typeface="Arial MT"/>
              </a:rPr>
              <a:t> </a:t>
            </a:r>
            <a:r>
              <a:rPr sz="1800" spc="-5" dirty="0">
                <a:latin typeface="Arial MT"/>
                <a:cs typeface="Arial MT"/>
              </a:rPr>
              <a:t>LA-ICP-MS:</a:t>
            </a:r>
            <a:endParaRPr sz="1800" dirty="0">
              <a:latin typeface="Arial MT"/>
              <a:cs typeface="Arial MT"/>
            </a:endParaRPr>
          </a:p>
          <a:p>
            <a:pPr marL="242570" indent="-229235">
              <a:lnSpc>
                <a:spcPct val="100000"/>
              </a:lnSpc>
              <a:spcBef>
                <a:spcPts val="1500"/>
              </a:spcBef>
              <a:buChar char="•"/>
              <a:tabLst>
                <a:tab pos="242570" algn="l"/>
                <a:tab pos="243204" algn="l"/>
              </a:tabLst>
            </a:pPr>
            <a:r>
              <a:rPr sz="1600" spc="-5" dirty="0">
                <a:latin typeface="Arial MT"/>
                <a:cs typeface="Arial MT"/>
              </a:rPr>
              <a:t>Monitor</a:t>
            </a:r>
            <a:r>
              <a:rPr sz="1600" spc="5" dirty="0">
                <a:latin typeface="Arial MT"/>
                <a:cs typeface="Arial MT"/>
              </a:rPr>
              <a:t> </a:t>
            </a:r>
            <a:r>
              <a:rPr sz="1600" spc="-5" dirty="0">
                <a:latin typeface="Arial MT"/>
                <a:cs typeface="Arial MT"/>
              </a:rPr>
              <a:t>distribution</a:t>
            </a:r>
            <a:r>
              <a:rPr sz="1600" dirty="0">
                <a:latin typeface="Arial MT"/>
                <a:cs typeface="Arial MT"/>
              </a:rPr>
              <a:t> </a:t>
            </a:r>
            <a:r>
              <a:rPr sz="1600" spc="-5" dirty="0">
                <a:latin typeface="Arial MT"/>
                <a:cs typeface="Arial MT"/>
              </a:rPr>
              <a:t>of administered</a:t>
            </a:r>
            <a:r>
              <a:rPr sz="1600" dirty="0">
                <a:latin typeface="Arial MT"/>
                <a:cs typeface="Arial MT"/>
              </a:rPr>
              <a:t> </a:t>
            </a:r>
            <a:r>
              <a:rPr sz="1600" spc="-5" dirty="0">
                <a:latin typeface="Arial MT"/>
                <a:cs typeface="Arial MT"/>
              </a:rPr>
              <a:t>drugs among</a:t>
            </a:r>
            <a:r>
              <a:rPr sz="1600" spc="5" dirty="0">
                <a:latin typeface="Arial MT"/>
                <a:cs typeface="Arial MT"/>
              </a:rPr>
              <a:t> </a:t>
            </a:r>
            <a:r>
              <a:rPr sz="1600" spc="-5" dirty="0">
                <a:latin typeface="Arial MT"/>
                <a:cs typeface="Arial MT"/>
              </a:rPr>
              <a:t>different</a:t>
            </a:r>
            <a:r>
              <a:rPr sz="1600" dirty="0">
                <a:latin typeface="Arial MT"/>
                <a:cs typeface="Arial MT"/>
              </a:rPr>
              <a:t> </a:t>
            </a:r>
            <a:r>
              <a:rPr sz="1600" spc="-5" dirty="0">
                <a:latin typeface="Arial MT"/>
                <a:cs typeface="Arial MT"/>
              </a:rPr>
              <a:t>tissues</a:t>
            </a:r>
            <a:r>
              <a:rPr sz="1600" spc="5" dirty="0">
                <a:latin typeface="Arial MT"/>
                <a:cs typeface="Arial MT"/>
              </a:rPr>
              <a:t> </a:t>
            </a:r>
            <a:r>
              <a:rPr sz="1600" spc="-5" dirty="0">
                <a:latin typeface="Arial MT"/>
                <a:cs typeface="Arial MT"/>
              </a:rPr>
              <a:t>and</a:t>
            </a:r>
            <a:r>
              <a:rPr sz="1600" dirty="0">
                <a:latin typeface="Arial MT"/>
                <a:cs typeface="Arial MT"/>
              </a:rPr>
              <a:t> </a:t>
            </a:r>
            <a:r>
              <a:rPr sz="1600" spc="-5" dirty="0">
                <a:latin typeface="Arial MT"/>
                <a:cs typeface="Arial MT"/>
              </a:rPr>
              <a:t>body</a:t>
            </a:r>
            <a:r>
              <a:rPr sz="1600" spc="5" dirty="0">
                <a:latin typeface="Arial MT"/>
                <a:cs typeface="Arial MT"/>
              </a:rPr>
              <a:t> </a:t>
            </a:r>
            <a:r>
              <a:rPr sz="1600" spc="-5" dirty="0">
                <a:latin typeface="Arial MT"/>
                <a:cs typeface="Arial MT"/>
              </a:rPr>
              <a:t>compartments</a:t>
            </a:r>
            <a:endParaRPr sz="1600" dirty="0">
              <a:latin typeface="Arial MT"/>
              <a:cs typeface="Arial MT"/>
            </a:endParaRPr>
          </a:p>
          <a:p>
            <a:pPr marL="242570" indent="-229235">
              <a:lnSpc>
                <a:spcPct val="100000"/>
              </a:lnSpc>
              <a:spcBef>
                <a:spcPts val="965"/>
              </a:spcBef>
              <a:buChar char="•"/>
              <a:tabLst>
                <a:tab pos="242570" algn="l"/>
                <a:tab pos="243204" algn="l"/>
              </a:tabLst>
            </a:pPr>
            <a:r>
              <a:rPr sz="1600" spc="-5" dirty="0">
                <a:latin typeface="Arial MT"/>
                <a:cs typeface="Arial MT"/>
              </a:rPr>
              <a:t>In-situ</a:t>
            </a:r>
            <a:r>
              <a:rPr sz="1600" dirty="0">
                <a:latin typeface="Arial MT"/>
                <a:cs typeface="Arial MT"/>
              </a:rPr>
              <a:t> </a:t>
            </a:r>
            <a:r>
              <a:rPr sz="1600" spc="-5" dirty="0">
                <a:latin typeface="Arial MT"/>
                <a:cs typeface="Arial MT"/>
              </a:rPr>
              <a:t>analysis</a:t>
            </a:r>
            <a:r>
              <a:rPr sz="1600" dirty="0">
                <a:latin typeface="Arial MT"/>
                <a:cs typeface="Arial MT"/>
              </a:rPr>
              <a:t> </a:t>
            </a:r>
            <a:r>
              <a:rPr sz="1600" spc="-5" dirty="0">
                <a:latin typeface="Arial MT"/>
                <a:cs typeface="Arial MT"/>
              </a:rPr>
              <a:t>of</a:t>
            </a:r>
            <a:r>
              <a:rPr sz="1600" spc="5" dirty="0">
                <a:latin typeface="Arial MT"/>
                <a:cs typeface="Arial MT"/>
              </a:rPr>
              <a:t> </a:t>
            </a:r>
            <a:r>
              <a:rPr sz="1600" spc="-5" dirty="0">
                <a:latin typeface="Arial MT"/>
                <a:cs typeface="Arial MT"/>
              </a:rPr>
              <a:t>metals</a:t>
            </a:r>
            <a:r>
              <a:rPr sz="1600" dirty="0">
                <a:latin typeface="Arial MT"/>
                <a:cs typeface="Arial MT"/>
              </a:rPr>
              <a:t> </a:t>
            </a:r>
            <a:r>
              <a:rPr sz="1600" spc="-5" dirty="0">
                <a:latin typeface="Arial MT"/>
                <a:cs typeface="Arial MT"/>
              </a:rPr>
              <a:t>and</a:t>
            </a:r>
            <a:r>
              <a:rPr sz="1600" dirty="0">
                <a:latin typeface="Arial MT"/>
                <a:cs typeface="Arial MT"/>
              </a:rPr>
              <a:t> </a:t>
            </a:r>
            <a:r>
              <a:rPr sz="1600" spc="-5" dirty="0">
                <a:latin typeface="Arial MT"/>
                <a:cs typeface="Arial MT"/>
              </a:rPr>
              <a:t>other</a:t>
            </a:r>
            <a:r>
              <a:rPr sz="1600" spc="5" dirty="0">
                <a:latin typeface="Arial MT"/>
                <a:cs typeface="Arial MT"/>
              </a:rPr>
              <a:t> </a:t>
            </a:r>
            <a:r>
              <a:rPr sz="1600" spc="-5" dirty="0">
                <a:latin typeface="Arial MT"/>
                <a:cs typeface="Arial MT"/>
              </a:rPr>
              <a:t>elements in samples</a:t>
            </a:r>
            <a:r>
              <a:rPr sz="1600" dirty="0">
                <a:latin typeface="Arial MT"/>
                <a:cs typeface="Arial MT"/>
              </a:rPr>
              <a:t> </a:t>
            </a:r>
            <a:r>
              <a:rPr sz="1600" spc="-5" dirty="0">
                <a:latin typeface="Arial MT"/>
                <a:cs typeface="Arial MT"/>
              </a:rPr>
              <a:t>separated using PAGE*,</a:t>
            </a:r>
            <a:r>
              <a:rPr sz="1600" dirty="0">
                <a:latin typeface="Arial MT"/>
                <a:cs typeface="Arial MT"/>
              </a:rPr>
              <a:t> </a:t>
            </a:r>
            <a:r>
              <a:rPr sz="1600" spc="-5" dirty="0">
                <a:latin typeface="Arial MT"/>
                <a:cs typeface="Arial MT"/>
              </a:rPr>
              <a:t>e.g.:</a:t>
            </a:r>
            <a:endParaRPr sz="1600" dirty="0">
              <a:latin typeface="Arial MT"/>
              <a:cs typeface="Arial MT"/>
            </a:endParaRPr>
          </a:p>
          <a:p>
            <a:pPr marL="474345" lvl="1" indent="-231140">
              <a:lnSpc>
                <a:spcPct val="100000"/>
              </a:lnSpc>
              <a:spcBef>
                <a:spcPts val="970"/>
              </a:spcBef>
              <a:buChar char="–"/>
              <a:tabLst>
                <a:tab pos="474980" algn="l"/>
              </a:tabLst>
            </a:pPr>
            <a:r>
              <a:rPr sz="1600" spc="-5" dirty="0">
                <a:latin typeface="Arial MT"/>
                <a:cs typeface="Arial MT"/>
              </a:rPr>
              <a:t>Au</a:t>
            </a:r>
            <a:r>
              <a:rPr sz="1600" spc="-10" dirty="0">
                <a:latin typeface="Arial MT"/>
                <a:cs typeface="Arial MT"/>
              </a:rPr>
              <a:t> </a:t>
            </a:r>
            <a:r>
              <a:rPr sz="1600" spc="-5" dirty="0">
                <a:latin typeface="Arial MT"/>
                <a:cs typeface="Arial MT"/>
              </a:rPr>
              <a:t>and</a:t>
            </a:r>
            <a:r>
              <a:rPr sz="1600" spc="-10" dirty="0">
                <a:latin typeface="Arial MT"/>
                <a:cs typeface="Arial MT"/>
              </a:rPr>
              <a:t> </a:t>
            </a:r>
            <a:r>
              <a:rPr sz="1600" spc="-5" dirty="0">
                <a:latin typeface="Arial MT"/>
                <a:cs typeface="Arial MT"/>
              </a:rPr>
              <a:t>Pt drug</a:t>
            </a:r>
            <a:r>
              <a:rPr sz="1600" spc="-10" dirty="0">
                <a:latin typeface="Arial MT"/>
                <a:cs typeface="Arial MT"/>
              </a:rPr>
              <a:t> </a:t>
            </a:r>
            <a:r>
              <a:rPr sz="1600" spc="-5" dirty="0">
                <a:latin typeface="Arial MT"/>
                <a:cs typeface="Arial MT"/>
              </a:rPr>
              <a:t>metabolite identification</a:t>
            </a:r>
            <a:endParaRPr sz="1600" dirty="0">
              <a:latin typeface="Arial MT"/>
              <a:cs typeface="Arial MT"/>
            </a:endParaRPr>
          </a:p>
          <a:p>
            <a:pPr marR="5080" algn="r">
              <a:lnSpc>
                <a:spcPct val="100000"/>
              </a:lnSpc>
              <a:spcBef>
                <a:spcPts val="1330"/>
              </a:spcBef>
            </a:pPr>
            <a:r>
              <a:rPr sz="1200" spc="-5" dirty="0">
                <a:latin typeface="Arial MT"/>
                <a:cs typeface="Arial MT"/>
              </a:rPr>
              <a:t>*</a:t>
            </a:r>
            <a:endParaRPr sz="1200" dirty="0">
              <a:latin typeface="Arial MT"/>
              <a:cs typeface="Arial MT"/>
            </a:endParaRPr>
          </a:p>
        </p:txBody>
      </p:sp>
    </p:spTree>
    <p:extLst>
      <p:ext uri="{BB962C8B-B14F-4D97-AF65-F5344CB8AC3E}">
        <p14:creationId xmlns:p14="http://schemas.microsoft.com/office/powerpoint/2010/main" val="1119989997"/>
      </p:ext>
    </p:extLst>
  </p:cSld>
  <p:clrMapOvr>
    <a:masterClrMapping/>
  </p:clrMapOvr>
  <p:transition>
    <p:wipe dir="d"/>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a:extLst>
              <a:ext uri="{FF2B5EF4-FFF2-40B4-BE49-F238E27FC236}">
                <a16:creationId xmlns:a16="http://schemas.microsoft.com/office/drawing/2014/main" id="{77C34150-167D-4745-BEAC-038613D8C4AD}"/>
              </a:ext>
            </a:extLst>
          </p:cNvPr>
          <p:cNvSpPr txBox="1">
            <a:spLocks/>
          </p:cNvSpPr>
          <p:nvPr/>
        </p:nvSpPr>
        <p:spPr>
          <a:xfrm>
            <a:off x="1143000" y="77374"/>
            <a:ext cx="7239000" cy="1043876"/>
          </a:xfrm>
          <a:prstGeom prst="rect">
            <a:avLst/>
          </a:prstGeom>
        </p:spPr>
        <p:txBody>
          <a:bodyPr vert="horz" wrap="square" lIns="0" tIns="12700" rIns="0" bIns="0" rtlCol="0">
            <a:spAutoFit/>
          </a:bodyPr>
          <a:lstStyle>
            <a:lvl1pPr algn="l" rtl="0" eaLnBrk="1" latinLnBrk="0" hangingPunct="1">
              <a:spcBef>
                <a:spcPct val="0"/>
              </a:spcBef>
              <a:buNone/>
              <a:defRPr kumimoji="0" sz="4300" kern="1200">
                <a:solidFill>
                  <a:schemeClr val="tx2">
                    <a:satMod val="130000"/>
                  </a:schemeClr>
                </a:solidFill>
                <a:effectLst>
                  <a:outerShdw blurRad="50000" dist="30000" dir="5400000" algn="tl" rotWithShape="0">
                    <a:srgbClr val="000000">
                      <a:alpha val="30000"/>
                    </a:srgbClr>
                  </a:outerShdw>
                </a:effectLst>
                <a:latin typeface="+mj-lt"/>
                <a:ea typeface="+mj-ea"/>
                <a:cs typeface="+mj-cs"/>
              </a:defRPr>
            </a:lvl1pPr>
            <a:extLst/>
          </a:lstStyle>
          <a:p>
            <a:pPr marL="12700">
              <a:spcBef>
                <a:spcPts val="100"/>
              </a:spcBef>
            </a:pPr>
            <a:r>
              <a:rPr lang="en-US" dirty="0"/>
              <a:t>In-situ</a:t>
            </a:r>
            <a:r>
              <a:rPr lang="en-US" spc="-20" dirty="0"/>
              <a:t> </a:t>
            </a:r>
            <a:r>
              <a:rPr lang="en-US" dirty="0"/>
              <a:t>direct</a:t>
            </a:r>
            <a:r>
              <a:rPr lang="en-US" spc="-20" dirty="0"/>
              <a:t> </a:t>
            </a:r>
            <a:r>
              <a:rPr lang="en-US" dirty="0"/>
              <a:t>tissue</a:t>
            </a:r>
            <a:r>
              <a:rPr lang="en-US" spc="-15" dirty="0"/>
              <a:t> </a:t>
            </a:r>
            <a:r>
              <a:rPr lang="en-US" dirty="0"/>
              <a:t>analysis</a:t>
            </a:r>
          </a:p>
          <a:p>
            <a:pPr marL="12700">
              <a:spcBef>
                <a:spcPts val="5"/>
              </a:spcBef>
            </a:pPr>
            <a:r>
              <a:rPr lang="en-US" sz="2400" spc="-5" dirty="0"/>
              <a:t>Example:</a:t>
            </a:r>
            <a:r>
              <a:rPr lang="en-US" sz="2400" spc="-15" dirty="0"/>
              <a:t> </a:t>
            </a:r>
            <a:r>
              <a:rPr lang="en-US" sz="2400" spc="-5" dirty="0"/>
              <a:t>Analysis</a:t>
            </a:r>
            <a:r>
              <a:rPr lang="en-US" sz="2400" spc="-15" dirty="0"/>
              <a:t> </a:t>
            </a:r>
            <a:r>
              <a:rPr lang="en-US" sz="2400" spc="-5" dirty="0"/>
              <a:t>of</a:t>
            </a:r>
            <a:r>
              <a:rPr lang="en-US" sz="2400" spc="-15" dirty="0"/>
              <a:t> </a:t>
            </a:r>
            <a:r>
              <a:rPr lang="en-US" sz="2400" spc="-5" dirty="0"/>
              <a:t>brain</a:t>
            </a:r>
            <a:r>
              <a:rPr lang="en-US" sz="2400" spc="-15" dirty="0"/>
              <a:t> </a:t>
            </a:r>
            <a:r>
              <a:rPr lang="en-US" sz="2400" spc="-5" dirty="0"/>
              <a:t>tissue</a:t>
            </a:r>
            <a:r>
              <a:rPr lang="en-US" sz="2400" spc="-15" dirty="0"/>
              <a:t> </a:t>
            </a:r>
            <a:r>
              <a:rPr lang="en-US" sz="2400" spc="-10" dirty="0"/>
              <a:t>(rat)</a:t>
            </a:r>
            <a:endParaRPr lang="en-US" sz="2400" dirty="0"/>
          </a:p>
        </p:txBody>
      </p:sp>
      <p:pic>
        <p:nvPicPr>
          <p:cNvPr id="3" name="object 3">
            <a:extLst>
              <a:ext uri="{FF2B5EF4-FFF2-40B4-BE49-F238E27FC236}">
                <a16:creationId xmlns:a16="http://schemas.microsoft.com/office/drawing/2014/main" id="{FA66EC80-A11A-4EE4-AA64-975B008576A9}"/>
              </a:ext>
            </a:extLst>
          </p:cNvPr>
          <p:cNvPicPr/>
          <p:nvPr/>
        </p:nvPicPr>
        <p:blipFill>
          <a:blip r:embed="rId2" cstate="print"/>
          <a:stretch>
            <a:fillRect/>
          </a:stretch>
        </p:blipFill>
        <p:spPr>
          <a:xfrm>
            <a:off x="1316482" y="1729486"/>
            <a:ext cx="5055565" cy="3590543"/>
          </a:xfrm>
          <a:prstGeom prst="rect">
            <a:avLst/>
          </a:prstGeom>
        </p:spPr>
      </p:pic>
      <p:sp>
        <p:nvSpPr>
          <p:cNvPr id="4" name="object 4">
            <a:extLst>
              <a:ext uri="{FF2B5EF4-FFF2-40B4-BE49-F238E27FC236}">
                <a16:creationId xmlns:a16="http://schemas.microsoft.com/office/drawing/2014/main" id="{C0DA103B-B947-4965-9FA2-18C4407EF1B9}"/>
              </a:ext>
            </a:extLst>
          </p:cNvPr>
          <p:cNvSpPr txBox="1"/>
          <p:nvPr/>
        </p:nvSpPr>
        <p:spPr>
          <a:xfrm>
            <a:off x="6435915" y="2291699"/>
            <a:ext cx="2783205" cy="664845"/>
          </a:xfrm>
          <a:prstGeom prst="rect">
            <a:avLst/>
          </a:prstGeom>
        </p:spPr>
        <p:txBody>
          <a:bodyPr vert="horz" wrap="square" lIns="0" tIns="12065" rIns="0" bIns="0" rtlCol="0">
            <a:spAutoFit/>
          </a:bodyPr>
          <a:lstStyle/>
          <a:p>
            <a:pPr marL="12700">
              <a:lnSpc>
                <a:spcPts val="1675"/>
              </a:lnSpc>
              <a:spcBef>
                <a:spcPts val="95"/>
              </a:spcBef>
            </a:pPr>
            <a:r>
              <a:rPr sz="1400" spc="-10" dirty="0">
                <a:latin typeface="Arial MT"/>
                <a:cs typeface="Arial MT"/>
              </a:rPr>
              <a:t>Brain</a:t>
            </a:r>
            <a:r>
              <a:rPr sz="1400" spc="-15" dirty="0">
                <a:latin typeface="Arial MT"/>
                <a:cs typeface="Arial MT"/>
              </a:rPr>
              <a:t> </a:t>
            </a:r>
            <a:r>
              <a:rPr sz="1400" spc="-10" dirty="0">
                <a:latin typeface="Arial MT"/>
                <a:cs typeface="Arial MT"/>
              </a:rPr>
              <a:t>tissue</a:t>
            </a:r>
            <a:r>
              <a:rPr sz="1400" spc="-20" dirty="0">
                <a:latin typeface="Arial MT"/>
                <a:cs typeface="Arial MT"/>
              </a:rPr>
              <a:t> </a:t>
            </a:r>
            <a:r>
              <a:rPr sz="1400" spc="-5" dirty="0">
                <a:latin typeface="Arial MT"/>
                <a:cs typeface="Arial MT"/>
              </a:rPr>
              <a:t>–</a:t>
            </a:r>
            <a:endParaRPr sz="1400" dirty="0">
              <a:latin typeface="Arial MT"/>
              <a:cs typeface="Arial MT"/>
            </a:endParaRPr>
          </a:p>
          <a:p>
            <a:pPr marL="12700" marR="5080">
              <a:lnSpc>
                <a:spcPts val="1680"/>
              </a:lnSpc>
              <a:spcBef>
                <a:spcPts val="55"/>
              </a:spcBef>
            </a:pPr>
            <a:r>
              <a:rPr sz="1400" spc="-5" dirty="0">
                <a:latin typeface="Arial MT"/>
                <a:cs typeface="Arial MT"/>
              </a:rPr>
              <a:t>the laser </a:t>
            </a:r>
            <a:r>
              <a:rPr sz="1400" spc="-10" dirty="0">
                <a:latin typeface="Arial MT"/>
                <a:cs typeface="Arial MT"/>
              </a:rPr>
              <a:t>sampling pattern </a:t>
            </a:r>
            <a:r>
              <a:rPr sz="1400" spc="-5" dirty="0">
                <a:latin typeface="Arial MT"/>
                <a:cs typeface="Arial MT"/>
              </a:rPr>
              <a:t>can </a:t>
            </a:r>
            <a:r>
              <a:rPr sz="1400" spc="-10" dirty="0">
                <a:latin typeface="Arial MT"/>
                <a:cs typeface="Arial MT"/>
              </a:rPr>
              <a:t>be </a:t>
            </a:r>
            <a:r>
              <a:rPr sz="1400" spc="-5" dirty="0">
                <a:latin typeface="Arial MT"/>
                <a:cs typeface="Arial MT"/>
              </a:rPr>
              <a:t> seen</a:t>
            </a:r>
            <a:r>
              <a:rPr sz="1400" spc="-15" dirty="0">
                <a:latin typeface="Arial MT"/>
                <a:cs typeface="Arial MT"/>
              </a:rPr>
              <a:t> </a:t>
            </a:r>
            <a:r>
              <a:rPr sz="1400" spc="-5" dirty="0">
                <a:latin typeface="Arial MT"/>
                <a:cs typeface="Arial MT"/>
              </a:rPr>
              <a:t>on</a:t>
            </a:r>
            <a:r>
              <a:rPr sz="1400" spc="-15" dirty="0">
                <a:latin typeface="Arial MT"/>
                <a:cs typeface="Arial MT"/>
              </a:rPr>
              <a:t> </a:t>
            </a:r>
            <a:r>
              <a:rPr sz="1400" spc="-5" dirty="0">
                <a:latin typeface="Arial MT"/>
                <a:cs typeface="Arial MT"/>
              </a:rPr>
              <a:t>the</a:t>
            </a:r>
            <a:r>
              <a:rPr sz="1400" spc="-10" dirty="0">
                <a:latin typeface="Arial MT"/>
                <a:cs typeface="Arial MT"/>
              </a:rPr>
              <a:t> </a:t>
            </a:r>
            <a:r>
              <a:rPr sz="1400" spc="-5" dirty="0">
                <a:latin typeface="Arial MT"/>
                <a:cs typeface="Arial MT"/>
              </a:rPr>
              <a:t>rat</a:t>
            </a:r>
            <a:r>
              <a:rPr sz="1400" dirty="0">
                <a:latin typeface="Arial MT"/>
                <a:cs typeface="Arial MT"/>
              </a:rPr>
              <a:t> </a:t>
            </a:r>
            <a:r>
              <a:rPr sz="1400" spc="-10" dirty="0">
                <a:latin typeface="Arial MT"/>
                <a:cs typeface="Arial MT"/>
              </a:rPr>
              <a:t>brain tissue</a:t>
            </a:r>
            <a:r>
              <a:rPr sz="1400" spc="-15" dirty="0">
                <a:latin typeface="Arial MT"/>
                <a:cs typeface="Arial MT"/>
              </a:rPr>
              <a:t> </a:t>
            </a:r>
            <a:r>
              <a:rPr sz="1400" spc="-10" dirty="0">
                <a:latin typeface="Arial MT"/>
                <a:cs typeface="Arial MT"/>
              </a:rPr>
              <a:t>sample</a:t>
            </a:r>
            <a:endParaRPr sz="1400" dirty="0">
              <a:latin typeface="Arial MT"/>
              <a:cs typeface="Arial MT"/>
            </a:endParaRPr>
          </a:p>
        </p:txBody>
      </p:sp>
      <p:sp>
        <p:nvSpPr>
          <p:cNvPr id="5" name="object 5">
            <a:extLst>
              <a:ext uri="{FF2B5EF4-FFF2-40B4-BE49-F238E27FC236}">
                <a16:creationId xmlns:a16="http://schemas.microsoft.com/office/drawing/2014/main" id="{EE041935-6096-43BD-91B2-91EC2EBEBBC0}"/>
              </a:ext>
            </a:extLst>
          </p:cNvPr>
          <p:cNvSpPr txBox="1"/>
          <p:nvPr/>
        </p:nvSpPr>
        <p:spPr>
          <a:xfrm>
            <a:off x="1239753" y="5456683"/>
            <a:ext cx="7904247" cy="1200329"/>
          </a:xfrm>
          <a:prstGeom prst="rect">
            <a:avLst/>
          </a:prstGeom>
        </p:spPr>
        <p:txBody>
          <a:bodyPr vert="horz" wrap="square" lIns="0" tIns="12700" rIns="0" bIns="0" rtlCol="0">
            <a:spAutoFit/>
          </a:bodyPr>
          <a:lstStyle/>
          <a:p>
            <a:pPr marL="12700" marR="665480">
              <a:lnSpc>
                <a:spcPct val="100000"/>
              </a:lnSpc>
              <a:spcBef>
                <a:spcPts val="100"/>
              </a:spcBef>
            </a:pPr>
            <a:r>
              <a:rPr sz="1600" spc="-5" dirty="0">
                <a:latin typeface="Arial MT"/>
                <a:cs typeface="Arial MT"/>
              </a:rPr>
              <a:t>After</a:t>
            </a:r>
            <a:r>
              <a:rPr sz="1600" spc="5" dirty="0">
                <a:latin typeface="Arial MT"/>
                <a:cs typeface="Arial MT"/>
              </a:rPr>
              <a:t> </a:t>
            </a:r>
            <a:r>
              <a:rPr sz="1600" spc="-5" dirty="0">
                <a:latin typeface="Arial MT"/>
                <a:cs typeface="Arial MT"/>
              </a:rPr>
              <a:t>administration</a:t>
            </a:r>
            <a:r>
              <a:rPr sz="1600" dirty="0">
                <a:latin typeface="Arial MT"/>
                <a:cs typeface="Arial MT"/>
              </a:rPr>
              <a:t> </a:t>
            </a:r>
            <a:r>
              <a:rPr sz="1600" spc="-5" dirty="0">
                <a:latin typeface="Arial MT"/>
                <a:cs typeface="Arial MT"/>
              </a:rPr>
              <a:t>of</a:t>
            </a:r>
            <a:r>
              <a:rPr sz="1600" spc="5" dirty="0">
                <a:latin typeface="Arial MT"/>
                <a:cs typeface="Arial MT"/>
              </a:rPr>
              <a:t> </a:t>
            </a:r>
            <a:r>
              <a:rPr sz="1600" spc="-5" dirty="0">
                <a:latin typeface="Arial MT"/>
                <a:cs typeface="Arial MT"/>
              </a:rPr>
              <a:t>the</a:t>
            </a:r>
            <a:r>
              <a:rPr sz="1600" dirty="0">
                <a:latin typeface="Arial MT"/>
                <a:cs typeface="Arial MT"/>
              </a:rPr>
              <a:t> </a:t>
            </a:r>
            <a:r>
              <a:rPr sz="1600" spc="-5" dirty="0">
                <a:latin typeface="Arial MT"/>
                <a:cs typeface="Arial MT"/>
              </a:rPr>
              <a:t>drug,</a:t>
            </a:r>
            <a:r>
              <a:rPr sz="1600" spc="5" dirty="0">
                <a:latin typeface="Arial MT"/>
                <a:cs typeface="Arial MT"/>
              </a:rPr>
              <a:t> </a:t>
            </a:r>
            <a:r>
              <a:rPr sz="1600" spc="-5" dirty="0">
                <a:latin typeface="Arial MT"/>
                <a:cs typeface="Arial MT"/>
              </a:rPr>
              <a:t>the</a:t>
            </a:r>
            <a:r>
              <a:rPr sz="1600" dirty="0">
                <a:latin typeface="Arial MT"/>
                <a:cs typeface="Arial MT"/>
              </a:rPr>
              <a:t> </a:t>
            </a:r>
            <a:r>
              <a:rPr sz="1600" spc="-5" dirty="0">
                <a:latin typeface="Arial MT"/>
                <a:cs typeface="Arial MT"/>
              </a:rPr>
              <a:t>test</a:t>
            </a:r>
            <a:r>
              <a:rPr sz="1600" spc="5" dirty="0">
                <a:latin typeface="Arial MT"/>
                <a:cs typeface="Arial MT"/>
              </a:rPr>
              <a:t> </a:t>
            </a:r>
            <a:r>
              <a:rPr sz="1600" spc="-5" dirty="0">
                <a:latin typeface="Arial MT"/>
                <a:cs typeface="Arial MT"/>
              </a:rPr>
              <a:t>animal</a:t>
            </a:r>
            <a:r>
              <a:rPr sz="1600" dirty="0">
                <a:latin typeface="Arial MT"/>
                <a:cs typeface="Arial MT"/>
              </a:rPr>
              <a:t> </a:t>
            </a:r>
            <a:r>
              <a:rPr sz="1600" spc="-5" dirty="0">
                <a:latin typeface="Arial MT"/>
                <a:cs typeface="Arial MT"/>
              </a:rPr>
              <a:t>is</a:t>
            </a:r>
            <a:r>
              <a:rPr sz="1600" spc="5" dirty="0">
                <a:latin typeface="Arial MT"/>
                <a:cs typeface="Arial MT"/>
              </a:rPr>
              <a:t> </a:t>
            </a:r>
            <a:r>
              <a:rPr sz="1600" spc="-5" dirty="0">
                <a:latin typeface="Arial MT"/>
                <a:cs typeface="Arial MT"/>
              </a:rPr>
              <a:t>freeze-dried, encased</a:t>
            </a:r>
            <a:r>
              <a:rPr sz="1600" dirty="0">
                <a:latin typeface="Arial MT"/>
                <a:cs typeface="Arial MT"/>
              </a:rPr>
              <a:t> </a:t>
            </a:r>
            <a:r>
              <a:rPr sz="1600" spc="-5" dirty="0">
                <a:latin typeface="Arial MT"/>
                <a:cs typeface="Arial MT"/>
              </a:rPr>
              <a:t>in polymer</a:t>
            </a:r>
            <a:r>
              <a:rPr sz="1600" spc="10" dirty="0">
                <a:latin typeface="Arial MT"/>
                <a:cs typeface="Arial MT"/>
              </a:rPr>
              <a:t> </a:t>
            </a:r>
            <a:r>
              <a:rPr sz="1600" spc="-5" dirty="0">
                <a:latin typeface="Arial MT"/>
                <a:cs typeface="Arial MT"/>
              </a:rPr>
              <a:t>and </a:t>
            </a:r>
            <a:r>
              <a:rPr sz="1600" spc="-430" dirty="0">
                <a:latin typeface="Arial MT"/>
                <a:cs typeface="Arial MT"/>
              </a:rPr>
              <a:t> </a:t>
            </a:r>
            <a:r>
              <a:rPr sz="1600" spc="-5" dirty="0">
                <a:latin typeface="Arial MT"/>
                <a:cs typeface="Arial MT"/>
              </a:rPr>
              <a:t>microtomed.</a:t>
            </a:r>
            <a:r>
              <a:rPr sz="1600" spc="10" dirty="0">
                <a:latin typeface="Arial MT"/>
                <a:cs typeface="Arial MT"/>
              </a:rPr>
              <a:t> </a:t>
            </a:r>
            <a:r>
              <a:rPr sz="1600" spc="-5" dirty="0">
                <a:latin typeface="Arial MT"/>
                <a:cs typeface="Arial MT"/>
              </a:rPr>
              <a:t>Individual sections</a:t>
            </a:r>
            <a:r>
              <a:rPr sz="1600" dirty="0">
                <a:latin typeface="Arial MT"/>
                <a:cs typeface="Arial MT"/>
              </a:rPr>
              <a:t> </a:t>
            </a:r>
            <a:r>
              <a:rPr sz="1600" spc="-5" dirty="0">
                <a:latin typeface="Arial MT"/>
                <a:cs typeface="Arial MT"/>
              </a:rPr>
              <a:t>are then analyzed using laser</a:t>
            </a:r>
            <a:r>
              <a:rPr sz="1600" dirty="0">
                <a:latin typeface="Arial MT"/>
                <a:cs typeface="Arial MT"/>
              </a:rPr>
              <a:t> </a:t>
            </a:r>
            <a:r>
              <a:rPr sz="1600" spc="-5" dirty="0">
                <a:latin typeface="Arial MT"/>
                <a:cs typeface="Arial MT"/>
              </a:rPr>
              <a:t>ablation.</a:t>
            </a:r>
            <a:endParaRPr sz="1600" dirty="0">
              <a:latin typeface="Arial MT"/>
              <a:cs typeface="Arial MT"/>
            </a:endParaRPr>
          </a:p>
          <a:p>
            <a:pPr marL="5576570">
              <a:lnSpc>
                <a:spcPct val="100000"/>
              </a:lnSpc>
              <a:spcBef>
                <a:spcPts val="1070"/>
              </a:spcBef>
            </a:pPr>
            <a:r>
              <a:rPr sz="1000" spc="-5" dirty="0">
                <a:latin typeface="Arial MT"/>
                <a:cs typeface="Arial MT"/>
              </a:rPr>
              <a:t>Courtesy</a:t>
            </a:r>
            <a:r>
              <a:rPr sz="1000" spc="-15" dirty="0">
                <a:latin typeface="Arial MT"/>
                <a:cs typeface="Arial MT"/>
              </a:rPr>
              <a:t> </a:t>
            </a:r>
            <a:r>
              <a:rPr sz="1000" dirty="0">
                <a:latin typeface="Arial MT"/>
                <a:cs typeface="Arial MT"/>
              </a:rPr>
              <a:t>of</a:t>
            </a:r>
            <a:r>
              <a:rPr sz="1000" spc="-5" dirty="0">
                <a:latin typeface="Arial MT"/>
                <a:cs typeface="Arial MT"/>
              </a:rPr>
              <a:t> Centre for</a:t>
            </a:r>
            <a:r>
              <a:rPr sz="1000" spc="-10" dirty="0">
                <a:latin typeface="Arial MT"/>
                <a:cs typeface="Arial MT"/>
              </a:rPr>
              <a:t> </a:t>
            </a:r>
            <a:r>
              <a:rPr sz="1000" spc="-5" dirty="0">
                <a:latin typeface="Arial MT"/>
                <a:cs typeface="Arial MT"/>
              </a:rPr>
              <a:t>Analytical</a:t>
            </a:r>
            <a:r>
              <a:rPr sz="1000" spc="-10" dirty="0">
                <a:latin typeface="Arial MT"/>
                <a:cs typeface="Arial MT"/>
              </a:rPr>
              <a:t> </a:t>
            </a:r>
            <a:r>
              <a:rPr sz="1000" spc="-5" dirty="0">
                <a:latin typeface="Arial MT"/>
                <a:cs typeface="Arial MT"/>
              </a:rPr>
              <a:t>Sciences,</a:t>
            </a:r>
            <a:r>
              <a:rPr sz="1000" spc="-15" dirty="0">
                <a:latin typeface="Arial MT"/>
                <a:cs typeface="Arial MT"/>
              </a:rPr>
              <a:t> </a:t>
            </a:r>
            <a:r>
              <a:rPr sz="1000" spc="-5" dirty="0">
                <a:latin typeface="Arial MT"/>
                <a:cs typeface="Arial MT"/>
              </a:rPr>
              <a:t>Sheffield</a:t>
            </a:r>
            <a:endParaRPr sz="1000" dirty="0">
              <a:latin typeface="Arial MT"/>
              <a:cs typeface="Arial MT"/>
            </a:endParaRPr>
          </a:p>
        </p:txBody>
      </p:sp>
    </p:spTree>
    <p:extLst>
      <p:ext uri="{BB962C8B-B14F-4D97-AF65-F5344CB8AC3E}">
        <p14:creationId xmlns:p14="http://schemas.microsoft.com/office/powerpoint/2010/main" val="1788482242"/>
      </p:ext>
    </p:extLst>
  </p:cSld>
  <p:clrMapOvr>
    <a:masterClrMapping/>
  </p:clrMapOvr>
  <p:transition>
    <p:wipe dir="d"/>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a:extLst>
              <a:ext uri="{FF2B5EF4-FFF2-40B4-BE49-F238E27FC236}">
                <a16:creationId xmlns:a16="http://schemas.microsoft.com/office/drawing/2014/main" id="{E5E1783C-3155-4ACD-AA75-3512426DDA3D}"/>
              </a:ext>
            </a:extLst>
          </p:cNvPr>
          <p:cNvSpPr txBox="1">
            <a:spLocks/>
          </p:cNvSpPr>
          <p:nvPr/>
        </p:nvSpPr>
        <p:spPr>
          <a:xfrm>
            <a:off x="1143000" y="152400"/>
            <a:ext cx="8624824" cy="674544"/>
          </a:xfrm>
          <a:prstGeom prst="rect">
            <a:avLst/>
          </a:prstGeom>
        </p:spPr>
        <p:txBody>
          <a:bodyPr vert="horz" wrap="square" lIns="0" tIns="12700" rIns="0" bIns="0" rtlCol="0">
            <a:spAutoFit/>
          </a:bodyPr>
          <a:lstStyle>
            <a:lvl1pPr algn="l" rtl="0" eaLnBrk="1" latinLnBrk="0" hangingPunct="1">
              <a:spcBef>
                <a:spcPct val="0"/>
              </a:spcBef>
              <a:buNone/>
              <a:defRPr kumimoji="0" sz="4300" kern="1200">
                <a:solidFill>
                  <a:schemeClr val="tx2">
                    <a:satMod val="130000"/>
                  </a:schemeClr>
                </a:solidFill>
                <a:effectLst>
                  <a:outerShdw blurRad="50000" dist="30000" dir="5400000" algn="tl" rotWithShape="0">
                    <a:srgbClr val="000000">
                      <a:alpha val="30000"/>
                    </a:srgbClr>
                  </a:outerShdw>
                </a:effectLst>
                <a:latin typeface="+mj-lt"/>
                <a:ea typeface="+mj-ea"/>
                <a:cs typeface="+mj-cs"/>
              </a:defRPr>
            </a:lvl1pPr>
            <a:extLst/>
          </a:lstStyle>
          <a:p>
            <a:pPr marL="12700" marR="5080">
              <a:spcBef>
                <a:spcPts val="100"/>
              </a:spcBef>
            </a:pPr>
            <a:r>
              <a:rPr lang="en-US" spc="-5" dirty="0"/>
              <a:t>Example: Element distribution in rat</a:t>
            </a:r>
            <a:endParaRPr lang="en-US" dirty="0"/>
          </a:p>
        </p:txBody>
      </p:sp>
      <p:pic>
        <p:nvPicPr>
          <p:cNvPr id="3074" name="Picture 2">
            <a:extLst>
              <a:ext uri="{FF2B5EF4-FFF2-40B4-BE49-F238E27FC236}">
                <a16:creationId xmlns:a16="http://schemas.microsoft.com/office/drawing/2014/main" id="{FBB86CA5-878F-44AA-A26E-BAF34912579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47800" y="1828800"/>
            <a:ext cx="7315200" cy="3837941"/>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99A798EA-CF59-42F8-899B-F7EC2097F0A3}"/>
              </a:ext>
            </a:extLst>
          </p:cNvPr>
          <p:cNvSpPr txBox="1"/>
          <p:nvPr/>
        </p:nvSpPr>
        <p:spPr>
          <a:xfrm>
            <a:off x="7010400" y="6419554"/>
            <a:ext cx="2438400" cy="369332"/>
          </a:xfrm>
          <a:prstGeom prst="rect">
            <a:avLst/>
          </a:prstGeom>
          <a:noFill/>
        </p:spPr>
        <p:txBody>
          <a:bodyPr wrap="square" rtlCol="0">
            <a:spAutoFit/>
          </a:bodyPr>
          <a:lstStyle/>
          <a:p>
            <a:r>
              <a:rPr lang="en-IN" dirty="0"/>
              <a:t>Chen et al., 2019</a:t>
            </a:r>
          </a:p>
        </p:txBody>
      </p:sp>
    </p:spTree>
    <p:extLst>
      <p:ext uri="{BB962C8B-B14F-4D97-AF65-F5344CB8AC3E}">
        <p14:creationId xmlns:p14="http://schemas.microsoft.com/office/powerpoint/2010/main" val="2676011991"/>
      </p:ext>
    </p:extLst>
  </p:cSld>
  <p:clrMapOvr>
    <a:masterClrMapping/>
  </p:clrMapOvr>
  <p:transition>
    <p:wipe dir="d"/>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90600" y="0"/>
            <a:ext cx="7498080" cy="1143000"/>
          </a:xfrm>
        </p:spPr>
        <p:txBody>
          <a:bodyPr/>
          <a:lstStyle/>
          <a:p>
            <a:r>
              <a:rPr lang="en-US" b="1" dirty="0"/>
              <a:t>Key take away</a:t>
            </a:r>
          </a:p>
        </p:txBody>
      </p:sp>
      <p:pic>
        <p:nvPicPr>
          <p:cNvPr id="5" name="Content Placeholder 4" descr="instrumentation-l.jpg"/>
          <p:cNvPicPr>
            <a:picLocks noGrp="1" noChangeAspect="1"/>
          </p:cNvPicPr>
          <p:nvPr>
            <p:ph idx="1"/>
          </p:nvPr>
        </p:nvPicPr>
        <p:blipFill>
          <a:blip r:embed="rId2"/>
          <a:stretch>
            <a:fillRect/>
          </a:stretch>
        </p:blipFill>
        <p:spPr>
          <a:xfrm>
            <a:off x="1984375" y="1447800"/>
            <a:ext cx="6400800" cy="4800600"/>
          </a:xfrm>
        </p:spPr>
      </p:pic>
    </p:spTree>
    <p:extLst>
      <p:ext uri="{BB962C8B-B14F-4D97-AF65-F5344CB8AC3E}">
        <p14:creationId xmlns:p14="http://schemas.microsoft.com/office/powerpoint/2010/main" val="3519436054"/>
      </p:ext>
    </p:extLst>
  </p:cSld>
  <p:clrMapOvr>
    <a:masterClrMapping/>
  </p:clrMapOvr>
  <p:transition>
    <p:wipe dir="d"/>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1AA76BE-E978-4518-B3B5-8005BEF51070}"/>
              </a:ext>
            </a:extLst>
          </p:cNvPr>
          <p:cNvSpPr txBox="1"/>
          <p:nvPr/>
        </p:nvSpPr>
        <p:spPr>
          <a:xfrm>
            <a:off x="990600" y="0"/>
            <a:ext cx="8305800" cy="430887"/>
          </a:xfrm>
          <a:prstGeom prst="rect">
            <a:avLst/>
          </a:prstGeom>
          <a:noFill/>
        </p:spPr>
        <p:txBody>
          <a:bodyPr wrap="square">
            <a:spAutoFit/>
          </a:bodyPr>
          <a:lstStyle/>
          <a:p>
            <a:r>
              <a:rPr lang="en-IN" sz="2200" b="1" dirty="0">
                <a:effectLst/>
                <a:latin typeface="Times New Roman" panose="02020603050405020304" pitchFamily="18" charset="0"/>
                <a:ea typeface="Times New Roman" panose="02020603050405020304" pitchFamily="18" charset="0"/>
              </a:rPr>
              <a:t>Pharmaceutical Export Compliance: </a:t>
            </a:r>
            <a:r>
              <a:rPr lang="en-IN" sz="2200" dirty="0">
                <a:effectLst/>
                <a:latin typeface="Times New Roman" panose="02020603050405020304" pitchFamily="18" charset="0"/>
                <a:ea typeface="Times New Roman" panose="02020603050405020304" pitchFamily="18" charset="0"/>
              </a:rPr>
              <a:t>Pharmaceutical Quality Control</a:t>
            </a:r>
            <a:endParaRPr lang="en-IN" sz="2200" dirty="0"/>
          </a:p>
        </p:txBody>
      </p:sp>
      <p:sp>
        <p:nvSpPr>
          <p:cNvPr id="5" name="TextBox 4">
            <a:extLst>
              <a:ext uri="{FF2B5EF4-FFF2-40B4-BE49-F238E27FC236}">
                <a16:creationId xmlns:a16="http://schemas.microsoft.com/office/drawing/2014/main" id="{9D2FEF3F-4C7B-4189-959E-9485244C8C64}"/>
              </a:ext>
            </a:extLst>
          </p:cNvPr>
          <p:cNvSpPr txBox="1"/>
          <p:nvPr/>
        </p:nvSpPr>
        <p:spPr>
          <a:xfrm>
            <a:off x="1447800" y="990600"/>
            <a:ext cx="7239000" cy="3679662"/>
          </a:xfrm>
          <a:prstGeom prst="rect">
            <a:avLst/>
          </a:prstGeom>
          <a:noFill/>
        </p:spPr>
        <p:txBody>
          <a:bodyPr wrap="square">
            <a:spAutoFit/>
          </a:bodyPr>
          <a:lstStyle/>
          <a:p>
            <a:pPr marL="342900" lvl="0" indent="-342900">
              <a:lnSpc>
                <a:spcPct val="150000"/>
              </a:lnSpc>
              <a:spcAft>
                <a:spcPts val="800"/>
              </a:spcAft>
              <a:buSzPts val="1000"/>
              <a:buFont typeface="Symbol" panose="05050102010706020507" pitchFamily="18" charset="2"/>
              <a:buChar char=""/>
              <a:tabLst>
                <a:tab pos="457200" algn="l"/>
              </a:tabLst>
            </a:pPr>
            <a:r>
              <a:rPr lang="en-IN" sz="1800" b="1" dirty="0">
                <a:effectLst/>
                <a:latin typeface="Times New Roman" panose="02020603050405020304" pitchFamily="18" charset="0"/>
                <a:ea typeface="Times New Roman" panose="02020603050405020304" pitchFamily="18" charset="0"/>
                <a:cs typeface="Times New Roman" panose="02020603050405020304" pitchFamily="18" charset="0"/>
              </a:rPr>
              <a:t>High Sensitivity</a:t>
            </a:r>
            <a:r>
              <a:rPr lang="en-IN" sz="1800" dirty="0">
                <a:effectLst/>
                <a:latin typeface="Times New Roman" panose="02020603050405020304" pitchFamily="18" charset="0"/>
                <a:ea typeface="Times New Roman" panose="02020603050405020304" pitchFamily="18" charset="0"/>
                <a:cs typeface="Times New Roman" panose="02020603050405020304" pitchFamily="18" charset="0"/>
              </a:rPr>
              <a:t>: Detects trace and ultra-trace levels of elements, essential for compliance with stringent regulations.</a:t>
            </a:r>
            <a:endParaRPr lang="en-IN" sz="16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50000"/>
              </a:lnSpc>
              <a:spcAft>
                <a:spcPts val="800"/>
              </a:spcAft>
              <a:buSzPts val="1000"/>
              <a:buFont typeface="Symbol" panose="05050102010706020507" pitchFamily="18" charset="2"/>
              <a:buChar char=""/>
              <a:tabLst>
                <a:tab pos="457200" algn="l"/>
              </a:tabLst>
            </a:pPr>
            <a:r>
              <a:rPr lang="en-IN" sz="1800" b="1" dirty="0">
                <a:effectLst/>
                <a:latin typeface="Times New Roman" panose="02020603050405020304" pitchFamily="18" charset="0"/>
                <a:ea typeface="Times New Roman" panose="02020603050405020304" pitchFamily="18" charset="0"/>
                <a:cs typeface="Times New Roman" panose="02020603050405020304" pitchFamily="18" charset="0"/>
              </a:rPr>
              <a:t>Multi-element Analysis</a:t>
            </a:r>
            <a:r>
              <a:rPr lang="en-IN" sz="1800" dirty="0">
                <a:effectLst/>
                <a:latin typeface="Times New Roman" panose="02020603050405020304" pitchFamily="18" charset="0"/>
                <a:ea typeface="Times New Roman" panose="02020603050405020304" pitchFamily="18" charset="0"/>
                <a:cs typeface="Times New Roman" panose="02020603050405020304" pitchFamily="18" charset="0"/>
              </a:rPr>
              <a:t>: Simultaneously </a:t>
            </a:r>
            <a:r>
              <a:rPr lang="en-IN" sz="1800" dirty="0" err="1">
                <a:effectLst/>
                <a:latin typeface="Times New Roman" panose="02020603050405020304" pitchFamily="18" charset="0"/>
                <a:ea typeface="Times New Roman" panose="02020603050405020304" pitchFamily="18" charset="0"/>
                <a:cs typeface="Times New Roman" panose="02020603050405020304" pitchFamily="18" charset="0"/>
              </a:rPr>
              <a:t>analyzes</a:t>
            </a:r>
            <a:r>
              <a:rPr lang="en-IN" sz="1800" dirty="0">
                <a:effectLst/>
                <a:latin typeface="Times New Roman" panose="02020603050405020304" pitchFamily="18" charset="0"/>
                <a:ea typeface="Times New Roman" panose="02020603050405020304" pitchFamily="18" charset="0"/>
                <a:cs typeface="Times New Roman" panose="02020603050405020304" pitchFamily="18" charset="0"/>
              </a:rPr>
              <a:t> multiple elements in one test, saving time and increasing efficiency.</a:t>
            </a:r>
            <a:endParaRPr lang="en-IN" sz="16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50000"/>
              </a:lnSpc>
              <a:spcAft>
                <a:spcPts val="800"/>
              </a:spcAft>
              <a:buSzPts val="1000"/>
              <a:buFont typeface="Symbol" panose="05050102010706020507" pitchFamily="18" charset="2"/>
              <a:buChar char=""/>
              <a:tabLst>
                <a:tab pos="457200" algn="l"/>
              </a:tabLst>
            </a:pPr>
            <a:r>
              <a:rPr lang="en-IN" sz="1800" b="1" dirty="0">
                <a:effectLst/>
                <a:latin typeface="Times New Roman" panose="02020603050405020304" pitchFamily="18" charset="0"/>
                <a:ea typeface="Times New Roman" panose="02020603050405020304" pitchFamily="18" charset="0"/>
                <a:cs typeface="Times New Roman" panose="02020603050405020304" pitchFamily="18" charset="0"/>
              </a:rPr>
              <a:t>Rapid and Accurate Results</a:t>
            </a:r>
            <a:r>
              <a:rPr lang="en-IN" sz="1800" dirty="0">
                <a:effectLst/>
                <a:latin typeface="Times New Roman" panose="02020603050405020304" pitchFamily="18" charset="0"/>
                <a:ea typeface="Times New Roman" panose="02020603050405020304" pitchFamily="18" charset="0"/>
                <a:cs typeface="Times New Roman" panose="02020603050405020304" pitchFamily="18" charset="0"/>
              </a:rPr>
              <a:t>: Delivers quick, precise measurements crucial for maintaining product quality and meeting regulatory timelines.</a:t>
            </a:r>
            <a:endParaRPr lang="en-IN" sz="16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nSpc>
                <a:spcPct val="150000"/>
              </a:lnSpc>
              <a:spcAft>
                <a:spcPts val="800"/>
              </a:spcAft>
              <a:buSzPts val="1000"/>
              <a:buFont typeface="Symbol" panose="05050102010706020507" pitchFamily="18" charset="2"/>
              <a:buChar char=""/>
              <a:tabLst>
                <a:tab pos="457200" algn="l"/>
              </a:tabLst>
            </a:pPr>
            <a:r>
              <a:rPr lang="en-IN" sz="1800" b="1" dirty="0">
                <a:effectLst/>
                <a:latin typeface="Times New Roman" panose="02020603050405020304" pitchFamily="18" charset="0"/>
                <a:ea typeface="Times New Roman" panose="02020603050405020304" pitchFamily="18" charset="0"/>
                <a:cs typeface="Times New Roman" panose="02020603050405020304" pitchFamily="18" charset="0"/>
              </a:rPr>
              <a:t>Global Regulatory Compliance</a:t>
            </a:r>
            <a:r>
              <a:rPr lang="en-IN" sz="1800" dirty="0">
                <a:effectLst/>
                <a:latin typeface="Times New Roman" panose="02020603050405020304" pitchFamily="18" charset="0"/>
                <a:ea typeface="Times New Roman" panose="02020603050405020304" pitchFamily="18" charset="0"/>
                <a:cs typeface="Times New Roman" panose="02020603050405020304" pitchFamily="18" charset="0"/>
              </a:rPr>
              <a:t>: Ensures drugs meet safety and quality standards set by organizations like </a:t>
            </a:r>
            <a:r>
              <a:rPr lang="en-IN" sz="1800" b="1" dirty="0">
                <a:effectLst/>
                <a:latin typeface="Times New Roman" panose="02020603050405020304" pitchFamily="18" charset="0"/>
                <a:ea typeface="Times New Roman" panose="02020603050405020304" pitchFamily="18" charset="0"/>
                <a:cs typeface="Times New Roman" panose="02020603050405020304" pitchFamily="18" charset="0"/>
              </a:rPr>
              <a:t>FDA</a:t>
            </a:r>
            <a:r>
              <a:rPr lang="en-IN"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IN" sz="1800" b="1" dirty="0">
                <a:effectLst/>
                <a:latin typeface="Times New Roman" panose="02020603050405020304" pitchFamily="18" charset="0"/>
                <a:ea typeface="Times New Roman" panose="02020603050405020304" pitchFamily="18" charset="0"/>
                <a:cs typeface="Times New Roman" panose="02020603050405020304" pitchFamily="18" charset="0"/>
              </a:rPr>
              <a:t>EMA</a:t>
            </a:r>
            <a:r>
              <a:rPr lang="en-IN" sz="1800" dirty="0">
                <a:effectLst/>
                <a:latin typeface="Times New Roman" panose="02020603050405020304" pitchFamily="18" charset="0"/>
                <a:ea typeface="Times New Roman" panose="02020603050405020304" pitchFamily="18" charset="0"/>
                <a:cs typeface="Times New Roman" panose="02020603050405020304" pitchFamily="18" charset="0"/>
              </a:rPr>
              <a:t>, and </a:t>
            </a:r>
            <a:r>
              <a:rPr lang="en-IN" sz="1800" b="1" dirty="0">
                <a:effectLst/>
                <a:latin typeface="Times New Roman" panose="02020603050405020304" pitchFamily="18" charset="0"/>
                <a:ea typeface="Times New Roman" panose="02020603050405020304" pitchFamily="18" charset="0"/>
                <a:cs typeface="Times New Roman" panose="02020603050405020304" pitchFamily="18" charset="0"/>
              </a:rPr>
              <a:t>WHO</a:t>
            </a:r>
            <a:r>
              <a:rPr lang="en-IN" sz="18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IN" sz="16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209277363"/>
      </p:ext>
    </p:extLst>
  </p:cSld>
  <p:clrMapOvr>
    <a:masterClrMapping/>
  </p:clrMapOvr>
  <p:transition>
    <p:wipe dir="d"/>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133600" y="2590801"/>
            <a:ext cx="5715000" cy="1323439"/>
          </a:xfrm>
          <a:prstGeom prst="rect">
            <a:avLst/>
          </a:prstGeom>
          <a:noFill/>
        </p:spPr>
        <p:txBody>
          <a:bodyPr wrap="square" rtlCol="0">
            <a:spAutoFit/>
          </a:bodyPr>
          <a:lstStyle/>
          <a:p>
            <a:pPr algn="ctr"/>
            <a:r>
              <a:rPr lang="en-US" sz="8000" dirty="0">
                <a:latin typeface="+mj-lt"/>
                <a:cs typeface="Arial" pitchFamily="34" charset="0"/>
              </a:rPr>
              <a:t>Thank you </a:t>
            </a:r>
          </a:p>
        </p:txBody>
      </p:sp>
    </p:spTree>
  </p:cSld>
  <p:clrMapOvr>
    <a:masterClrMapping/>
  </p:clrMapOvr>
  <p:transition>
    <p:wipe dir="d"/>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Safety Guidelines</a:t>
            </a:r>
          </a:p>
        </p:txBody>
      </p:sp>
      <p:sp>
        <p:nvSpPr>
          <p:cNvPr id="3" name="Content Placeholder 2"/>
          <p:cNvSpPr>
            <a:spLocks noGrp="1"/>
          </p:cNvSpPr>
          <p:nvPr>
            <p:ph idx="1"/>
          </p:nvPr>
        </p:nvSpPr>
        <p:spPr/>
        <p:txBody>
          <a:bodyPr>
            <a:normAutofit fontScale="77500" lnSpcReduction="20000"/>
          </a:bodyPr>
          <a:lstStyle/>
          <a:p>
            <a:pPr>
              <a:buNone/>
            </a:pPr>
            <a:r>
              <a:rPr lang="en-US" b="1" dirty="0"/>
              <a:t>Daily</a:t>
            </a:r>
          </a:p>
          <a:p>
            <a:pPr>
              <a:buNone/>
            </a:pPr>
            <a:endParaRPr lang="en-US" dirty="0"/>
          </a:p>
          <a:p>
            <a:r>
              <a:rPr lang="en-US" sz="2800" dirty="0">
                <a:latin typeface="Calibri" pitchFamily="34" charset="0"/>
                <a:cs typeface="Calibri" pitchFamily="34" charset="0"/>
              </a:rPr>
              <a:t>Check Argon level and pressure, inspect peristaltic pump tubing &amp; drain (connections OK, no filling of spray chamber or connector) and visual inspection of sample cone exterior. Don’t use any kind of glass ware during sample preparation.</a:t>
            </a:r>
          </a:p>
          <a:p>
            <a:r>
              <a:rPr lang="en-US" sz="2800" dirty="0">
                <a:latin typeface="Calibri" pitchFamily="34" charset="0"/>
                <a:cs typeface="Calibri" pitchFamily="34" charset="0"/>
              </a:rPr>
              <a:t>Typical Argon gas pressure range on Gas panel is 6-7kg/cm2(&lt;7kg/cm2) with 20L/min flow and for cell Gas I.e. Helium pressure on Gas Panel is 1-1.5kg/cm2.</a:t>
            </a:r>
          </a:p>
          <a:p>
            <a:r>
              <a:rPr lang="en-US" sz="2800" dirty="0">
                <a:latin typeface="Calibri" pitchFamily="34" charset="0"/>
                <a:cs typeface="Calibri" pitchFamily="34" charset="0"/>
              </a:rPr>
              <a:t>Always set the following pressure on Dual stage regulator line pressure to 8kg/cms2 for Argon and for Helium 2kg/cm2.</a:t>
            </a:r>
          </a:p>
          <a:p>
            <a:r>
              <a:rPr lang="en-US" sz="2800" dirty="0">
                <a:latin typeface="Calibri" pitchFamily="34" charset="0"/>
                <a:cs typeface="Calibri" pitchFamily="34" charset="0"/>
              </a:rPr>
              <a:t>Purge the system with Argon gas for 10 min daily before start-up</a:t>
            </a:r>
          </a:p>
          <a:p>
            <a:r>
              <a:rPr lang="en-US" sz="2800" dirty="0">
                <a:latin typeface="Calibri" pitchFamily="34" charset="0"/>
                <a:cs typeface="Calibri" pitchFamily="34" charset="0"/>
              </a:rPr>
              <a:t>Purge the system with Helium gas for 20 min daily before start-up</a:t>
            </a:r>
          </a:p>
          <a:p>
            <a:endParaRPr lang="en-US" sz="2800" dirty="0">
              <a:latin typeface="Calibri" pitchFamily="34" charset="0"/>
              <a:cs typeface="Calibri" pitchFamily="34" charset="0"/>
            </a:endParaRPr>
          </a:p>
        </p:txBody>
      </p:sp>
    </p:spTree>
    <p:extLst>
      <p:ext uri="{BB962C8B-B14F-4D97-AF65-F5344CB8AC3E}">
        <p14:creationId xmlns:p14="http://schemas.microsoft.com/office/powerpoint/2010/main" val="3632648942"/>
      </p:ext>
    </p:extLst>
  </p:cSld>
  <p:clrMapOvr>
    <a:masterClrMapping/>
  </p:clrMapOvr>
  <p:transition>
    <p:wipe dir="d"/>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066800" y="762000"/>
            <a:ext cx="8077200" cy="5262979"/>
          </a:xfrm>
          <a:prstGeom prst="rect">
            <a:avLst/>
          </a:prstGeom>
        </p:spPr>
        <p:txBody>
          <a:bodyPr wrap="square">
            <a:spAutoFit/>
          </a:bodyPr>
          <a:lstStyle/>
          <a:p>
            <a:pPr>
              <a:buFont typeface="Wingdings" pitchFamily="2" charset="2"/>
              <a:buChar char="Ø"/>
            </a:pPr>
            <a:r>
              <a:rPr lang="en-US" sz="2400" dirty="0">
                <a:latin typeface="Calibri" pitchFamily="34" charset="0"/>
                <a:cs typeface="Calibri" pitchFamily="34" charset="0"/>
              </a:rPr>
              <a:t>Check the Peristaltic Pump tubing, replace if required</a:t>
            </a:r>
          </a:p>
          <a:p>
            <a:pPr>
              <a:buFont typeface="Wingdings" pitchFamily="2" charset="2"/>
              <a:buChar char="Ø"/>
            </a:pPr>
            <a:r>
              <a:rPr lang="en-US" sz="2400" dirty="0">
                <a:latin typeface="Calibri" pitchFamily="34" charset="0"/>
                <a:cs typeface="Calibri" pitchFamily="34" charset="0"/>
              </a:rPr>
              <a:t>After Plasma ignition wait for 20-30 min to stabilize the plasma</a:t>
            </a:r>
          </a:p>
          <a:p>
            <a:pPr>
              <a:buFont typeface="Wingdings" pitchFamily="2" charset="2"/>
              <a:buChar char="Ø"/>
            </a:pPr>
            <a:r>
              <a:rPr lang="en-US" sz="2400" dirty="0">
                <a:latin typeface="Calibri" pitchFamily="34" charset="0"/>
                <a:cs typeface="Calibri" pitchFamily="34" charset="0"/>
              </a:rPr>
              <a:t>Start the Chiller 5 min. before plasma ignition</a:t>
            </a:r>
          </a:p>
          <a:p>
            <a:pPr>
              <a:buFont typeface="Wingdings" pitchFamily="2" charset="2"/>
              <a:buChar char="Ø"/>
            </a:pPr>
            <a:r>
              <a:rPr lang="en-US" sz="2400" dirty="0">
                <a:latin typeface="Calibri" pitchFamily="34" charset="0"/>
                <a:cs typeface="Calibri" pitchFamily="34" charset="0"/>
              </a:rPr>
              <a:t>Exhaust should be on continuously (24hrs x 7days)</a:t>
            </a:r>
          </a:p>
          <a:p>
            <a:pPr>
              <a:buFont typeface="Wingdings" pitchFamily="2" charset="2"/>
              <a:buChar char="Ø"/>
            </a:pPr>
            <a:r>
              <a:rPr lang="en-US" sz="2400" dirty="0">
                <a:latin typeface="Calibri" pitchFamily="34" charset="0"/>
                <a:cs typeface="Calibri" pitchFamily="34" charset="0"/>
              </a:rPr>
              <a:t>Vacuum should be on continuously i.e. system should be in standby mode always.</a:t>
            </a:r>
          </a:p>
          <a:p>
            <a:pPr>
              <a:buFont typeface="Wingdings" pitchFamily="2" charset="2"/>
              <a:buChar char="Ø"/>
            </a:pPr>
            <a:r>
              <a:rPr lang="en-US" sz="2400" dirty="0">
                <a:latin typeface="Calibri" pitchFamily="34" charset="0"/>
                <a:cs typeface="Calibri" pitchFamily="34" charset="0"/>
              </a:rPr>
              <a:t>Maintain Room Temperature between 15-30 °C, &lt; 2 °C/h change and total change should be &lt; 5 °C &amp; Humidity 20-80 %.</a:t>
            </a:r>
          </a:p>
          <a:p>
            <a:pPr>
              <a:buFont typeface="Wingdings" pitchFamily="2" charset="2"/>
              <a:buChar char="Ø"/>
            </a:pPr>
            <a:r>
              <a:rPr lang="en-US" sz="2400" dirty="0">
                <a:latin typeface="Calibri" pitchFamily="34" charset="0"/>
                <a:cs typeface="Calibri" pitchFamily="34" charset="0"/>
              </a:rPr>
              <a:t>Room atmosphere should be Non Condensing and Non Corrosive. Frequently, as needed</a:t>
            </a:r>
          </a:p>
          <a:p>
            <a:pPr>
              <a:buFont typeface="Wingdings" pitchFamily="2" charset="2"/>
              <a:buChar char="Ø"/>
            </a:pPr>
            <a:r>
              <a:rPr lang="en-US" sz="2400" dirty="0">
                <a:latin typeface="Calibri" pitchFamily="34" charset="0"/>
                <a:cs typeface="Calibri" pitchFamily="34" charset="0"/>
              </a:rPr>
              <a:t>Empty the drain reservoirs, thorough visual inspection of both cones, check </a:t>
            </a:r>
            <a:r>
              <a:rPr lang="en-US" sz="2400" dirty="0" err="1">
                <a:latin typeface="Calibri" pitchFamily="34" charset="0"/>
                <a:cs typeface="Calibri" pitchFamily="34" charset="0"/>
              </a:rPr>
              <a:t>nebulization</a:t>
            </a:r>
            <a:r>
              <a:rPr lang="en-US" sz="2400" dirty="0">
                <a:latin typeface="Calibri" pitchFamily="34" charset="0"/>
                <a:cs typeface="Calibri" pitchFamily="34" charset="0"/>
              </a:rPr>
              <a:t>, replace peristaltic pump tubing, clean torch, check recirculation water level.</a:t>
            </a:r>
          </a:p>
        </p:txBody>
      </p:sp>
    </p:spTree>
    <p:extLst>
      <p:ext uri="{BB962C8B-B14F-4D97-AF65-F5344CB8AC3E}">
        <p14:creationId xmlns:p14="http://schemas.microsoft.com/office/powerpoint/2010/main" val="4012171969"/>
      </p:ext>
    </p:extLst>
  </p:cSld>
  <p:clrMapOvr>
    <a:masterClrMapping/>
  </p:clrMapOvr>
  <p:transition>
    <p:wipe dir="d"/>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5" name="Rectangle 1"/>
          <p:cNvSpPr>
            <a:spLocks noChangeArrowheads="1"/>
          </p:cNvSpPr>
          <p:nvPr/>
        </p:nvSpPr>
        <p:spPr bwMode="auto">
          <a:xfrm>
            <a:off x="1143000" y="457200"/>
            <a:ext cx="7848600" cy="2008242"/>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2400" b="1" i="0" u="none" strike="noStrike" cap="none" normalizeH="0" baseline="0" dirty="0">
                <a:ln>
                  <a:noFill/>
                </a:ln>
                <a:solidFill>
                  <a:schemeClr val="tx1"/>
                </a:solidFill>
                <a:effectLst/>
                <a:latin typeface="Calibri" pitchFamily="34" charset="0"/>
                <a:ea typeface="Times New Roman" pitchFamily="18" charset="0"/>
                <a:cs typeface="Calibri" pitchFamily="34" charset="0"/>
              </a:rPr>
              <a:t>Weekly</a:t>
            </a:r>
            <a:endParaRPr kumimoji="0" lang="en-US" sz="2400" b="0" i="0" u="none" strike="noStrike" cap="none" normalizeH="0" baseline="0" dirty="0">
              <a:ln>
                <a:noFill/>
              </a:ln>
              <a:solidFill>
                <a:schemeClr val="tx1"/>
              </a:solidFill>
              <a:effectLst/>
              <a:latin typeface="Calibri" pitchFamily="34" charset="0"/>
              <a:cs typeface="Calibri"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sz="2400" b="0" i="0" u="none" strike="noStrike" cap="none" normalizeH="0" baseline="0" dirty="0">
                <a:ln>
                  <a:noFill/>
                </a:ln>
                <a:solidFill>
                  <a:schemeClr val="tx1"/>
                </a:solidFill>
                <a:effectLst/>
                <a:latin typeface="Calibri" pitchFamily="34" charset="0"/>
                <a:ea typeface="Times New Roman" pitchFamily="18" charset="0"/>
                <a:cs typeface="Calibri" pitchFamily="34" charset="0"/>
              </a:rPr>
              <a:t>• Re-prepare or re-dispense tuning solutions and rinses.</a:t>
            </a:r>
            <a:endParaRPr kumimoji="0" lang="en-US" sz="2400" b="0" i="0" u="none" strike="noStrike" cap="none" normalizeH="0" baseline="0" dirty="0">
              <a:ln>
                <a:noFill/>
              </a:ln>
              <a:solidFill>
                <a:schemeClr val="tx1"/>
              </a:solidFill>
              <a:effectLst/>
              <a:latin typeface="Calibri" pitchFamily="34" charset="0"/>
              <a:cs typeface="Calibri"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sz="2400" b="0" i="0" u="none" strike="noStrike" cap="none" normalizeH="0" baseline="0" dirty="0">
                <a:ln>
                  <a:noFill/>
                </a:ln>
                <a:solidFill>
                  <a:schemeClr val="tx1"/>
                </a:solidFill>
                <a:effectLst/>
                <a:latin typeface="Calibri" pitchFamily="34" charset="0"/>
                <a:ea typeface="Times New Roman" pitchFamily="18" charset="0"/>
                <a:cs typeface="Calibri" pitchFamily="34" charset="0"/>
              </a:rPr>
              <a:t>• Observe Torch, Connector, bonnet, Spray chamber, Nebulizer, Sample Cone &amp;</a:t>
            </a:r>
            <a:r>
              <a:rPr lang="en-US" sz="2400" dirty="0">
                <a:latin typeface="Calibri" pitchFamily="34" charset="0"/>
                <a:ea typeface="Times New Roman" pitchFamily="18" charset="0"/>
                <a:cs typeface="Calibri" pitchFamily="34" charset="0"/>
              </a:rPr>
              <a:t> </a:t>
            </a:r>
            <a:r>
              <a:rPr kumimoji="0" lang="en-US" sz="2400" b="0" i="0" u="none" strike="noStrike" cap="none" normalizeH="0" baseline="0" dirty="0">
                <a:ln>
                  <a:noFill/>
                </a:ln>
                <a:solidFill>
                  <a:schemeClr val="tx1"/>
                </a:solidFill>
                <a:effectLst/>
                <a:latin typeface="Calibri" pitchFamily="34" charset="0"/>
                <a:ea typeface="Times New Roman" pitchFamily="18" charset="0"/>
                <a:cs typeface="Calibri" pitchFamily="34" charset="0"/>
              </a:rPr>
              <a:t>skimmer cones. Clean if it is contaminated, this cleaning depends on Usage of</a:t>
            </a:r>
            <a:r>
              <a:rPr kumimoji="0" lang="en-US" sz="2400" b="0" i="0" u="none" strike="noStrike" cap="none" normalizeH="0" dirty="0">
                <a:ln>
                  <a:noFill/>
                </a:ln>
                <a:solidFill>
                  <a:schemeClr val="tx1"/>
                </a:solidFill>
                <a:effectLst/>
                <a:latin typeface="Calibri" pitchFamily="34" charset="0"/>
                <a:ea typeface="Times New Roman" pitchFamily="18" charset="0"/>
                <a:cs typeface="Calibri" pitchFamily="34" charset="0"/>
              </a:rPr>
              <a:t> </a:t>
            </a:r>
            <a:r>
              <a:rPr kumimoji="0" lang="en-US" sz="2400" b="0" i="0" u="none" strike="noStrike" cap="none" normalizeH="0" baseline="0" dirty="0">
                <a:ln>
                  <a:noFill/>
                </a:ln>
                <a:solidFill>
                  <a:schemeClr val="tx1"/>
                </a:solidFill>
                <a:effectLst/>
                <a:latin typeface="Calibri" pitchFamily="34" charset="0"/>
                <a:ea typeface="Times New Roman" pitchFamily="18" charset="0"/>
                <a:cs typeface="Calibri" pitchFamily="34" charset="0"/>
              </a:rPr>
              <a:t>System</a:t>
            </a:r>
            <a:r>
              <a:rPr kumimoji="0" lang="en-US" sz="2400" b="0" i="0" u="none" strike="noStrike" cap="none" normalizeH="0" baseline="0" dirty="0">
                <a:ln>
                  <a:noFill/>
                </a:ln>
                <a:solidFill>
                  <a:schemeClr val="tx1"/>
                </a:solidFill>
                <a:effectLst/>
                <a:latin typeface="Calibri" pitchFamily="34" charset="0"/>
                <a:cs typeface="Calibri" pitchFamily="34" charset="0"/>
              </a:rPr>
              <a:t> </a:t>
            </a:r>
          </a:p>
        </p:txBody>
      </p:sp>
    </p:spTree>
    <p:extLst>
      <p:ext uri="{BB962C8B-B14F-4D97-AF65-F5344CB8AC3E}">
        <p14:creationId xmlns:p14="http://schemas.microsoft.com/office/powerpoint/2010/main" val="3956567970"/>
      </p:ext>
    </p:extLst>
  </p:cSld>
  <p:clrMapOvr>
    <a:masterClrMapping/>
  </p:clrMapOvr>
  <p:transition>
    <p:wipe dir="d"/>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69" name="Rectangle 1"/>
          <p:cNvSpPr>
            <a:spLocks noChangeArrowheads="1"/>
          </p:cNvSpPr>
          <p:nvPr/>
        </p:nvSpPr>
        <p:spPr bwMode="auto">
          <a:xfrm>
            <a:off x="1295400" y="653534"/>
            <a:ext cx="7696200" cy="4154984"/>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2400" b="1" i="0" u="none" strike="noStrike" cap="none" normalizeH="0" baseline="0" dirty="0">
                <a:ln>
                  <a:noFill/>
                </a:ln>
                <a:solidFill>
                  <a:schemeClr val="tx1"/>
                </a:solidFill>
                <a:effectLst/>
                <a:latin typeface="Calibri" pitchFamily="34" charset="0"/>
                <a:ea typeface="Times New Roman" pitchFamily="18" charset="0"/>
                <a:cs typeface="Calibri" pitchFamily="34" charset="0"/>
              </a:rPr>
              <a:t>Monthly</a:t>
            </a:r>
            <a:endParaRPr kumimoji="0" lang="en-US" sz="2400" b="0" i="0" u="none" strike="noStrike" cap="none" normalizeH="0" baseline="0" dirty="0">
              <a:ln>
                <a:noFill/>
              </a:ln>
              <a:solidFill>
                <a:schemeClr val="tx1"/>
              </a:solidFill>
              <a:effectLst/>
              <a:latin typeface="Calibri" pitchFamily="34" charset="0"/>
              <a:cs typeface="Calibri"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sz="2400" b="0" i="0" u="none" strike="noStrike" cap="none" normalizeH="0" baseline="0" dirty="0">
                <a:ln>
                  <a:noFill/>
                </a:ln>
                <a:solidFill>
                  <a:schemeClr val="tx1"/>
                </a:solidFill>
                <a:effectLst/>
                <a:latin typeface="Calibri" pitchFamily="34" charset="0"/>
                <a:ea typeface="Times New Roman" pitchFamily="18" charset="0"/>
                <a:cs typeface="Calibri" pitchFamily="34" charset="0"/>
              </a:rPr>
              <a:t>• Check rotary pump oil level, check oil mist filter condition, check extraction lens and clean if discolored.</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Calibri" pitchFamily="34" charset="0"/>
              <a:cs typeface="Calibri"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sz="2400" b="1" i="0" u="none" strike="noStrike" cap="none" normalizeH="0" baseline="0" dirty="0">
                <a:ln>
                  <a:noFill/>
                </a:ln>
                <a:solidFill>
                  <a:schemeClr val="tx1"/>
                </a:solidFill>
                <a:effectLst/>
                <a:latin typeface="Calibri" pitchFamily="34" charset="0"/>
                <a:ea typeface="Times New Roman" pitchFamily="18" charset="0"/>
                <a:cs typeface="Calibri" pitchFamily="34" charset="0"/>
              </a:rPr>
              <a:t>Every 6 months</a:t>
            </a:r>
            <a:endParaRPr kumimoji="0" lang="en-US" sz="2400" b="0" i="0" u="none" strike="noStrike" cap="none" normalizeH="0" baseline="0" dirty="0">
              <a:ln>
                <a:noFill/>
              </a:ln>
              <a:solidFill>
                <a:schemeClr val="tx1"/>
              </a:solidFill>
              <a:effectLst/>
              <a:latin typeface="Calibri" pitchFamily="34" charset="0"/>
              <a:cs typeface="Calibri"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sz="2400" b="0" i="0" u="none" strike="noStrike" cap="none" normalizeH="0" baseline="0" dirty="0">
                <a:ln>
                  <a:noFill/>
                </a:ln>
                <a:solidFill>
                  <a:schemeClr val="tx1"/>
                </a:solidFill>
                <a:effectLst/>
                <a:latin typeface="Calibri" pitchFamily="34" charset="0"/>
                <a:ea typeface="Times New Roman" pitchFamily="18" charset="0"/>
                <a:cs typeface="Calibri" pitchFamily="34" charset="0"/>
              </a:rPr>
              <a:t>• Check extraction and off-axis lenses, change rotary pump oil, check/replace gas tubing, check/replace pump mist filter.</a:t>
            </a:r>
            <a:endParaRPr kumimoji="0" lang="en-US" sz="2400" b="0" i="0" u="none" strike="noStrike" cap="none" normalizeH="0" baseline="0" dirty="0">
              <a:ln>
                <a:noFill/>
              </a:ln>
              <a:solidFill>
                <a:schemeClr val="tx1"/>
              </a:solidFill>
              <a:effectLst/>
              <a:latin typeface="Calibri" pitchFamily="34" charset="0"/>
              <a:cs typeface="Calibri"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sz="2400" b="0" i="0" u="none" strike="noStrike" cap="none" normalizeH="0" baseline="0" dirty="0">
                <a:ln>
                  <a:noFill/>
                </a:ln>
                <a:solidFill>
                  <a:schemeClr val="tx1"/>
                </a:solidFill>
                <a:effectLst/>
                <a:latin typeface="Calibri" pitchFamily="34" charset="0"/>
                <a:ea typeface="Times New Roman" pitchFamily="18" charset="0"/>
                <a:cs typeface="Calibri" pitchFamily="34" charset="0"/>
              </a:rPr>
              <a:t>• Replace Sample &amp; Skimmer cones if deteriorated Infrequently performed, but important to perform (as indicated)</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Calibri" pitchFamily="34" charset="0"/>
              <a:cs typeface="Calibri" pitchFamily="34" charset="0"/>
            </a:endParaRPr>
          </a:p>
        </p:txBody>
      </p:sp>
    </p:spTree>
    <p:extLst>
      <p:ext uri="{BB962C8B-B14F-4D97-AF65-F5344CB8AC3E}">
        <p14:creationId xmlns:p14="http://schemas.microsoft.com/office/powerpoint/2010/main" val="1159173555"/>
      </p:ext>
    </p:extLst>
  </p:cSld>
  <p:clrMapOvr>
    <a:masterClrMapping/>
  </p:clrMapOvr>
  <p:transition>
    <p:wipe dir="d"/>
  </p:transition>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olstice">
  <a:themeElements>
    <a:clrScheme name="Concourse">
      <a:dk1>
        <a:sysClr val="windowText" lastClr="000000"/>
      </a:dk1>
      <a:lt1>
        <a:sysClr val="window" lastClr="FFFFFF"/>
      </a:lt1>
      <a:dk2>
        <a:srgbClr val="464646"/>
      </a:dk2>
      <a:lt2>
        <a:srgbClr val="DEF5FA"/>
      </a:lt2>
      <a:accent1>
        <a:srgbClr val="2DA2BF"/>
      </a:accent1>
      <a:accent2>
        <a:srgbClr val="DA1F28"/>
      </a:accent2>
      <a:accent3>
        <a:srgbClr val="EB641B"/>
      </a:accent3>
      <a:accent4>
        <a:srgbClr val="39639D"/>
      </a:accent4>
      <a:accent5>
        <a:srgbClr val="474B78"/>
      </a:accent5>
      <a:accent6>
        <a:srgbClr val="7D3C4A"/>
      </a:accent6>
      <a:hlink>
        <a:srgbClr val="FF8119"/>
      </a:hlink>
      <a:folHlink>
        <a:srgbClr val="44B9E8"/>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Solstice">
      <a:fillStyleLst>
        <a:solidFill>
          <a:schemeClr val="phClr"/>
        </a:solidFill>
        <a:gradFill rotWithShape="1">
          <a:gsLst>
            <a:gs pos="0">
              <a:schemeClr val="phClr">
                <a:tint val="35000"/>
                <a:satMod val="253000"/>
              </a:schemeClr>
            </a:gs>
            <a:gs pos="50000">
              <a:schemeClr val="phClr">
                <a:tint val="42000"/>
                <a:satMod val="255000"/>
              </a:schemeClr>
            </a:gs>
            <a:gs pos="97000">
              <a:schemeClr val="phClr">
                <a:tint val="53000"/>
                <a:satMod val="260000"/>
              </a:schemeClr>
            </a:gs>
            <a:gs pos="100000">
              <a:schemeClr val="phClr">
                <a:tint val="56000"/>
                <a:satMod val="275000"/>
              </a:schemeClr>
            </a:gs>
          </a:gsLst>
          <a:path path="circle">
            <a:fillToRect l="50000" t="50000" r="50000" b="50000"/>
          </a:path>
        </a:gradFill>
        <a:gradFill rotWithShape="1">
          <a:gsLst>
            <a:gs pos="0">
              <a:schemeClr val="phClr">
                <a:tint val="92000"/>
                <a:satMod val="170000"/>
              </a:schemeClr>
            </a:gs>
            <a:gs pos="15000">
              <a:schemeClr val="phClr">
                <a:tint val="92000"/>
                <a:shade val="99000"/>
                <a:satMod val="170000"/>
              </a:schemeClr>
            </a:gs>
            <a:gs pos="62000">
              <a:schemeClr val="phClr">
                <a:tint val="96000"/>
                <a:shade val="80000"/>
                <a:satMod val="170000"/>
              </a:schemeClr>
            </a:gs>
            <a:gs pos="97000">
              <a:schemeClr val="phClr">
                <a:tint val="98000"/>
                <a:shade val="63000"/>
                <a:satMod val="170000"/>
              </a:schemeClr>
            </a:gs>
            <a:gs pos="100000">
              <a:schemeClr val="phClr">
                <a:shade val="62000"/>
                <a:satMod val="170000"/>
              </a:schemeClr>
            </a:gs>
          </a:gsLst>
          <a:path path="circle">
            <a:fillToRect l="50000" t="50000" r="50000" b="50000"/>
          </a:path>
        </a:gradFill>
      </a:fillStyleLst>
      <a:lnStyleLst>
        <a:ln w="9525" cap="flat" cmpd="sng" algn="ctr">
          <a:solidFill>
            <a:schemeClr val="phClr"/>
          </a:solidFill>
          <a:prstDash val="solid"/>
        </a:ln>
        <a:ln w="25400" cap="flat" cmpd="sng" algn="ctr">
          <a:solidFill>
            <a:schemeClr val="phClr"/>
          </a:solidFill>
          <a:prstDash val="solid"/>
        </a:ln>
        <a:ln w="25400" cap="flat" cmpd="sng" algn="ctr">
          <a:solidFill>
            <a:schemeClr val="phClr"/>
          </a:solidFill>
          <a:prstDash val="solid"/>
        </a:ln>
      </a:lnStyleLst>
      <a:effectStyleLst>
        <a:effectStyle>
          <a:effectLst>
            <a:outerShdw blurRad="63500" dist="25400" dir="5400000" rotWithShape="0">
              <a:srgbClr val="000000">
                <a:alpha val="43137"/>
              </a:srgbClr>
            </a:outerShdw>
          </a:effectLst>
        </a:effectStyle>
        <a:effectStyle>
          <a:effectLst>
            <a:outerShdw blurRad="63500" dist="25400" dir="5400000" rotWithShape="0">
              <a:srgbClr val="000000">
                <a:alpha val="43137"/>
              </a:srgbClr>
            </a:outerShdw>
          </a:effectLst>
          <a:scene3d>
            <a:camera prst="orthographicFront" fov="0">
              <a:rot lat="0" lon="0" rev="0"/>
            </a:camera>
            <a:lightRig rig="brightRoom" dir="tl">
              <a:rot lat="0" lon="0" rev="8700000"/>
            </a:lightRig>
          </a:scene3d>
          <a:sp3d contourW="12700">
            <a:bevelT w="0" h="0"/>
            <a:contourClr>
              <a:schemeClr val="phClr">
                <a:shade val="80000"/>
              </a:schemeClr>
            </a:contourClr>
          </a:sp3d>
        </a:effectStyle>
        <a:effectStyle>
          <a:effectLst>
            <a:outerShdw blurRad="63500" dist="25400" dir="5400000" rotWithShape="0">
              <a:srgbClr val="000000">
                <a:alpha val="43137"/>
              </a:srgbClr>
            </a:outerShdw>
          </a:effectLst>
          <a:scene3d>
            <a:camera prst="orthographicFront" fov="0">
              <a:rot lat="0" lon="0" rev="0"/>
            </a:camera>
            <a:lightRig rig="brightRoom" dir="tl">
              <a:rot lat="0" lon="0" rev="5400000"/>
            </a:lightRig>
          </a:scene3d>
          <a:sp3d contourW="12700">
            <a:bevelT w="25400" h="50800" prst="angle"/>
            <a:contourClr>
              <a:schemeClr val="phClr"/>
            </a:contourClr>
          </a:sp3d>
        </a:effectStyle>
      </a:effectStyleLst>
      <a:bgFillStyleLst>
        <a:solidFill>
          <a:schemeClr val="phClr"/>
        </a:solidFill>
        <a:gradFill rotWithShape="1">
          <a:gsLst>
            <a:gs pos="0">
              <a:schemeClr val="phClr">
                <a:tint val="60000"/>
                <a:satMod val="355000"/>
              </a:schemeClr>
            </a:gs>
            <a:gs pos="40000">
              <a:schemeClr val="phClr">
                <a:tint val="85000"/>
                <a:satMod val="320000"/>
              </a:schemeClr>
            </a:gs>
            <a:gs pos="100000">
              <a:schemeClr val="phClr">
                <a:shade val="55000"/>
                <a:satMod val="300000"/>
              </a:schemeClr>
            </a:gs>
          </a:gsLst>
          <a:path path="circle">
            <a:fillToRect l="-24500" t="-20000" r="124500" b="120000"/>
          </a:path>
        </a:gradFill>
        <a:blipFill>
          <a:blip xmlns:r="http://schemas.openxmlformats.org/officeDocument/2006/relationships" r:embed="rId1">
            <a:duotone>
              <a:schemeClr val="phClr">
                <a:shade val="9000"/>
                <a:satMod val="300000"/>
              </a:schemeClr>
              <a:schemeClr val="phClr">
                <a:tint val="90000"/>
                <a:satMod val="225000"/>
              </a:schemeClr>
            </a:duotone>
          </a:blip>
          <a:tile tx="0" ty="0" sx="90000" sy="90000" flip="xy"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2531</TotalTime>
  <Words>3118</Words>
  <Application>Microsoft Office PowerPoint</Application>
  <PresentationFormat>On-screen Show (4:3)</PresentationFormat>
  <Paragraphs>426</Paragraphs>
  <Slides>51</Slides>
  <Notes>2</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51</vt:i4>
      </vt:variant>
    </vt:vector>
  </HeadingPairs>
  <TitlesOfParts>
    <vt:vector size="62" baseType="lpstr">
      <vt:lpstr>Arial</vt:lpstr>
      <vt:lpstr>Arial MT</vt:lpstr>
      <vt:lpstr>Calibri</vt:lpstr>
      <vt:lpstr>Comic Sans MS</vt:lpstr>
      <vt:lpstr>Courier New</vt:lpstr>
      <vt:lpstr>Symbol</vt:lpstr>
      <vt:lpstr>Times New Roman</vt:lpstr>
      <vt:lpstr>Verdana</vt:lpstr>
      <vt:lpstr>Wingdings</vt:lpstr>
      <vt:lpstr>Wingdings 2</vt:lpstr>
      <vt:lpstr>Solstice</vt:lpstr>
      <vt:lpstr>Tools for Geochemical Analysis   Dr. Anoop Ambili </vt:lpstr>
      <vt:lpstr>PowerPoint Presentation</vt:lpstr>
      <vt:lpstr>PowerPoint Presentation</vt:lpstr>
      <vt:lpstr>Elements analysed using ICP-MS</vt:lpstr>
      <vt:lpstr>PowerPoint Presentation</vt:lpstr>
      <vt:lpstr>PowerPoint Presentation</vt:lpstr>
      <vt:lpstr>Basic instrument component function</vt:lpstr>
      <vt:lpstr>PowerPoint Presentation</vt:lpstr>
      <vt:lpstr>PowerPoint Presentation</vt:lpstr>
      <vt:lpstr>PowerPoint Presentation</vt:lpstr>
      <vt:lpstr>PowerPoint Presentation</vt:lpstr>
      <vt:lpstr>PowerPoint Presentation</vt:lpstr>
      <vt:lpstr>PowerPoint Presentation</vt:lpstr>
      <vt:lpstr>Ionization Process</vt:lpstr>
      <vt:lpstr>Typical ionization for elements</vt:lpstr>
      <vt:lpstr>ICP Interface Region</vt:lpstr>
      <vt:lpstr>Interface</vt:lpstr>
      <vt:lpstr>INTERFACE</vt:lpstr>
      <vt:lpstr>Ion Lenses</vt:lpstr>
      <vt:lpstr>ICP Ion Focussing Region</vt:lpstr>
      <vt:lpstr>Ion Focusing</vt:lpstr>
      <vt:lpstr>Mass Analyzer- Quadrupole</vt:lpstr>
      <vt:lpstr>Detector</vt:lpstr>
      <vt:lpstr>Ion Detectors</vt:lpstr>
      <vt:lpstr>PowerPoint Presentation</vt:lpstr>
      <vt:lpstr>PowerPoint Presentation</vt:lpstr>
      <vt:lpstr>Collision Reaction Cell</vt:lpstr>
      <vt:lpstr>PowerPoint Presentation</vt:lpstr>
      <vt:lpstr>PowerPoint Presentation</vt:lpstr>
      <vt:lpstr>Sample Preparation</vt:lpstr>
      <vt:lpstr>Internal Stadardization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Key take away</vt:lpstr>
      <vt:lpstr>PowerPoint Presentation</vt:lpstr>
      <vt:lpstr>PowerPoint Presentation</vt:lpstr>
      <vt:lpstr>Safety Guidelines</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ICP-MS</dc:title>
  <dc:creator>Dell</dc:creator>
  <cp:lastModifiedBy>Dell</cp:lastModifiedBy>
  <cp:revision>65</cp:revision>
  <dcterms:created xsi:type="dcterms:W3CDTF">2006-08-16T00:00:00Z</dcterms:created>
  <dcterms:modified xsi:type="dcterms:W3CDTF">2025-02-21T11:18:48Z</dcterms:modified>
</cp:coreProperties>
</file>