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17" r:id="rId3"/>
    <p:sldId id="353" r:id="rId4"/>
    <p:sldId id="343" r:id="rId5"/>
    <p:sldId id="259" r:id="rId6"/>
    <p:sldId id="260" r:id="rId7"/>
    <p:sldId id="265" r:id="rId8"/>
    <p:sldId id="360" r:id="rId9"/>
    <p:sldId id="322" r:id="rId10"/>
    <p:sldId id="316" r:id="rId11"/>
    <p:sldId id="355" r:id="rId12"/>
    <p:sldId id="345" r:id="rId13"/>
    <p:sldId id="351" r:id="rId14"/>
    <p:sldId id="358" r:id="rId15"/>
    <p:sldId id="346" r:id="rId16"/>
    <p:sldId id="315" r:id="rId17"/>
    <p:sldId id="311" r:id="rId18"/>
    <p:sldId id="359" r:id="rId19"/>
    <p:sldId id="318" r:id="rId20"/>
    <p:sldId id="263" r:id="rId21"/>
    <p:sldId id="324" r:id="rId22"/>
    <p:sldId id="261" r:id="rId23"/>
    <p:sldId id="325" r:id="rId24"/>
    <p:sldId id="321" r:id="rId25"/>
    <p:sldId id="320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1180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12BC94-826C-44CC-9139-4D8AF4CCD7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DB217-5036-48E7-9F80-D8568EC4E5C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4495E4C6-17AD-4BA4-85ED-1CEF5353A859}" type="datetimeFigureOut">
              <a:rPr lang="en-IN"/>
              <a:pPr>
                <a:defRPr/>
              </a:pPr>
              <a:t>21-01-2025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E099106-0BB6-43A6-A3E2-09D734B29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FBCB12F-E21B-4BB3-98A4-F84DE7942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2BC49-BC64-4703-B80A-9476428F94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D10B2-65DA-4A6A-9411-A7CE5F94A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A50488F-DB6A-40AC-8FA4-772BF47F032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07228DD-F9E1-439F-B13D-7A09BC9CD3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DEF8D3-3177-4821-8AB8-0D065595E1BA}" type="slidenum">
              <a:rPr lang="de-CH" altLang="en-US" smtClean="0">
                <a:latin typeface="Times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de-CH" altLang="en-US">
              <a:latin typeface="Times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6B47A06-C6CA-4CAD-BCEB-108BDAA5201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04640DB4-898F-422C-8E05-4A26F9489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 dirty="0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E8D1E501-72B8-4606-BF2F-1DFE42D01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896DAD-58CC-4CA1-8103-7ED4A7C67BDF}" type="slidenum">
              <a:rPr lang="de-CH" altLang="en-US" smtClean="0">
                <a:latin typeface="Times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de-CH" altLang="en-US">
              <a:latin typeface="Times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FF0071D-8632-45AC-A9F3-CBEFC95FBB5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290638" y="796925"/>
            <a:ext cx="4276725" cy="32067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28C009F8-06A5-4EA3-90C9-EDDA244F5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CH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FE810ACB-BAA1-4CD8-AF8A-D7FEE27605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FF0680-FFD2-4015-905F-6313B491D603}" type="slidenum">
              <a:rPr lang="de-CH" altLang="en-US" smtClean="0">
                <a:latin typeface="Times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de-CH" altLang="en-US">
              <a:latin typeface="Times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B6627E9-6EBC-4752-897C-690F1E95557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xfrm>
            <a:off x="1290638" y="796925"/>
            <a:ext cx="4276725" cy="32067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0117A20-ACBC-4AA9-9424-460B3EDCF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CH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miter lim="800000"/>
          </a:ln>
        </p:spPr>
      </p:sp>
      <p:sp>
        <p:nvSpPr>
          <p:cNvPr id="6147" name="Notes Placeholder 2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1pPr>
            <a:lvl2pPr marL="4572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2pPr>
            <a:lvl3pPr marL="9144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3pPr>
            <a:lvl4pPr marL="13716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4pPr>
            <a:lvl5pPr marL="1828800" indent="0" algn="l" defTabSz="457200" rtl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200" b="0" i="0" u="none" baseline="0"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34" charset="-128"/>
              </a:defRPr>
            </a:lvl5pPr>
          </a:lstStyle>
          <a:p>
            <a:pPr marL="0" lvl="0" indent="0"/>
            <a:r>
              <a:rPr lang="en-US" altLang="en-US" b="1" dirty="0">
                <a:latin typeface="Arial" pitchFamily="34" charset="0"/>
                <a:ea typeface="Arial" pitchFamily="34" charset="0"/>
              </a:rPr>
              <a:t>Fig. 2. </a:t>
            </a:r>
            <a:r>
              <a:rPr lang="en-US" altLang="en-US" dirty="0">
                <a:latin typeface="Arial" pitchFamily="34" charset="0"/>
                <a:ea typeface="Arial" pitchFamily="34" charset="0"/>
              </a:rPr>
              <a:t>Microphotographs showing textures of the SE Slave xenoliths. Mineral abbreviations here and below are from </a:t>
            </a:r>
            <a:r>
              <a:rPr lang="en-US" altLang="en-US" dirty="0" err="1">
                <a:latin typeface="Arial" pitchFamily="34" charset="0"/>
                <a:ea typeface="Arial" pitchFamily="34" charset="0"/>
              </a:rPr>
              <a:t>Kretz</a:t>
            </a:r>
            <a:r>
              <a:rPr lang="en-US" altLang="en-US" dirty="0">
                <a:latin typeface="Arial" pitchFamily="34" charset="0"/>
                <a:ea typeface="Arial" pitchFamily="34" charset="0"/>
              </a:rPr>
              <a:t> (1983). The scale bar represents 1 mm unless specified otherwise. (a) Coarse–equant texture of a spinel harzburgite xenolith. (b) Mosaic-</a:t>
            </a:r>
            <a:r>
              <a:rPr lang="en-US" altLang="en-US" dirty="0" err="1">
                <a:latin typeface="Arial" pitchFamily="34" charset="0"/>
                <a:ea typeface="Arial" pitchFamily="34" charset="0"/>
              </a:rPr>
              <a:t>porphyroclastic</a:t>
            </a:r>
            <a:r>
              <a:rPr lang="en-US" altLang="en-US" dirty="0">
                <a:latin typeface="Arial" pitchFamily="34" charset="0"/>
                <a:ea typeface="Arial" pitchFamily="34" charset="0"/>
              </a:rPr>
              <a:t> texture of a garnet peridotite xenolith. (Note bands of pyroxene neoblasts that define texture as laminated.) Garnets can be intact, non-disrupted, or disrupted and completely </a:t>
            </a:r>
            <a:r>
              <a:rPr lang="en-US" altLang="en-US" dirty="0" err="1">
                <a:latin typeface="Arial" pitchFamily="34" charset="0"/>
                <a:ea typeface="Arial" pitchFamily="34" charset="0"/>
              </a:rPr>
              <a:t>kelyphitized</a:t>
            </a:r>
            <a:r>
              <a:rPr lang="en-US" altLang="en-US" dirty="0">
                <a:latin typeface="Arial" pitchFamily="34" charset="0"/>
                <a:ea typeface="Arial" pitchFamily="34" charset="0"/>
              </a:rPr>
              <a:t>. (c) Coarse–equant texture of a garnet harzburgite xenolith. (d) Altered eclogite. Fresh grains of garnet and rutile are set in finer-grained serpentine and chlorite with laths of euhedral phlogopite. (e) Recrystallization of spinel into skeletal microlites is observed only on the side adjacent to a secondary interstitial clinopyroxene. (f) Complete recrystallization of spinel into smaller skeletal microlites inside a phlogopite-rich area of peridotite.
</a:t>
            </a:r>
          </a:p>
          <a:p>
            <a:pPr marL="0" lvl="0" indent="0"/>
            <a:r>
              <a:rPr lang="en-US" altLang="en-US" dirty="0">
                <a:latin typeface="Arial" pitchFamily="34" charset="0"/>
                <a:ea typeface="Arial" pitchFamily="34" charset="0"/>
              </a:rPr>
              <a:t>Unless provided in the caption above, the following copyright applies to the content of this slide: Journal of Petrology 45(5) © Oxford University Press 2004; all rights reserved.</a:t>
            </a: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b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800" b="0" i="0" u="none" baseline="0">
                <a:solidFill>
                  <a:schemeClr val="tx1"/>
                </a:solidFill>
                <a:effectLst/>
                <a:latin typeface="Arial" pitchFamily="34" charset="0"/>
                <a:ea typeface="ＭＳ Ｐゴシック" pitchFamily="34" charset="-128"/>
              </a:defRPr>
            </a:lvl5pPr>
          </a:lstStyle>
          <a:p>
            <a:pPr marL="0" lvl="0" indent="0" algn="r" eaLnBrk="1" hangingPunct="1"/>
            <a:fld id="{BD2DD42C-E32B-4077-A7E8-96E59BF793F2}" type="slidenum">
              <a:rPr lang="en-US" altLang="en-US" sz="1200"/>
              <a:t>22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EE118F-D257-4318-A3A2-EECA1941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97103C-CE56-4C35-B5D2-E932D10544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1569ED-472A-4591-B1C8-91A8AA55F4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EFD36-5984-457D-BADD-B4A3F349C2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97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13EFD9-AB6D-434D-BC2E-8B73CC13FE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0ED277-8375-4E95-B412-94EF1677FA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1C59AB-1EAD-4FD8-95DC-AD356CFA4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D8436-06A3-43A4-BA5B-8AF70AEB64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54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24E2C6-9E75-43EE-99CD-453E04C865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018E45-3328-444D-8796-75B3B701D1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16A509-F4A7-48F3-809D-CBD23ED80F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74763-CD29-4242-A606-D01C110AD1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601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060A66-D792-4197-A450-15640D1F3C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9D150-B008-4810-A642-BB58C29B57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CF246-2CD9-4EFD-B3F8-DA766CBABF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43884-E97C-43AC-91BE-818B2A6132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214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5DB130-3059-4B58-BDA5-BD072F56A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54EE56-C6A2-4D14-AF3C-BAE635180F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24C1A1F-C41E-4454-A02E-BDE256783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2C66B-8C25-4FE5-81EA-D279F10B6B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13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073D249-74BA-4FC7-9180-228CFD77E1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D93F01-8B96-4D54-88E5-CA53B833D8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2D4A28-53D6-497F-985F-B1CEC7D70C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BF0EF-67B1-4AA0-81ED-91DE03744A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46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93C45B-F71B-46A7-A2A8-FEA3D83007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0F0BA5-4205-4DA9-8FA1-D723A7B5DE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B7F91C-3F88-4469-8440-DA0A8B7F57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9F030-B1DE-440E-85E3-A637DEB7A7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88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462272-BBA7-43EA-9594-79B56445FE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9C3EE-B0C4-43D8-8138-EBD6BB89F0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8D149F-91B7-4D2A-80E9-143AB91277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7294A-24AF-420B-8505-410263194C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29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11047-FFB1-4281-8AA7-C67D7FC172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64777-0A6E-44A1-9A52-089347C95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066FD0-7FB1-4473-9F5A-052CDF76D2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B33AA-D7D6-4AF9-8507-39A6605B27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51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E3C6A4-4B1A-4C68-BC9E-108062B1B4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1AA137-5DE1-4D94-A5C4-663255771B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788E28-AD11-4AD1-9E0C-EB1CB0AB2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7F969-126B-4625-93B3-22279DA28B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5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EFAED9-FCC2-4312-9DB9-099CCCC9F0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F9ABCCB-6606-4ED6-BC8F-C27228E260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9E9A27-7F1E-4BB5-A7E3-48D09E2086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D6217-5208-4DAE-8F2B-4AF241D0CE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88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60734-F86E-485B-BE6F-D403DEB855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2688C-8C09-49D2-A3CF-4C4EFFBA9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977806-7D51-41C3-94F1-95ECDE1BC9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AD34F-7ECA-488C-A8FC-C0C1447E89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470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E3B21-9DDA-4FAF-8452-B0EFA960C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FC52A2-EE11-4000-BC5D-3C13454682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BEACE-6FB7-4B99-9A67-9CEBD7FFC9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F27C2-0E5F-4AAB-8874-A93956E577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3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E5B2030-82C9-44DC-877E-5851501067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A63B46-2CC7-4C4C-B290-7BAAA1F63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AE760F-22F1-45C9-8239-30305B70D9B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35B8D3-8F19-4A2C-AD58-BE3E89625A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8A7449-CC58-4CEF-AE5E-3A0514B9DB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A6E29DF-0E91-4F06-8705-C054EB6BBD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oop@iisermohali.ac.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34" Type="http://schemas.openxmlformats.org/officeDocument/2006/relationships/image" Target="../media/image4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4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Relationship Id="rId8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93/petrology/egh00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e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EF3740-78F8-4AF7-B9C0-B2112BDC18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295400"/>
            <a:ext cx="7459663" cy="641350"/>
          </a:xfrm>
        </p:spPr>
        <p:txBody>
          <a:bodyPr lIns="0" tIns="38100" rIns="0" bIns="0">
            <a:spAutoFit/>
          </a:bodyPr>
          <a:lstStyle/>
          <a:p>
            <a:pPr marL="1901825" indent="-1889125">
              <a:lnSpc>
                <a:spcPts val="4700"/>
              </a:lnSpc>
              <a:spcBef>
                <a:spcPts val="300"/>
              </a:spcBef>
            </a:pPr>
            <a:r>
              <a:rPr lang="en-IN" altLang="en-US">
                <a:solidFill>
                  <a:srgbClr val="000000"/>
                </a:solidFill>
              </a:rPr>
              <a:t>EES203: Geochemistry 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56A1D54-95EB-4BB2-BAD9-B64ADC3C8E58}"/>
              </a:ext>
            </a:extLst>
          </p:cNvPr>
          <p:cNvSpPr txBox="1"/>
          <p:nvPr/>
        </p:nvSpPr>
        <p:spPr>
          <a:xfrm>
            <a:off x="1555750" y="2133600"/>
            <a:ext cx="7848600" cy="1198563"/>
          </a:xfrm>
          <a:prstGeom prst="rect">
            <a:avLst/>
          </a:prstGeom>
        </p:spPr>
        <p:txBody>
          <a:bodyPr lIns="0" tIns="110490" rIns="0" bIns="0">
            <a:spAutoFit/>
          </a:bodyPr>
          <a:lstStyle/>
          <a:p>
            <a:pPr marL="12700">
              <a:spcBef>
                <a:spcPts val="765"/>
              </a:spcBef>
              <a:defRPr/>
            </a:pPr>
            <a:r>
              <a:rPr sz="3200" dirty="0">
                <a:latin typeface="Times New Roman"/>
                <a:cs typeface="Times New Roman"/>
              </a:rPr>
              <a:t>Instructor:</a:t>
            </a:r>
            <a:r>
              <a:rPr sz="3200" spc="-2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Anoop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Ambili</a:t>
            </a:r>
            <a:endParaRPr lang="en-IN" sz="3200" spc="-10" dirty="0">
              <a:latin typeface="Times New Roman"/>
              <a:cs typeface="Times New Roman"/>
            </a:endParaRPr>
          </a:p>
          <a:p>
            <a:pPr marL="12700">
              <a:spcBef>
                <a:spcPts val="770"/>
              </a:spcBef>
              <a:defRPr/>
            </a:pPr>
            <a:r>
              <a:rPr sz="3200" dirty="0">
                <a:latin typeface="Times New Roman"/>
                <a:cs typeface="Times New Roman"/>
              </a:rPr>
              <a:t>Email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id: </a:t>
            </a:r>
            <a:r>
              <a:rPr sz="3200" spc="-10" dirty="0">
                <a:latin typeface="Times New Roman"/>
                <a:cs typeface="Times New Roman"/>
                <a:hlinkClick r:id="rId2"/>
              </a:rPr>
              <a:t>anoop@iisermohali.ac.in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6">
            <a:extLst>
              <a:ext uri="{FF2B5EF4-FFF2-40B4-BE49-F238E27FC236}">
                <a16:creationId xmlns:a16="http://schemas.microsoft.com/office/drawing/2014/main" id="{E047D93D-77AD-4D07-8230-AE8BA2EB9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1"/>
          <a:stretch>
            <a:fillRect/>
          </a:stretch>
        </p:blipFill>
        <p:spPr bwMode="auto">
          <a:xfrm>
            <a:off x="3810000" y="430213"/>
            <a:ext cx="4343400" cy="619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343">
            <a:extLst>
              <a:ext uri="{FF2B5EF4-FFF2-40B4-BE49-F238E27FC236}">
                <a16:creationId xmlns:a16="http://schemas.microsoft.com/office/drawing/2014/main" id="{5476649F-15BA-4BCB-BC04-63C757773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2286000"/>
            <a:ext cx="3505200" cy="2714625"/>
          </a:xfrm>
        </p:spPr>
        <p:txBody>
          <a:bodyPr lIns="0" tIns="37540" rIns="0" bIns="0">
            <a:spAutoFit/>
          </a:bodyPr>
          <a:lstStyle/>
          <a:p>
            <a:pPr marL="76200">
              <a:lnSpc>
                <a:spcPct val="114000"/>
              </a:lnSpc>
              <a:spcBef>
                <a:spcPts val="200"/>
              </a:spcBef>
            </a:pPr>
            <a:r>
              <a:rPr lang="en-IN" altLang="en-US">
                <a:solidFill>
                  <a:schemeClr val="tx1"/>
                </a:solidFill>
              </a:rPr>
              <a:t>Properties</a:t>
            </a:r>
            <a:r>
              <a:rPr lang="en-US" altLang="en-US">
                <a:solidFill>
                  <a:schemeClr val="tx1"/>
                </a:solidFill>
              </a:rPr>
              <a:t> of the </a:t>
            </a:r>
            <a:r>
              <a:rPr lang="en-IN" altLang="en-US">
                <a:solidFill>
                  <a:schemeClr val="tx1"/>
                </a:solidFill>
              </a:rPr>
              <a:t>e</a:t>
            </a:r>
            <a:r>
              <a:rPr lang="en-US" altLang="en-US">
                <a:solidFill>
                  <a:schemeClr val="tx1"/>
                </a:solidFill>
              </a:rPr>
              <a:t>lements</a:t>
            </a:r>
            <a:br>
              <a:rPr lang="en-US" altLang="en-US">
                <a:solidFill>
                  <a:schemeClr val="tx1"/>
                </a:solidFill>
              </a:rPr>
            </a:br>
            <a:br>
              <a:rPr lang="en-IN" altLang="en-US" sz="700">
                <a:solidFill>
                  <a:schemeClr val="tx1"/>
                </a:solidFill>
                <a:latin typeface="Arial MT"/>
                <a:ea typeface="Arial MT"/>
                <a:cs typeface="Arial MT"/>
              </a:rPr>
            </a:br>
            <a:br>
              <a:rPr lang="en-US" altLang="en-US" sz="2000">
                <a:solidFill>
                  <a:schemeClr val="tx1"/>
                </a:solidFill>
                <a:cs typeface="Arial" panose="020B0604020202020204" pitchFamily="34" charset="0"/>
              </a:rPr>
            </a:br>
            <a:endParaRPr lang="en-US" altLang="en-US" sz="20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7AAC62E-719B-4ECA-952A-0A735BA99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4175" y="333375"/>
            <a:ext cx="8232775" cy="561975"/>
          </a:xfrm>
        </p:spPr>
        <p:txBody>
          <a:bodyPr/>
          <a:lstStyle/>
          <a:p>
            <a:r>
              <a:rPr lang="en-US" altLang="en-US" sz="2400" b="1" i="1" dirty="0">
                <a:solidFill>
                  <a:schemeClr val="tx1"/>
                </a:solidFill>
              </a:rPr>
              <a:t>Cosmochemistry </a:t>
            </a:r>
            <a:br>
              <a:rPr lang="en-US" altLang="en-US" sz="2400" b="1" i="1" dirty="0">
                <a:solidFill>
                  <a:schemeClr val="tx1"/>
                </a:solidFill>
              </a:rPr>
            </a:br>
            <a:endParaRPr lang="en-US" altLang="en-US" sz="2400" b="1" i="1" dirty="0">
              <a:solidFill>
                <a:schemeClr val="tx1"/>
              </a:solidFill>
            </a:endParaRPr>
          </a:p>
        </p:txBody>
      </p:sp>
      <p:pic>
        <p:nvPicPr>
          <p:cNvPr id="6" name="Picture 4" descr="Big-Bang.jpg">
            <a:extLst>
              <a:ext uri="{FF2B5EF4-FFF2-40B4-BE49-F238E27FC236}">
                <a16:creationId xmlns:a16="http://schemas.microsoft.com/office/drawing/2014/main" id="{EC3D3BEA-B813-426A-98A0-C298A58E8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95350"/>
            <a:ext cx="6477000" cy="5988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21D8FFD-E713-4811-B61B-99CE3D432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85750"/>
            <a:ext cx="8229600" cy="942975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The Big Bang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A5EFFED-16DD-4C82-A0EE-B34FE0D51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8100" y="1228725"/>
            <a:ext cx="9220200" cy="4525963"/>
          </a:xfrm>
          <a:noFill/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Event that occurred approximately 13-15 by 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All the mass and energy concentrated at a point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The universe began expanding and continues to expand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After approx. 1 million years matter began to cool enough to form atoms- Hydrogen- the building block of stars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65C8AFE-16A5-4A69-8BDC-FC93EF5DE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42975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Galaxies and Stars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2D01C7A-6579-46AC-BD9E-88FD1C2D3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25963"/>
          </a:xfrm>
          <a:noFill/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Galaxy- huge rotating aggregation of stars, dust, gas held together by gravity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Earth, the sun and our solar system is part of the Milky Way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dirty="0"/>
              <a:t>Stars are massive spheres of incandescent gases (hydrogen and helium)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D338DB5-6531-4B2F-950A-873BA6A758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0510"/>
            <a:ext cx="8229600" cy="942975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The Solar System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05FAC20-3DE1-4C82-9D8B-A633E75F1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21954"/>
            <a:ext cx="8229600" cy="4525963"/>
          </a:xfrm>
          <a:noFill/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800" dirty="0"/>
              <a:t>Our solar system is located away from the galaxy’s center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/>
              <a:t>Our sun and the planets originated from a solar nebula that had been enriched with heavy elements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/>
              <a:t>Solar system is approximately 5 Billion years old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800" dirty="0"/>
              <a:t>Composition is 75% hydrogen, 23% helium and 2% other materials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 hidden="1">
            <a:extLst>
              <a:ext uri="{FF2B5EF4-FFF2-40B4-BE49-F238E27FC236}">
                <a16:creationId xmlns:a16="http://schemas.microsoft.com/office/drawing/2014/main" id="{DB7CE7E3-84FA-4E12-AE88-7EBA45C94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85750"/>
            <a:ext cx="8229600" cy="94297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0243" name="Rectangle 3" descr="0106e">
            <a:extLst>
              <a:ext uri="{FF2B5EF4-FFF2-40B4-BE49-F238E27FC236}">
                <a16:creationId xmlns:a16="http://schemas.microsoft.com/office/drawing/2014/main" id="{F3590BB2-E0D4-4CE9-9420-32C28549A596}"/>
              </a:ext>
            </a:extLst>
          </p:cNvPr>
          <p:cNvSpPr>
            <a:spLocks noGrp="1" noChangeAspect="1" noChangeArrowheads="1"/>
          </p:cNvSpPr>
          <p:nvPr/>
        </p:nvSpPr>
        <p:spPr bwMode="auto">
          <a:xfrm>
            <a:off x="104775" y="0"/>
            <a:ext cx="6677025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/>
          </a:p>
        </p:txBody>
      </p:sp>
      <p:sp>
        <p:nvSpPr>
          <p:cNvPr id="10244" name="Text Box 4" descr="01-01COa">
            <a:extLst>
              <a:ext uri="{FF2B5EF4-FFF2-40B4-BE49-F238E27FC236}">
                <a16:creationId xmlns:a16="http://schemas.microsoft.com/office/drawing/2014/main" id="{3FACB52C-A0FB-4F5A-A4B9-7DABA9317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8325" y="533400"/>
            <a:ext cx="22256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Our Solar System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 inner planets (terrestrial)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 outer planets (gaseous)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9347DF-7A7A-41F5-B9CE-EE5ECE863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4" y="2209800"/>
            <a:ext cx="9018982" cy="305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5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>
            <a:extLst>
              <a:ext uri="{FF2B5EF4-FFF2-40B4-BE49-F238E27FC236}">
                <a16:creationId xmlns:a16="http://schemas.microsoft.com/office/drawing/2014/main" id="{04DFCD7C-9A10-47C3-80AD-23BD5FF07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9" r="8623"/>
          <a:stretch>
            <a:fillRect/>
          </a:stretch>
        </p:blipFill>
        <p:spPr bwMode="auto">
          <a:xfrm>
            <a:off x="381000" y="908050"/>
            <a:ext cx="8382000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bject 343">
            <a:extLst>
              <a:ext uri="{FF2B5EF4-FFF2-40B4-BE49-F238E27FC236}">
                <a16:creationId xmlns:a16="http://schemas.microsoft.com/office/drawing/2014/main" id="{D263FD4B-7744-4D76-A5B1-561D678BAD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50850" y="129840"/>
            <a:ext cx="10044113" cy="1394496"/>
          </a:xfrm>
        </p:spPr>
        <p:txBody>
          <a:bodyPr lIns="0" tIns="37540" rIns="0" bIns="0">
            <a:spAutoFit/>
          </a:bodyPr>
          <a:lstStyle/>
          <a:p>
            <a:pPr marL="76200">
              <a:lnSpc>
                <a:spcPct val="114000"/>
              </a:lnSpc>
              <a:spcBef>
                <a:spcPts val="200"/>
              </a:spcBef>
            </a:pPr>
            <a:r>
              <a:rPr lang="en-IN" altLang="en-US" sz="3200" dirty="0">
                <a:solidFill>
                  <a:schemeClr val="tx1"/>
                </a:solidFill>
              </a:rPr>
              <a:t>Solar system </a:t>
            </a:r>
            <a:r>
              <a:rPr lang="en-US" altLang="en-US" sz="3200" dirty="0">
                <a:solidFill>
                  <a:schemeClr val="tx1"/>
                </a:solidFill>
              </a:rPr>
              <a:t>abundance of the Elements</a:t>
            </a:r>
            <a:br>
              <a:rPr lang="en-US" altLang="en-US" sz="3200" dirty="0">
                <a:solidFill>
                  <a:schemeClr val="tx1"/>
                </a:solidFill>
              </a:rPr>
            </a:br>
            <a:br>
              <a:rPr lang="en-IN" altLang="en-US" sz="700" dirty="0">
                <a:solidFill>
                  <a:schemeClr val="tx1"/>
                </a:solidFill>
                <a:latin typeface="Arial MT"/>
                <a:ea typeface="Arial MT"/>
                <a:cs typeface="Arial MT"/>
              </a:rPr>
            </a:br>
            <a:b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</a:br>
            <a:endParaRPr lang="en-US" altLang="en-US" sz="20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>
            <a:extLst>
              <a:ext uri="{FF2B5EF4-FFF2-40B4-BE49-F238E27FC236}">
                <a16:creationId xmlns:a16="http://schemas.microsoft.com/office/drawing/2014/main" id="{9F1DB47F-C7C3-4C1B-BA1A-93AE41E43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9"/>
          <a:stretch>
            <a:fillRect/>
          </a:stretch>
        </p:blipFill>
        <p:spPr bwMode="auto">
          <a:xfrm>
            <a:off x="4114800" y="-152400"/>
            <a:ext cx="5181600" cy="644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B43739-5975-4B7F-99E8-07E6A4C8D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514600"/>
            <a:ext cx="4135252" cy="2425797"/>
          </a:xfrm>
          <a:prstGeom prst="rect">
            <a:avLst/>
          </a:prstGeom>
        </p:spPr>
      </p:pic>
      <p:sp>
        <p:nvSpPr>
          <p:cNvPr id="5" name="object 343">
            <a:extLst>
              <a:ext uri="{FF2B5EF4-FFF2-40B4-BE49-F238E27FC236}">
                <a16:creationId xmlns:a16="http://schemas.microsoft.com/office/drawing/2014/main" id="{36BCD391-3EA1-4317-A4AC-CE1EA0FCC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03" y="312205"/>
            <a:ext cx="4135252" cy="1955868"/>
          </a:xfrm>
        </p:spPr>
        <p:txBody>
          <a:bodyPr wrap="square" lIns="0" tIns="37540" rIns="0" bIns="0">
            <a:spAutoFit/>
          </a:bodyPr>
          <a:lstStyle/>
          <a:p>
            <a:pPr marL="76200">
              <a:lnSpc>
                <a:spcPct val="114000"/>
              </a:lnSpc>
              <a:spcBef>
                <a:spcPts val="200"/>
              </a:spcBef>
            </a:pPr>
            <a:r>
              <a:rPr lang="en-US" altLang="en-US" sz="3200" dirty="0">
                <a:solidFill>
                  <a:schemeClr val="tx1"/>
                </a:solidFill>
              </a:rPr>
              <a:t>Information on elemental abundance</a:t>
            </a:r>
            <a:br>
              <a:rPr lang="en-US" altLang="en-US" sz="3200" dirty="0">
                <a:solidFill>
                  <a:schemeClr val="tx1"/>
                </a:solidFill>
              </a:rPr>
            </a:br>
            <a:br>
              <a:rPr lang="en-IN" altLang="en-US" sz="700" dirty="0">
                <a:solidFill>
                  <a:schemeClr val="tx1"/>
                </a:solidFill>
                <a:latin typeface="Arial MT"/>
                <a:ea typeface="Arial MT"/>
                <a:cs typeface="Arial MT"/>
              </a:rPr>
            </a:br>
            <a:br>
              <a:rPr lang="en-US" altLang="en-US" sz="2000" dirty="0">
                <a:solidFill>
                  <a:schemeClr val="tx1"/>
                </a:solidFill>
                <a:cs typeface="Arial" panose="020B0604020202020204" pitchFamily="34" charset="0"/>
              </a:rPr>
            </a:br>
            <a:endParaRPr lang="en-US" altLang="en-US" sz="20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FFF9FAC-BE8B-41F8-B5D8-548841C6D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Bulk Earth = chondritic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CA37D6B-1E81-42BC-ADC2-DD4348FFB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80400" cy="4114800"/>
          </a:xfrm>
        </p:spPr>
        <p:txBody>
          <a:bodyPr/>
          <a:lstStyle/>
          <a:p>
            <a:r>
              <a:rPr lang="en-US" altLang="en-US" sz="2400" dirty="0">
                <a:solidFill>
                  <a:schemeClr val="tx2"/>
                </a:solidFill>
              </a:rPr>
              <a:t>We know the composition of the Earth’s crust</a:t>
            </a:r>
          </a:p>
          <a:p>
            <a:r>
              <a:rPr lang="en-US" altLang="en-US" sz="2400" dirty="0">
                <a:solidFill>
                  <a:schemeClr val="tx2"/>
                </a:solidFill>
              </a:rPr>
              <a:t>We have a good idea about the composition of the Earth’s mantle</a:t>
            </a:r>
          </a:p>
          <a:p>
            <a:r>
              <a:rPr lang="en-US" altLang="en-US" sz="2400" dirty="0">
                <a:solidFill>
                  <a:schemeClr val="tx2"/>
                </a:solidFill>
              </a:rPr>
              <a:t>We have no access to the core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29E674F1-2817-46B4-BB88-7E0AD07C45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686800" cy="5211763"/>
          </a:xfrm>
        </p:spPr>
        <p:txBody>
          <a:bodyPr/>
          <a:lstStyle/>
          <a:p>
            <a:r>
              <a:rPr lang="en-IN" altLang="en-US" dirty="0"/>
              <a:t>How to know the presence of discontinuities? </a:t>
            </a:r>
          </a:p>
          <a:p>
            <a:r>
              <a:rPr lang="en-IN" altLang="en-US" dirty="0"/>
              <a:t>How to know the composition of diff layers?</a:t>
            </a:r>
          </a:p>
          <a:p>
            <a:r>
              <a:rPr lang="en-IN" altLang="en-US" dirty="0"/>
              <a:t>Lithosphere, Asthenosphere</a:t>
            </a:r>
          </a:p>
          <a:p>
            <a:r>
              <a:rPr lang="en-IN" altLang="en-US" dirty="0"/>
              <a:t>Crust – Mantle- Core</a:t>
            </a:r>
          </a:p>
          <a:p>
            <a:endParaRPr lang="en-IN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13CC4E-C041-401B-BF92-196D67E6C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69862"/>
            <a:ext cx="8164513" cy="561975"/>
          </a:xfrm>
        </p:spPr>
        <p:txBody>
          <a:bodyPr/>
          <a:lstStyle/>
          <a:p>
            <a:r>
              <a:rPr lang="de-CH" altLang="en-US" sz="3200" dirty="0">
                <a:solidFill>
                  <a:schemeClr val="tx1"/>
                </a:solidFill>
              </a:rPr>
              <a:t>Earth‘s interior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8D04208-35EF-47BB-98E3-CEA28CF92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7525" y="490538"/>
            <a:ext cx="8164513" cy="561975"/>
          </a:xfrm>
        </p:spPr>
        <p:txBody>
          <a:bodyPr/>
          <a:lstStyle/>
          <a:p>
            <a:r>
              <a:rPr lang="de-CH" altLang="en-US" sz="3200" dirty="0">
                <a:solidFill>
                  <a:schemeClr val="tx1"/>
                </a:solidFill>
              </a:rPr>
              <a:t>Seismic Constraints on the Earth‘s interior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5993869C-E50D-453E-BD58-1294C45F2C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7500" y="1511300"/>
            <a:ext cx="2551113" cy="4581525"/>
          </a:xfrm>
          <a:noFill/>
        </p:spPr>
      </p:pic>
      <p:pic>
        <p:nvPicPr>
          <p:cNvPr id="18439" name="Picture 7" descr="Interior of the Earth: Crust, Mantle and Core - ClearIAS">
            <a:extLst>
              <a:ext uri="{FF2B5EF4-FFF2-40B4-BE49-F238E27FC236}">
                <a16:creationId xmlns:a16="http://schemas.microsoft.com/office/drawing/2014/main" id="{EB971751-59CC-4E84-A7AC-99014DB00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03" b="9896"/>
          <a:stretch/>
        </p:blipFill>
        <p:spPr bwMode="auto">
          <a:xfrm>
            <a:off x="3733800" y="1052513"/>
            <a:ext cx="2324100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5" descr="BGI-9-P-depth-v-rho-mod">
            <a:extLst>
              <a:ext uri="{FF2B5EF4-FFF2-40B4-BE49-F238E27FC236}">
                <a16:creationId xmlns:a16="http://schemas.microsoft.com/office/drawing/2014/main" id="{E87B81F8-8447-46E8-BB6B-84408D4C7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3200"/>
            <a:ext cx="6477000" cy="627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F7A55AB3-BFA0-4EA2-A699-6971390F8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1350" y="609600"/>
            <a:ext cx="23241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en-US" sz="1800" dirty="0"/>
              <a:t>Seismic data: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en-US" sz="1800" dirty="0">
                <a:solidFill>
                  <a:srgbClr val="CC0000"/>
                </a:solidFill>
              </a:rPr>
              <a:t>P</a:t>
            </a:r>
            <a:r>
              <a:rPr lang="de-CH" altLang="en-US" sz="1800" dirty="0"/>
              <a:t>reliminary </a:t>
            </a:r>
            <a:r>
              <a:rPr lang="de-CH" altLang="en-US" sz="1800" dirty="0">
                <a:solidFill>
                  <a:srgbClr val="CC0000"/>
                </a:solidFill>
              </a:rPr>
              <a:t>R</a:t>
            </a:r>
            <a:r>
              <a:rPr lang="de-CH" altLang="en-US" sz="1800" dirty="0"/>
              <a:t>eference </a:t>
            </a:r>
            <a:r>
              <a:rPr lang="de-CH" altLang="en-US" sz="1800" dirty="0">
                <a:solidFill>
                  <a:srgbClr val="CC0000"/>
                </a:solidFill>
              </a:rPr>
              <a:t>E</a:t>
            </a:r>
            <a:r>
              <a:rPr lang="de-CH" altLang="en-US" sz="1800" dirty="0"/>
              <a:t>arth </a:t>
            </a:r>
            <a:r>
              <a:rPr lang="de-CH" altLang="en-US" sz="1800" dirty="0">
                <a:solidFill>
                  <a:srgbClr val="CC0000"/>
                </a:solidFill>
              </a:rPr>
              <a:t>M</a:t>
            </a:r>
            <a:r>
              <a:rPr lang="de-CH" altLang="en-US" sz="1800" dirty="0"/>
              <a:t>odel ‚PREM‘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en-US" sz="1400" dirty="0"/>
              <a:t>(Dziewonski &amp; Anderson 1981)</a:t>
            </a:r>
            <a:endParaRPr lang="de-CH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E5DC131-6E49-4A08-8232-76E325974A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IN" altLang="en-US"/>
              <a:t>Based on mechanical behaviour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F29F1162-6D50-41DE-95DA-1D5EA889A0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IN" altLang="en-US" dirty="0"/>
              <a:t>Lithosphere – outer rigid layer, Crust + upper mantle, Brittle, ~ 12km thick in MOR, ~150 - 200 Km thick</a:t>
            </a:r>
          </a:p>
          <a:p>
            <a:r>
              <a:rPr lang="en-IN" altLang="en-US" dirty="0"/>
              <a:t>Asthenosphere – plastic, LVZ, base of lithosphere to ~400Km, flow takes place easily in asthenosphere, eventhough it is entirely solid</a:t>
            </a:r>
          </a:p>
          <a:p>
            <a:r>
              <a:rPr lang="en-IN" altLang="en-US" dirty="0"/>
              <a:t>Mesosphere = 400-800km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4">
            <a:extLst>
              <a:ext uri="{FF2B5EF4-FFF2-40B4-BE49-F238E27FC236}">
                <a16:creationId xmlns:a16="http://schemas.microsoft.com/office/drawing/2014/main" id="{E9F25657-22DC-43EF-8225-92E1C2BBD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"/>
            <a:ext cx="7448550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object 343">
            <a:extLst>
              <a:ext uri="{FF2B5EF4-FFF2-40B4-BE49-F238E27FC236}">
                <a16:creationId xmlns:a16="http://schemas.microsoft.com/office/drawing/2014/main" id="{AAA06D66-D856-43B5-BF23-0DF3E971C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375" y="300038"/>
            <a:ext cx="8150225" cy="1436687"/>
          </a:xfrm>
        </p:spPr>
        <p:txBody>
          <a:bodyPr lIns="0" tIns="37540" rIns="0" bIns="0">
            <a:spAutoFit/>
          </a:bodyPr>
          <a:lstStyle/>
          <a:p>
            <a:pPr marL="76200">
              <a:lnSpc>
                <a:spcPct val="114000"/>
              </a:lnSpc>
              <a:spcBef>
                <a:spcPts val="200"/>
              </a:spcBef>
            </a:pPr>
            <a:r>
              <a:rPr lang="en-US" altLang="en-US">
                <a:solidFill>
                  <a:schemeClr val="tx1"/>
                </a:solidFill>
              </a:rPr>
              <a:t>Abundance of the Elements</a:t>
            </a:r>
            <a:br>
              <a:rPr lang="en-US" altLang="en-US">
                <a:solidFill>
                  <a:schemeClr val="tx1"/>
                </a:solidFill>
              </a:rPr>
            </a:br>
            <a:br>
              <a:rPr lang="en-IN" altLang="en-US" sz="700">
                <a:solidFill>
                  <a:schemeClr val="tx1"/>
                </a:solidFill>
                <a:latin typeface="Arial MT"/>
                <a:ea typeface="Arial MT"/>
                <a:cs typeface="Arial MT"/>
              </a:rPr>
            </a:br>
            <a:br>
              <a:rPr lang="en-US" altLang="en-US" sz="2000">
                <a:solidFill>
                  <a:schemeClr val="tx1"/>
                </a:solidFill>
                <a:cs typeface="Arial" panose="020B0604020202020204" pitchFamily="34" charset="0"/>
              </a:rPr>
            </a:br>
            <a:r>
              <a:rPr lang="en-US" altLang="en-US" sz="2000">
                <a:solidFill>
                  <a:schemeClr val="tx1"/>
                </a:solidFill>
                <a:cs typeface="Arial" panose="020B0604020202020204" pitchFamily="34" charset="0"/>
              </a:rPr>
              <a:t>The diagram below shows the relative abundance of the elements in the cosmos and in Earth’s crust. </a:t>
            </a:r>
          </a:p>
        </p:txBody>
      </p:sp>
      <p:grpSp>
        <p:nvGrpSpPr>
          <p:cNvPr id="25603" name="Group 407">
            <a:extLst>
              <a:ext uri="{FF2B5EF4-FFF2-40B4-BE49-F238E27FC236}">
                <a16:creationId xmlns:a16="http://schemas.microsoft.com/office/drawing/2014/main" id="{49E89705-B14B-45BC-8A5C-186C26DD24C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981200"/>
            <a:ext cx="8142287" cy="4271963"/>
            <a:chOff x="1064255" y="3106654"/>
            <a:chExt cx="7817191" cy="4063908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77C1B889-E474-4246-BB29-BC4F0D1DF43C}"/>
                </a:ext>
              </a:extLst>
            </p:cNvPr>
            <p:cNvSpPr txBox="1"/>
            <p:nvPr/>
          </p:nvSpPr>
          <p:spPr>
            <a:xfrm>
              <a:off x="1253245" y="3120246"/>
              <a:ext cx="210328" cy="2351357"/>
            </a:xfrm>
            <a:prstGeom prst="rect">
              <a:avLst/>
            </a:prstGeom>
          </p:spPr>
          <p:txBody>
            <a:bodyPr lIns="0" tIns="20731" rIns="0" bIns="0">
              <a:spAutoFit/>
            </a:bodyPr>
            <a:lstStyle/>
            <a:p>
              <a:pPr marL="11206">
                <a:spcBef>
                  <a:spcPts val="163"/>
                </a:spcBef>
                <a:defRPr/>
              </a:pPr>
              <a:r>
                <a:rPr sz="1015" spc="-22" dirty="0">
                  <a:latin typeface="Arial MT"/>
                  <a:cs typeface="Arial MT"/>
                </a:rPr>
                <a:t>10</a:t>
              </a:r>
              <a:endParaRPr sz="1015">
                <a:latin typeface="Arial MT"/>
                <a:cs typeface="Arial MT"/>
              </a:endParaRPr>
            </a:p>
            <a:p>
              <a:pPr marL="99738">
                <a:lnSpc>
                  <a:spcPts val="1187"/>
                </a:lnSpc>
                <a:spcBef>
                  <a:spcPts val="75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9</a:t>
              </a:r>
              <a:endParaRPr sz="1015">
                <a:latin typeface="Arial MT"/>
                <a:cs typeface="Arial MT"/>
              </a:endParaRPr>
            </a:p>
            <a:p>
              <a:pPr marL="101419">
                <a:lnSpc>
                  <a:spcPts val="1187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8</a:t>
              </a:r>
              <a:endParaRPr sz="1015">
                <a:latin typeface="Arial MT"/>
                <a:cs typeface="Arial MT"/>
              </a:endParaRPr>
            </a:p>
            <a:p>
              <a:pPr marL="103099">
                <a:lnSpc>
                  <a:spcPts val="1187"/>
                </a:lnSpc>
                <a:spcBef>
                  <a:spcPts val="62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7</a:t>
              </a:r>
              <a:endParaRPr sz="1015">
                <a:latin typeface="Arial MT"/>
                <a:cs typeface="Arial MT"/>
              </a:endParaRPr>
            </a:p>
            <a:p>
              <a:pPr marL="100858">
                <a:lnSpc>
                  <a:spcPts val="1152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6</a:t>
              </a:r>
              <a:endParaRPr sz="1015">
                <a:latin typeface="Arial MT"/>
                <a:cs typeface="Arial MT"/>
              </a:endParaRPr>
            </a:p>
            <a:p>
              <a:pPr marL="103099">
                <a:lnSpc>
                  <a:spcPts val="1187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5</a:t>
              </a:r>
              <a:endParaRPr sz="1015">
                <a:latin typeface="Arial MT"/>
                <a:cs typeface="Arial MT"/>
              </a:endParaRPr>
            </a:p>
            <a:p>
              <a:pPr marL="100297">
                <a:lnSpc>
                  <a:spcPts val="1187"/>
                </a:lnSpc>
                <a:spcBef>
                  <a:spcPts val="62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4</a:t>
              </a:r>
              <a:endParaRPr sz="1015">
                <a:latin typeface="Arial MT"/>
                <a:cs typeface="Arial MT"/>
              </a:endParaRPr>
            </a:p>
            <a:p>
              <a:pPr marL="102539">
                <a:lnSpc>
                  <a:spcPts val="1152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3</a:t>
              </a:r>
              <a:endParaRPr sz="1015">
                <a:latin typeface="Arial MT"/>
                <a:cs typeface="Arial MT"/>
              </a:endParaRPr>
            </a:p>
            <a:p>
              <a:pPr marL="100297">
                <a:lnSpc>
                  <a:spcPts val="1187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2</a:t>
              </a:r>
              <a:endParaRPr sz="1015">
                <a:latin typeface="Arial MT"/>
                <a:cs typeface="Arial MT"/>
              </a:endParaRPr>
            </a:p>
            <a:p>
              <a:pPr marL="101419">
                <a:lnSpc>
                  <a:spcPts val="1187"/>
                </a:lnSpc>
                <a:spcBef>
                  <a:spcPts val="62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1</a:t>
              </a:r>
              <a:endParaRPr sz="1015">
                <a:latin typeface="Arial MT"/>
                <a:cs typeface="Arial MT"/>
              </a:endParaRPr>
            </a:p>
            <a:p>
              <a:pPr marL="99738">
                <a:lnSpc>
                  <a:spcPts val="1187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0</a:t>
              </a:r>
              <a:endParaRPr sz="1015">
                <a:latin typeface="Arial MT"/>
                <a:cs typeface="Arial MT"/>
              </a:endParaRPr>
            </a:p>
            <a:p>
              <a:pPr marL="43705">
                <a:lnSpc>
                  <a:spcPts val="1187"/>
                </a:lnSpc>
                <a:spcBef>
                  <a:spcPts val="40"/>
                </a:spcBef>
                <a:defRPr/>
              </a:pPr>
              <a:r>
                <a:rPr sz="1015" spc="-9" dirty="0">
                  <a:latin typeface="Arial MT"/>
                  <a:cs typeface="Arial MT"/>
                </a:rPr>
                <a:t>-</a:t>
              </a:r>
              <a:r>
                <a:rPr sz="1015" spc="-44" dirty="0">
                  <a:latin typeface="Arial MT"/>
                  <a:cs typeface="Arial MT"/>
                </a:rPr>
                <a:t>1</a:t>
              </a:r>
              <a:endParaRPr sz="1015">
                <a:latin typeface="Arial MT"/>
                <a:cs typeface="Arial MT"/>
              </a:endParaRPr>
            </a:p>
            <a:p>
              <a:pPr marL="41464">
                <a:lnSpc>
                  <a:spcPts val="1187"/>
                </a:lnSpc>
                <a:defRPr/>
              </a:pPr>
              <a:r>
                <a:rPr sz="1015" spc="-9" dirty="0">
                  <a:latin typeface="Arial MT"/>
                  <a:cs typeface="Arial MT"/>
                </a:rPr>
                <a:t>-</a:t>
              </a:r>
              <a:r>
                <a:rPr sz="1015" spc="-44" dirty="0">
                  <a:latin typeface="Arial MT"/>
                  <a:cs typeface="Arial MT"/>
                </a:rPr>
                <a:t>2</a:t>
              </a:r>
              <a:endParaRPr sz="1015">
                <a:latin typeface="Arial MT"/>
                <a:cs typeface="Arial MT"/>
              </a:endParaRPr>
            </a:p>
          </p:txBody>
        </p:sp>
        <p:sp>
          <p:nvSpPr>
            <p:cNvPr id="25605" name="object 3">
              <a:extLst>
                <a:ext uri="{FF2B5EF4-FFF2-40B4-BE49-F238E27FC236}">
                  <a16:creationId xmlns:a16="http://schemas.microsoft.com/office/drawing/2014/main" id="{81A4FEDC-674B-4D4A-96C0-A7335F100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0591" y="3160026"/>
              <a:ext cx="80010" cy="2161540"/>
            </a:xfrm>
            <a:custGeom>
              <a:avLst/>
              <a:gdLst>
                <a:gd name="T0" fmla="*/ 79730 w 80009"/>
                <a:gd name="T1" fmla="*/ 2159063 h 2161540"/>
                <a:gd name="T2" fmla="*/ 0 w 80009"/>
                <a:gd name="T3" fmla="*/ 2159063 h 2161540"/>
                <a:gd name="T4" fmla="*/ 79730 w 80009"/>
                <a:gd name="T5" fmla="*/ 2066251 h 2161540"/>
                <a:gd name="T6" fmla="*/ 39776 w 80009"/>
                <a:gd name="T7" fmla="*/ 2066251 h 2161540"/>
                <a:gd name="T8" fmla="*/ 79730 w 80009"/>
                <a:gd name="T9" fmla="*/ 1991118 h 2161540"/>
                <a:gd name="T10" fmla="*/ 0 w 80009"/>
                <a:gd name="T11" fmla="*/ 1991118 h 2161540"/>
                <a:gd name="T12" fmla="*/ 79730 w 80009"/>
                <a:gd name="T13" fmla="*/ 1898307 h 2161540"/>
                <a:gd name="T14" fmla="*/ 39776 w 80009"/>
                <a:gd name="T15" fmla="*/ 1898307 h 2161540"/>
                <a:gd name="T16" fmla="*/ 79730 w 80009"/>
                <a:gd name="T17" fmla="*/ 1809915 h 2161540"/>
                <a:gd name="T18" fmla="*/ 0 w 80009"/>
                <a:gd name="T19" fmla="*/ 1809915 h 2161540"/>
                <a:gd name="T20" fmla="*/ 79730 w 80009"/>
                <a:gd name="T21" fmla="*/ 1734781 h 2161540"/>
                <a:gd name="T22" fmla="*/ 39776 w 80009"/>
                <a:gd name="T23" fmla="*/ 1734781 h 2161540"/>
                <a:gd name="T24" fmla="*/ 79730 w 80009"/>
                <a:gd name="T25" fmla="*/ 1641970 h 2161540"/>
                <a:gd name="T26" fmla="*/ 0 w 80009"/>
                <a:gd name="T27" fmla="*/ 1641970 h 2161540"/>
                <a:gd name="T28" fmla="*/ 79730 w 80009"/>
                <a:gd name="T29" fmla="*/ 1549158 h 2161540"/>
                <a:gd name="T30" fmla="*/ 39776 w 80009"/>
                <a:gd name="T31" fmla="*/ 1549158 h 2161540"/>
                <a:gd name="T32" fmla="*/ 79730 w 80009"/>
                <a:gd name="T33" fmla="*/ 1456347 h 2161540"/>
                <a:gd name="T34" fmla="*/ 0 w 80009"/>
                <a:gd name="T35" fmla="*/ 1456347 h 2161540"/>
                <a:gd name="T36" fmla="*/ 79730 w 80009"/>
                <a:gd name="T37" fmla="*/ 1385633 h 2161540"/>
                <a:gd name="T38" fmla="*/ 39776 w 80009"/>
                <a:gd name="T39" fmla="*/ 1385633 h 2161540"/>
                <a:gd name="T40" fmla="*/ 79730 w 80009"/>
                <a:gd name="T41" fmla="*/ 1292821 h 2161540"/>
                <a:gd name="T42" fmla="*/ 0 w 80009"/>
                <a:gd name="T43" fmla="*/ 1292821 h 2161540"/>
                <a:gd name="T44" fmla="*/ 79730 w 80009"/>
                <a:gd name="T45" fmla="*/ 1200010 h 2161540"/>
                <a:gd name="T46" fmla="*/ 39776 w 80009"/>
                <a:gd name="T47" fmla="*/ 1200010 h 2161540"/>
                <a:gd name="T48" fmla="*/ 79730 w 80009"/>
                <a:gd name="T49" fmla="*/ 1124877 h 2161540"/>
                <a:gd name="T50" fmla="*/ 0 w 80009"/>
                <a:gd name="T51" fmla="*/ 1124877 h 2161540"/>
                <a:gd name="T52" fmla="*/ 79730 w 80009"/>
                <a:gd name="T53" fmla="*/ 1036485 h 2161540"/>
                <a:gd name="T54" fmla="*/ 39776 w 80009"/>
                <a:gd name="T55" fmla="*/ 1036485 h 2161540"/>
                <a:gd name="T56" fmla="*/ 79730 w 80009"/>
                <a:gd name="T57" fmla="*/ 943673 h 2161540"/>
                <a:gd name="T58" fmla="*/ 0 w 80009"/>
                <a:gd name="T59" fmla="*/ 943673 h 2161540"/>
                <a:gd name="T60" fmla="*/ 79730 w 80009"/>
                <a:gd name="T61" fmla="*/ 868540 h 2161540"/>
                <a:gd name="T62" fmla="*/ 39776 w 80009"/>
                <a:gd name="T63" fmla="*/ 868540 h 2161540"/>
                <a:gd name="T64" fmla="*/ 79730 w 80009"/>
                <a:gd name="T65" fmla="*/ 775728 h 2161540"/>
                <a:gd name="T66" fmla="*/ 0 w 80009"/>
                <a:gd name="T67" fmla="*/ 775728 h 2161540"/>
                <a:gd name="T68" fmla="*/ 79730 w 80009"/>
                <a:gd name="T69" fmla="*/ 682917 h 2161540"/>
                <a:gd name="T70" fmla="*/ 39776 w 80009"/>
                <a:gd name="T71" fmla="*/ 682917 h 2161540"/>
                <a:gd name="T72" fmla="*/ 79730 w 80009"/>
                <a:gd name="T73" fmla="*/ 612203 h 2161540"/>
                <a:gd name="T74" fmla="*/ 0 w 80009"/>
                <a:gd name="T75" fmla="*/ 612203 h 2161540"/>
                <a:gd name="T76" fmla="*/ 79730 w 80009"/>
                <a:gd name="T77" fmla="*/ 519391 h 2161540"/>
                <a:gd name="T78" fmla="*/ 39776 w 80009"/>
                <a:gd name="T79" fmla="*/ 519391 h 2161540"/>
                <a:gd name="T80" fmla="*/ 79730 w 80009"/>
                <a:gd name="T81" fmla="*/ 426580 h 2161540"/>
                <a:gd name="T82" fmla="*/ 0 w 80009"/>
                <a:gd name="T83" fmla="*/ 426580 h 2161540"/>
                <a:gd name="T84" fmla="*/ 79730 w 80009"/>
                <a:gd name="T85" fmla="*/ 333768 h 2161540"/>
                <a:gd name="T86" fmla="*/ 39776 w 80009"/>
                <a:gd name="T87" fmla="*/ 333768 h 2161540"/>
                <a:gd name="T88" fmla="*/ 79730 w 80009"/>
                <a:gd name="T89" fmla="*/ 263055 h 2161540"/>
                <a:gd name="T90" fmla="*/ 0 w 80009"/>
                <a:gd name="T91" fmla="*/ 263055 h 2161540"/>
                <a:gd name="T92" fmla="*/ 79730 w 80009"/>
                <a:gd name="T93" fmla="*/ 170243 h 2161540"/>
                <a:gd name="T94" fmla="*/ 39776 w 80009"/>
                <a:gd name="T95" fmla="*/ 170243 h 2161540"/>
                <a:gd name="T96" fmla="*/ 79730 w 80009"/>
                <a:gd name="T97" fmla="*/ 77431 h 2161540"/>
                <a:gd name="T98" fmla="*/ 0 w 80009"/>
                <a:gd name="T99" fmla="*/ 77431 h 2161540"/>
                <a:gd name="T100" fmla="*/ 79730 w 80009"/>
                <a:gd name="T101" fmla="*/ 2298 h 2161540"/>
                <a:gd name="T102" fmla="*/ 39776 w 80009"/>
                <a:gd name="T103" fmla="*/ 2298 h 2161540"/>
                <a:gd name="T104" fmla="*/ 77431 w 80009"/>
                <a:gd name="T105" fmla="*/ 0 h 2161540"/>
                <a:gd name="T106" fmla="*/ 77431 w 80009"/>
                <a:gd name="T107" fmla="*/ 2161362 h 2161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009" h="2161540">
                  <a:moveTo>
                    <a:pt x="79730" y="2159063"/>
                  </a:moveTo>
                  <a:lnTo>
                    <a:pt x="0" y="2159063"/>
                  </a:lnTo>
                </a:path>
                <a:path w="80009" h="2161540">
                  <a:moveTo>
                    <a:pt x="79730" y="2066251"/>
                  </a:moveTo>
                  <a:lnTo>
                    <a:pt x="39776" y="2066251"/>
                  </a:lnTo>
                </a:path>
                <a:path w="80009" h="2161540">
                  <a:moveTo>
                    <a:pt x="79730" y="1991118"/>
                  </a:moveTo>
                  <a:lnTo>
                    <a:pt x="0" y="1991118"/>
                  </a:lnTo>
                </a:path>
                <a:path w="80009" h="2161540">
                  <a:moveTo>
                    <a:pt x="79730" y="1898307"/>
                  </a:moveTo>
                  <a:lnTo>
                    <a:pt x="39776" y="1898307"/>
                  </a:lnTo>
                </a:path>
                <a:path w="80009" h="2161540">
                  <a:moveTo>
                    <a:pt x="79730" y="1809915"/>
                  </a:moveTo>
                  <a:lnTo>
                    <a:pt x="0" y="1809915"/>
                  </a:lnTo>
                </a:path>
                <a:path w="80009" h="2161540">
                  <a:moveTo>
                    <a:pt x="79730" y="1734781"/>
                  </a:moveTo>
                  <a:lnTo>
                    <a:pt x="39776" y="1734781"/>
                  </a:lnTo>
                </a:path>
                <a:path w="80009" h="2161540">
                  <a:moveTo>
                    <a:pt x="79730" y="1641970"/>
                  </a:moveTo>
                  <a:lnTo>
                    <a:pt x="0" y="1641970"/>
                  </a:lnTo>
                </a:path>
                <a:path w="80009" h="2161540">
                  <a:moveTo>
                    <a:pt x="79730" y="1549158"/>
                  </a:moveTo>
                  <a:lnTo>
                    <a:pt x="39776" y="1549158"/>
                  </a:lnTo>
                </a:path>
                <a:path w="80009" h="2161540">
                  <a:moveTo>
                    <a:pt x="79730" y="1456347"/>
                  </a:moveTo>
                  <a:lnTo>
                    <a:pt x="0" y="1456347"/>
                  </a:lnTo>
                </a:path>
                <a:path w="80009" h="2161540">
                  <a:moveTo>
                    <a:pt x="79730" y="1385633"/>
                  </a:moveTo>
                  <a:lnTo>
                    <a:pt x="39776" y="1385633"/>
                  </a:lnTo>
                </a:path>
                <a:path w="80009" h="2161540">
                  <a:moveTo>
                    <a:pt x="79730" y="1292821"/>
                  </a:moveTo>
                  <a:lnTo>
                    <a:pt x="0" y="1292821"/>
                  </a:lnTo>
                </a:path>
                <a:path w="80009" h="2161540">
                  <a:moveTo>
                    <a:pt x="79730" y="1200010"/>
                  </a:moveTo>
                  <a:lnTo>
                    <a:pt x="39776" y="1200010"/>
                  </a:lnTo>
                </a:path>
                <a:path w="80009" h="2161540">
                  <a:moveTo>
                    <a:pt x="79730" y="1124877"/>
                  </a:moveTo>
                  <a:lnTo>
                    <a:pt x="0" y="1124877"/>
                  </a:lnTo>
                </a:path>
                <a:path w="80009" h="2161540">
                  <a:moveTo>
                    <a:pt x="79730" y="1036485"/>
                  </a:moveTo>
                  <a:lnTo>
                    <a:pt x="39776" y="1036485"/>
                  </a:lnTo>
                </a:path>
                <a:path w="80009" h="2161540">
                  <a:moveTo>
                    <a:pt x="79730" y="943673"/>
                  </a:moveTo>
                  <a:lnTo>
                    <a:pt x="0" y="943673"/>
                  </a:lnTo>
                </a:path>
                <a:path w="80009" h="2161540">
                  <a:moveTo>
                    <a:pt x="79730" y="868540"/>
                  </a:moveTo>
                  <a:lnTo>
                    <a:pt x="39776" y="868540"/>
                  </a:lnTo>
                </a:path>
                <a:path w="80009" h="2161540">
                  <a:moveTo>
                    <a:pt x="79730" y="775728"/>
                  </a:moveTo>
                  <a:lnTo>
                    <a:pt x="0" y="775728"/>
                  </a:lnTo>
                </a:path>
                <a:path w="80009" h="2161540">
                  <a:moveTo>
                    <a:pt x="79730" y="682917"/>
                  </a:moveTo>
                  <a:lnTo>
                    <a:pt x="39776" y="682917"/>
                  </a:lnTo>
                </a:path>
                <a:path w="80009" h="2161540">
                  <a:moveTo>
                    <a:pt x="79730" y="612203"/>
                  </a:moveTo>
                  <a:lnTo>
                    <a:pt x="0" y="612203"/>
                  </a:lnTo>
                </a:path>
                <a:path w="80009" h="2161540">
                  <a:moveTo>
                    <a:pt x="79730" y="519391"/>
                  </a:moveTo>
                  <a:lnTo>
                    <a:pt x="39776" y="519391"/>
                  </a:lnTo>
                </a:path>
                <a:path w="80009" h="2161540">
                  <a:moveTo>
                    <a:pt x="79730" y="426580"/>
                  </a:moveTo>
                  <a:lnTo>
                    <a:pt x="0" y="426580"/>
                  </a:lnTo>
                </a:path>
                <a:path w="80009" h="2161540">
                  <a:moveTo>
                    <a:pt x="79730" y="333768"/>
                  </a:moveTo>
                  <a:lnTo>
                    <a:pt x="39776" y="333768"/>
                  </a:lnTo>
                </a:path>
                <a:path w="80009" h="2161540">
                  <a:moveTo>
                    <a:pt x="79730" y="263055"/>
                  </a:moveTo>
                  <a:lnTo>
                    <a:pt x="0" y="263055"/>
                  </a:lnTo>
                </a:path>
                <a:path w="80009" h="2161540">
                  <a:moveTo>
                    <a:pt x="79730" y="170243"/>
                  </a:moveTo>
                  <a:lnTo>
                    <a:pt x="39776" y="170243"/>
                  </a:lnTo>
                </a:path>
                <a:path w="80009" h="2161540">
                  <a:moveTo>
                    <a:pt x="79730" y="77431"/>
                  </a:moveTo>
                  <a:lnTo>
                    <a:pt x="0" y="77431"/>
                  </a:lnTo>
                </a:path>
                <a:path w="80009" h="2161540">
                  <a:moveTo>
                    <a:pt x="79730" y="2298"/>
                  </a:moveTo>
                  <a:lnTo>
                    <a:pt x="39776" y="2298"/>
                  </a:lnTo>
                </a:path>
                <a:path w="80009" h="2161540">
                  <a:moveTo>
                    <a:pt x="77431" y="0"/>
                  </a:moveTo>
                  <a:lnTo>
                    <a:pt x="77431" y="2161362"/>
                  </a:lnTo>
                </a:path>
              </a:pathLst>
            </a:custGeom>
            <a:noFill/>
            <a:ln w="4597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IN"/>
            </a:p>
          </p:txBody>
        </p:sp>
        <p:grpSp>
          <p:nvGrpSpPr>
            <p:cNvPr id="25606" name="object 4">
              <a:extLst>
                <a:ext uri="{FF2B5EF4-FFF2-40B4-BE49-F238E27FC236}">
                  <a16:creationId xmlns:a16="http://schemas.microsoft.com/office/drawing/2014/main" id="{FB0284D4-A543-4632-8659-7F7DC7777A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53184" y="3159937"/>
              <a:ext cx="7116445" cy="3242945"/>
              <a:chOff x="1553184" y="3159937"/>
              <a:chExt cx="7116445" cy="3242945"/>
            </a:xfrm>
          </p:grpSpPr>
          <p:pic>
            <p:nvPicPr>
              <p:cNvPr id="25704" name="object 5">
                <a:extLst>
                  <a:ext uri="{FF2B5EF4-FFF2-40B4-BE49-F238E27FC236}">
                    <a16:creationId xmlns:a16="http://schemas.microsoft.com/office/drawing/2014/main" id="{6F2C5688-9BA2-4DB2-B108-137FDFF21B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8848" y="3159937"/>
                <a:ext cx="97320" cy="154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05" name="object 6">
                <a:extLst>
                  <a:ext uri="{FF2B5EF4-FFF2-40B4-BE49-F238E27FC236}">
                    <a16:creationId xmlns:a16="http://schemas.microsoft.com/office/drawing/2014/main" id="{CE26C984-DC6D-4CB6-8ED0-E6BAEF2C5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571" y="3310293"/>
                <a:ext cx="80010" cy="1308735"/>
              </a:xfrm>
              <a:custGeom>
                <a:avLst/>
                <a:gdLst>
                  <a:gd name="T0" fmla="*/ 79730 w 80010"/>
                  <a:gd name="T1" fmla="*/ 1308379 h 1308735"/>
                  <a:gd name="T2" fmla="*/ 79730 w 80010"/>
                  <a:gd name="T3" fmla="*/ 1303781 h 1308735"/>
                  <a:gd name="T4" fmla="*/ 4597 w 80010"/>
                  <a:gd name="T5" fmla="*/ 0 h 1308735"/>
                  <a:gd name="T6" fmla="*/ 0 w 80010"/>
                  <a:gd name="T7" fmla="*/ 0 h 1308735"/>
                  <a:gd name="T8" fmla="*/ 0 w 80010"/>
                  <a:gd name="T9" fmla="*/ 4597 h 1308735"/>
                  <a:gd name="T10" fmla="*/ 75133 w 80010"/>
                  <a:gd name="T11" fmla="*/ 1308379 h 1308735"/>
                  <a:gd name="T12" fmla="*/ 79730 w 80010"/>
                  <a:gd name="T13" fmla="*/ 1308379 h 1308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308735">
                    <a:moveTo>
                      <a:pt x="79730" y="1308379"/>
                    </a:moveTo>
                    <a:lnTo>
                      <a:pt x="79730" y="1303781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308379"/>
                    </a:lnTo>
                    <a:lnTo>
                      <a:pt x="79730" y="130837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06" name="object 7">
                <a:extLst>
                  <a:ext uri="{FF2B5EF4-FFF2-40B4-BE49-F238E27FC236}">
                    <a16:creationId xmlns:a16="http://schemas.microsoft.com/office/drawing/2014/main" id="{83E0B443-DF7D-4793-928F-43CE6013A4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4070" y="3288195"/>
                <a:ext cx="62230" cy="62230"/>
              </a:xfrm>
              <a:custGeom>
                <a:avLst/>
                <a:gdLst>
                  <a:gd name="T0" fmla="*/ 61874 w 62230"/>
                  <a:gd name="T1" fmla="*/ 61874 h 62229"/>
                  <a:gd name="T2" fmla="*/ 61874 w 62230"/>
                  <a:gd name="T3" fmla="*/ 0 h 62229"/>
                  <a:gd name="T4" fmla="*/ 0 w 62230"/>
                  <a:gd name="T5" fmla="*/ 0 h 62229"/>
                  <a:gd name="T6" fmla="*/ 0 w 62230"/>
                  <a:gd name="T7" fmla="*/ 61874 h 62229"/>
                  <a:gd name="T8" fmla="*/ 61874 w 62230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30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07" name="object 8">
                <a:extLst>
                  <a:ext uri="{FF2B5EF4-FFF2-40B4-BE49-F238E27FC236}">
                    <a16:creationId xmlns:a16="http://schemas.microsoft.com/office/drawing/2014/main" id="{D4733558-F7CF-4746-A713-1C026D2E8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6280" y="3290404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708" name="object 9">
                <a:extLst>
                  <a:ext uri="{FF2B5EF4-FFF2-40B4-BE49-F238E27FC236}">
                    <a16:creationId xmlns:a16="http://schemas.microsoft.com/office/drawing/2014/main" id="{7BD18A70-BBBF-4387-AE4E-760B44436D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9115" y="4596307"/>
                <a:ext cx="168033" cy="1901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09" name="object 10">
                <a:extLst>
                  <a:ext uri="{FF2B5EF4-FFF2-40B4-BE49-F238E27FC236}">
                    <a16:creationId xmlns:a16="http://schemas.microsoft.com/office/drawing/2014/main" id="{D38F093C-68E0-4370-A259-D0DD5034E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551" y="3769931"/>
                <a:ext cx="80010" cy="959485"/>
              </a:xfrm>
              <a:custGeom>
                <a:avLst/>
                <a:gdLst>
                  <a:gd name="T0" fmla="*/ 79730 w 80010"/>
                  <a:gd name="T1" fmla="*/ 4597 h 959485"/>
                  <a:gd name="T2" fmla="*/ 79730 w 80010"/>
                  <a:gd name="T3" fmla="*/ 0 h 959485"/>
                  <a:gd name="T4" fmla="*/ 75133 w 80010"/>
                  <a:gd name="T5" fmla="*/ 0 h 959485"/>
                  <a:gd name="T6" fmla="*/ 0 w 80010"/>
                  <a:gd name="T7" fmla="*/ 954633 h 959485"/>
                  <a:gd name="T8" fmla="*/ 0 w 80010"/>
                  <a:gd name="T9" fmla="*/ 959230 h 959485"/>
                  <a:gd name="T10" fmla="*/ 4597 w 80010"/>
                  <a:gd name="T11" fmla="*/ 959230 h 959485"/>
                  <a:gd name="T12" fmla="*/ 79730 w 80010"/>
                  <a:gd name="T13" fmla="*/ 4597 h 959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959485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954633"/>
                    </a:lnTo>
                    <a:lnTo>
                      <a:pt x="0" y="959230"/>
                    </a:lnTo>
                    <a:lnTo>
                      <a:pt x="4597" y="959230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10" name="object 11">
                <a:extLst>
                  <a:ext uri="{FF2B5EF4-FFF2-40B4-BE49-F238E27FC236}">
                    <a16:creationId xmlns:a16="http://schemas.microsoft.com/office/drawing/2014/main" id="{C95873C3-BC7E-44B7-B384-2263D4704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050" y="4706886"/>
                <a:ext cx="62230" cy="62230"/>
              </a:xfrm>
              <a:custGeom>
                <a:avLst/>
                <a:gdLst>
                  <a:gd name="T0" fmla="*/ 61874 w 62230"/>
                  <a:gd name="T1" fmla="*/ 61874 h 62229"/>
                  <a:gd name="T2" fmla="*/ 61874 w 62230"/>
                  <a:gd name="T3" fmla="*/ 0 h 62229"/>
                  <a:gd name="T4" fmla="*/ 0 w 62230"/>
                  <a:gd name="T5" fmla="*/ 0 h 62229"/>
                  <a:gd name="T6" fmla="*/ 0 w 62230"/>
                  <a:gd name="T7" fmla="*/ 61874 h 62229"/>
                  <a:gd name="T8" fmla="*/ 61874 w 62230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30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11" name="object 12">
                <a:extLst>
                  <a:ext uri="{FF2B5EF4-FFF2-40B4-BE49-F238E27FC236}">
                    <a16:creationId xmlns:a16="http://schemas.microsoft.com/office/drawing/2014/main" id="{258C616D-193C-4D9F-81AD-395C466AB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260" y="4709096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712" name="object 13">
                <a:extLst>
                  <a:ext uri="{FF2B5EF4-FFF2-40B4-BE49-F238E27FC236}">
                    <a16:creationId xmlns:a16="http://schemas.microsoft.com/office/drawing/2014/main" id="{757A436E-386E-4727-9B3D-338FBE871A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80095" y="3694798"/>
                <a:ext cx="168033" cy="225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13" name="object 14">
                <a:extLst>
                  <a:ext uri="{FF2B5EF4-FFF2-40B4-BE49-F238E27FC236}">
                    <a16:creationId xmlns:a16="http://schemas.microsoft.com/office/drawing/2014/main" id="{9E2D54A1-21DD-4B9D-873E-3B7932712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3531" y="3694798"/>
                <a:ext cx="80010" cy="742950"/>
              </a:xfrm>
              <a:custGeom>
                <a:avLst/>
                <a:gdLst>
                  <a:gd name="T0" fmla="*/ 79730 w 80010"/>
                  <a:gd name="T1" fmla="*/ 742670 h 742950"/>
                  <a:gd name="T2" fmla="*/ 79730 w 80010"/>
                  <a:gd name="T3" fmla="*/ 738073 h 742950"/>
                  <a:gd name="T4" fmla="*/ 4597 w 80010"/>
                  <a:gd name="T5" fmla="*/ 0 h 742950"/>
                  <a:gd name="T6" fmla="*/ 0 w 80010"/>
                  <a:gd name="T7" fmla="*/ 0 h 742950"/>
                  <a:gd name="T8" fmla="*/ 0 w 80010"/>
                  <a:gd name="T9" fmla="*/ 4597 h 742950"/>
                  <a:gd name="T10" fmla="*/ 75133 w 80010"/>
                  <a:gd name="T11" fmla="*/ 742670 h 742950"/>
                  <a:gd name="T12" fmla="*/ 79730 w 80010"/>
                  <a:gd name="T13" fmla="*/ 742670 h 742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742950">
                    <a:moveTo>
                      <a:pt x="79730" y="742670"/>
                    </a:moveTo>
                    <a:lnTo>
                      <a:pt x="79730" y="738073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742670"/>
                    </a:lnTo>
                    <a:lnTo>
                      <a:pt x="79730" y="74267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14" name="object 15">
                <a:extLst>
                  <a:ext uri="{FF2B5EF4-FFF2-40B4-BE49-F238E27FC236}">
                    <a16:creationId xmlns:a16="http://schemas.microsoft.com/office/drawing/2014/main" id="{8BABD2D3-13E9-46DF-80AE-7FBF3B39F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6030" y="3677119"/>
                <a:ext cx="62230" cy="57785"/>
              </a:xfrm>
              <a:custGeom>
                <a:avLst/>
                <a:gdLst>
                  <a:gd name="T0" fmla="*/ 61874 w 62230"/>
                  <a:gd name="T1" fmla="*/ 57454 h 57785"/>
                  <a:gd name="T2" fmla="*/ 61874 w 62230"/>
                  <a:gd name="T3" fmla="*/ 0 h 57785"/>
                  <a:gd name="T4" fmla="*/ 0 w 62230"/>
                  <a:gd name="T5" fmla="*/ 0 h 57785"/>
                  <a:gd name="T6" fmla="*/ 0 w 62230"/>
                  <a:gd name="T7" fmla="*/ 57454 h 57785"/>
                  <a:gd name="T8" fmla="*/ 61874 w 62230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30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15" name="object 16">
                <a:extLst>
                  <a:ext uri="{FF2B5EF4-FFF2-40B4-BE49-F238E27FC236}">
                    <a16:creationId xmlns:a16="http://schemas.microsoft.com/office/drawing/2014/main" id="{8BC9CFFF-ECC1-4FDF-8C1A-E0539AB29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8240" y="367932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16" name="object 17">
                <a:extLst>
                  <a:ext uri="{FF2B5EF4-FFF2-40B4-BE49-F238E27FC236}">
                    <a16:creationId xmlns:a16="http://schemas.microsoft.com/office/drawing/2014/main" id="{02B3F798-BECC-4D80-BC2D-DF77170EF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8664" y="3933456"/>
                <a:ext cx="80010" cy="504190"/>
              </a:xfrm>
              <a:custGeom>
                <a:avLst/>
                <a:gdLst>
                  <a:gd name="T0" fmla="*/ 79730 w 80010"/>
                  <a:gd name="T1" fmla="*/ 4597 h 504189"/>
                  <a:gd name="T2" fmla="*/ 79730 w 80010"/>
                  <a:gd name="T3" fmla="*/ 0 h 504189"/>
                  <a:gd name="T4" fmla="*/ 75133 w 80010"/>
                  <a:gd name="T5" fmla="*/ 0 h 504189"/>
                  <a:gd name="T6" fmla="*/ 0 w 80010"/>
                  <a:gd name="T7" fmla="*/ 499414 h 504189"/>
                  <a:gd name="T8" fmla="*/ 0 w 80010"/>
                  <a:gd name="T9" fmla="*/ 504012 h 504189"/>
                  <a:gd name="T10" fmla="*/ 4597 w 80010"/>
                  <a:gd name="T11" fmla="*/ 504012 h 504189"/>
                  <a:gd name="T12" fmla="*/ 79730 w 80010"/>
                  <a:gd name="T13" fmla="*/ 4597 h 504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504189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499414"/>
                    </a:lnTo>
                    <a:lnTo>
                      <a:pt x="0" y="504012"/>
                    </a:lnTo>
                    <a:lnTo>
                      <a:pt x="4597" y="504012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17" name="object 18">
                <a:extLst>
                  <a:ext uri="{FF2B5EF4-FFF2-40B4-BE49-F238E27FC236}">
                    <a16:creationId xmlns:a16="http://schemas.microsoft.com/office/drawing/2014/main" id="{F704219F-88A9-42F3-B3F4-0AE9BD09C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163" y="4415193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18" name="object 19">
                <a:extLst>
                  <a:ext uri="{FF2B5EF4-FFF2-40B4-BE49-F238E27FC236}">
                    <a16:creationId xmlns:a16="http://schemas.microsoft.com/office/drawing/2014/main" id="{FF1721E6-084D-414C-8BA4-669AE4AAD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373" y="4417402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719" name="object 20">
                <a:extLst>
                  <a:ext uri="{FF2B5EF4-FFF2-40B4-BE49-F238E27FC236}">
                    <a16:creationId xmlns:a16="http://schemas.microsoft.com/office/drawing/2014/main" id="{AB359BE0-9FD3-4FC1-977B-18D1D3D37D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71788" y="3915689"/>
                <a:ext cx="318300" cy="282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20" name="object 21">
                <a:extLst>
                  <a:ext uri="{FF2B5EF4-FFF2-40B4-BE49-F238E27FC236}">
                    <a16:creationId xmlns:a16="http://schemas.microsoft.com/office/drawing/2014/main" id="{D927D3C2-58A3-497F-AC5F-AE4372D75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491" y="3933456"/>
                <a:ext cx="80010" cy="354330"/>
              </a:xfrm>
              <a:custGeom>
                <a:avLst/>
                <a:gdLst>
                  <a:gd name="T0" fmla="*/ 79730 w 80010"/>
                  <a:gd name="T1" fmla="*/ 353745 h 354329"/>
                  <a:gd name="T2" fmla="*/ 79730 w 80010"/>
                  <a:gd name="T3" fmla="*/ 349148 h 354329"/>
                  <a:gd name="T4" fmla="*/ 4597 w 80010"/>
                  <a:gd name="T5" fmla="*/ 0 h 354329"/>
                  <a:gd name="T6" fmla="*/ 0 w 80010"/>
                  <a:gd name="T7" fmla="*/ 0 h 354329"/>
                  <a:gd name="T8" fmla="*/ 0 w 80010"/>
                  <a:gd name="T9" fmla="*/ 4597 h 354329"/>
                  <a:gd name="T10" fmla="*/ 75133 w 80010"/>
                  <a:gd name="T11" fmla="*/ 353745 h 354329"/>
                  <a:gd name="T12" fmla="*/ 79730 w 80010"/>
                  <a:gd name="T13" fmla="*/ 353745 h 354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354329">
                    <a:moveTo>
                      <a:pt x="79730" y="353745"/>
                    </a:moveTo>
                    <a:lnTo>
                      <a:pt x="79730" y="34914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353745"/>
                    </a:lnTo>
                    <a:lnTo>
                      <a:pt x="79730" y="3537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1" name="object 22">
                <a:extLst>
                  <a:ext uri="{FF2B5EF4-FFF2-40B4-BE49-F238E27FC236}">
                    <a16:creationId xmlns:a16="http://schemas.microsoft.com/office/drawing/2014/main" id="{C4FC72C4-E5BA-4F48-93AC-FBC7F7BF2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7990" y="3915778"/>
                <a:ext cx="62230" cy="62230"/>
              </a:xfrm>
              <a:custGeom>
                <a:avLst/>
                <a:gdLst>
                  <a:gd name="T0" fmla="*/ 61874 w 62230"/>
                  <a:gd name="T1" fmla="*/ 61874 h 62229"/>
                  <a:gd name="T2" fmla="*/ 61874 w 62230"/>
                  <a:gd name="T3" fmla="*/ 0 h 62229"/>
                  <a:gd name="T4" fmla="*/ 0 w 62230"/>
                  <a:gd name="T5" fmla="*/ 0 h 62229"/>
                  <a:gd name="T6" fmla="*/ 0 w 62230"/>
                  <a:gd name="T7" fmla="*/ 61874 h 62229"/>
                  <a:gd name="T8" fmla="*/ 61874 w 62230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30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2" name="object 23">
                <a:extLst>
                  <a:ext uri="{FF2B5EF4-FFF2-40B4-BE49-F238E27FC236}">
                    <a16:creationId xmlns:a16="http://schemas.microsoft.com/office/drawing/2014/main" id="{70E67EB1-06F9-4C5C-8FD9-6FF5762E3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0200" y="3917988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3" name="object 24">
                <a:extLst>
                  <a:ext uri="{FF2B5EF4-FFF2-40B4-BE49-F238E27FC236}">
                    <a16:creationId xmlns:a16="http://schemas.microsoft.com/office/drawing/2014/main" id="{A7D91639-556B-4C5E-9914-D7BBD0B79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624" y="4008589"/>
                <a:ext cx="80010" cy="278765"/>
              </a:xfrm>
              <a:custGeom>
                <a:avLst/>
                <a:gdLst>
                  <a:gd name="T0" fmla="*/ 79730 w 80010"/>
                  <a:gd name="T1" fmla="*/ 4597 h 278764"/>
                  <a:gd name="T2" fmla="*/ 79730 w 80010"/>
                  <a:gd name="T3" fmla="*/ 0 h 278764"/>
                  <a:gd name="T4" fmla="*/ 75133 w 80010"/>
                  <a:gd name="T5" fmla="*/ 0 h 278764"/>
                  <a:gd name="T6" fmla="*/ 0 w 80010"/>
                  <a:gd name="T7" fmla="*/ 274015 h 278764"/>
                  <a:gd name="T8" fmla="*/ 0 w 80010"/>
                  <a:gd name="T9" fmla="*/ 278612 h 278764"/>
                  <a:gd name="T10" fmla="*/ 4597 w 80010"/>
                  <a:gd name="T11" fmla="*/ 278612 h 278764"/>
                  <a:gd name="T12" fmla="*/ 79730 w 80010"/>
                  <a:gd name="T13" fmla="*/ 4597 h 278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278764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274015"/>
                    </a:lnTo>
                    <a:lnTo>
                      <a:pt x="0" y="278612"/>
                    </a:lnTo>
                    <a:lnTo>
                      <a:pt x="4597" y="278612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4" name="object 25">
                <a:extLst>
                  <a:ext uri="{FF2B5EF4-FFF2-40B4-BE49-F238E27FC236}">
                    <a16:creationId xmlns:a16="http://schemas.microsoft.com/office/drawing/2014/main" id="{90F4A150-20CB-4703-AD9A-35A8C2B09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3123" y="4264926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5" name="object 26">
                <a:extLst>
                  <a:ext uri="{FF2B5EF4-FFF2-40B4-BE49-F238E27FC236}">
                    <a16:creationId xmlns:a16="http://schemas.microsoft.com/office/drawing/2014/main" id="{2D12332E-8749-4F18-80F7-7E72CD1EA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5333" y="4267136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6" name="object 27">
                <a:extLst>
                  <a:ext uri="{FF2B5EF4-FFF2-40B4-BE49-F238E27FC236}">
                    <a16:creationId xmlns:a16="http://schemas.microsoft.com/office/drawing/2014/main" id="{398193AA-13E9-4048-8D6F-0798445A8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5757" y="4008589"/>
                <a:ext cx="75565" cy="371475"/>
              </a:xfrm>
              <a:custGeom>
                <a:avLst/>
                <a:gdLst>
                  <a:gd name="T0" fmla="*/ 75311 w 75564"/>
                  <a:gd name="T1" fmla="*/ 371424 h 371475"/>
                  <a:gd name="T2" fmla="*/ 75311 w 75564"/>
                  <a:gd name="T3" fmla="*/ 366826 h 371475"/>
                  <a:gd name="T4" fmla="*/ 4597 w 75564"/>
                  <a:gd name="T5" fmla="*/ 0 h 371475"/>
                  <a:gd name="T6" fmla="*/ 0 w 75564"/>
                  <a:gd name="T7" fmla="*/ 0 h 371475"/>
                  <a:gd name="T8" fmla="*/ 0 w 75564"/>
                  <a:gd name="T9" fmla="*/ 4597 h 371475"/>
                  <a:gd name="T10" fmla="*/ 70713 w 75564"/>
                  <a:gd name="T11" fmla="*/ 371424 h 371475"/>
                  <a:gd name="T12" fmla="*/ 75311 w 75564"/>
                  <a:gd name="T13" fmla="*/ 371424 h 3714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371475">
                    <a:moveTo>
                      <a:pt x="75311" y="371424"/>
                    </a:moveTo>
                    <a:lnTo>
                      <a:pt x="75311" y="366826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371424"/>
                    </a:lnTo>
                    <a:lnTo>
                      <a:pt x="75311" y="3714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7" name="object 28">
                <a:extLst>
                  <a:ext uri="{FF2B5EF4-FFF2-40B4-BE49-F238E27FC236}">
                    <a16:creationId xmlns:a16="http://schemas.microsoft.com/office/drawing/2014/main" id="{691CE504-1693-4BAA-A2E7-06C514883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837" y="3990911"/>
                <a:ext cx="62230" cy="57785"/>
              </a:xfrm>
              <a:custGeom>
                <a:avLst/>
                <a:gdLst>
                  <a:gd name="T0" fmla="*/ 61874 w 62230"/>
                  <a:gd name="T1" fmla="*/ 57454 h 57785"/>
                  <a:gd name="T2" fmla="*/ 61874 w 62230"/>
                  <a:gd name="T3" fmla="*/ 0 h 57785"/>
                  <a:gd name="T4" fmla="*/ 0 w 62230"/>
                  <a:gd name="T5" fmla="*/ 0 h 57785"/>
                  <a:gd name="T6" fmla="*/ 0 w 62230"/>
                  <a:gd name="T7" fmla="*/ 57454 h 57785"/>
                  <a:gd name="T8" fmla="*/ 61874 w 62230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30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8" name="object 29">
                <a:extLst>
                  <a:ext uri="{FF2B5EF4-FFF2-40B4-BE49-F238E27FC236}">
                    <a16:creationId xmlns:a16="http://schemas.microsoft.com/office/drawing/2014/main" id="{547E8F97-EBC6-46B1-A453-95A2FA07D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6047" y="3993121"/>
                <a:ext cx="40005" cy="35560"/>
              </a:xfrm>
              <a:custGeom>
                <a:avLst/>
                <a:gdLst>
                  <a:gd name="T0" fmla="*/ 39776 w 40005"/>
                  <a:gd name="T1" fmla="*/ 0 h 35560"/>
                  <a:gd name="T2" fmla="*/ 39776 w 40005"/>
                  <a:gd name="T3" fmla="*/ 35356 h 35560"/>
                  <a:gd name="T4" fmla="*/ 0 w 40005"/>
                  <a:gd name="T5" fmla="*/ 35356 h 35560"/>
                  <a:gd name="T6" fmla="*/ 0 w 40005"/>
                  <a:gd name="T7" fmla="*/ 0 h 35560"/>
                  <a:gd name="T8" fmla="*/ 39776 w 40005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5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29" name="object 30">
                <a:extLst>
                  <a:ext uri="{FF2B5EF4-FFF2-40B4-BE49-F238E27FC236}">
                    <a16:creationId xmlns:a16="http://schemas.microsoft.com/office/drawing/2014/main" id="{DD130E70-6CCE-489D-9091-51FA2B9A1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471" y="4083723"/>
                <a:ext cx="80010" cy="296545"/>
              </a:xfrm>
              <a:custGeom>
                <a:avLst/>
                <a:gdLst>
                  <a:gd name="T0" fmla="*/ 79730 w 80010"/>
                  <a:gd name="T1" fmla="*/ 4597 h 296545"/>
                  <a:gd name="T2" fmla="*/ 79730 w 80010"/>
                  <a:gd name="T3" fmla="*/ 0 h 296545"/>
                  <a:gd name="T4" fmla="*/ 75133 w 80010"/>
                  <a:gd name="T5" fmla="*/ 0 h 296545"/>
                  <a:gd name="T6" fmla="*/ 0 w 80010"/>
                  <a:gd name="T7" fmla="*/ 291693 h 296545"/>
                  <a:gd name="T8" fmla="*/ 0 w 80010"/>
                  <a:gd name="T9" fmla="*/ 296290 h 296545"/>
                  <a:gd name="T10" fmla="*/ 4597 w 80010"/>
                  <a:gd name="T11" fmla="*/ 296290 h 296545"/>
                  <a:gd name="T12" fmla="*/ 79730 w 80010"/>
                  <a:gd name="T13" fmla="*/ 4597 h 296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296545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291693"/>
                    </a:lnTo>
                    <a:lnTo>
                      <a:pt x="0" y="296290"/>
                    </a:lnTo>
                    <a:lnTo>
                      <a:pt x="4597" y="296290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30" name="object 31">
                <a:extLst>
                  <a:ext uri="{FF2B5EF4-FFF2-40B4-BE49-F238E27FC236}">
                    <a16:creationId xmlns:a16="http://schemas.microsoft.com/office/drawing/2014/main" id="{44DEE172-F0A3-4F83-BA83-5DBCC6503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8970" y="4357738"/>
                <a:ext cx="62230" cy="62230"/>
              </a:xfrm>
              <a:custGeom>
                <a:avLst/>
                <a:gdLst>
                  <a:gd name="T0" fmla="*/ 61874 w 62230"/>
                  <a:gd name="T1" fmla="*/ 61874 h 62229"/>
                  <a:gd name="T2" fmla="*/ 61874 w 62230"/>
                  <a:gd name="T3" fmla="*/ 0 h 62229"/>
                  <a:gd name="T4" fmla="*/ 0 w 62230"/>
                  <a:gd name="T5" fmla="*/ 0 h 62229"/>
                  <a:gd name="T6" fmla="*/ 0 w 62230"/>
                  <a:gd name="T7" fmla="*/ 61874 h 62229"/>
                  <a:gd name="T8" fmla="*/ 61874 w 62230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30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31" name="object 32">
                <a:extLst>
                  <a:ext uri="{FF2B5EF4-FFF2-40B4-BE49-F238E27FC236}">
                    <a16:creationId xmlns:a16="http://schemas.microsoft.com/office/drawing/2014/main" id="{165C266D-A53D-45F7-BB1B-4551B4770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180" y="4359948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32" name="object 33">
                <a:extLst>
                  <a:ext uri="{FF2B5EF4-FFF2-40B4-BE49-F238E27FC236}">
                    <a16:creationId xmlns:a16="http://schemas.microsoft.com/office/drawing/2014/main" id="{BA099DF5-85BE-4CEC-9EA7-250379FFE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1604" y="4083723"/>
                <a:ext cx="80010" cy="296545"/>
              </a:xfrm>
              <a:custGeom>
                <a:avLst/>
                <a:gdLst>
                  <a:gd name="T0" fmla="*/ 79730 w 80010"/>
                  <a:gd name="T1" fmla="*/ 296290 h 296545"/>
                  <a:gd name="T2" fmla="*/ 79730 w 80010"/>
                  <a:gd name="T3" fmla="*/ 291693 h 296545"/>
                  <a:gd name="T4" fmla="*/ 4597 w 80010"/>
                  <a:gd name="T5" fmla="*/ 0 h 296545"/>
                  <a:gd name="T6" fmla="*/ 0 w 80010"/>
                  <a:gd name="T7" fmla="*/ 0 h 296545"/>
                  <a:gd name="T8" fmla="*/ 0 w 80010"/>
                  <a:gd name="T9" fmla="*/ 4597 h 296545"/>
                  <a:gd name="T10" fmla="*/ 75133 w 80010"/>
                  <a:gd name="T11" fmla="*/ 296290 h 296545"/>
                  <a:gd name="T12" fmla="*/ 79730 w 80010"/>
                  <a:gd name="T13" fmla="*/ 296290 h 296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296545">
                    <a:moveTo>
                      <a:pt x="79730" y="296290"/>
                    </a:moveTo>
                    <a:lnTo>
                      <a:pt x="79730" y="291693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296290"/>
                    </a:lnTo>
                    <a:lnTo>
                      <a:pt x="79730" y="296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33" name="object 34">
                <a:extLst>
                  <a:ext uri="{FF2B5EF4-FFF2-40B4-BE49-F238E27FC236}">
                    <a16:creationId xmlns:a16="http://schemas.microsoft.com/office/drawing/2014/main" id="{81BCF818-E798-4256-AC38-CCB6D6970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103" y="4061625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34" name="object 35">
                <a:extLst>
                  <a:ext uri="{FF2B5EF4-FFF2-40B4-BE49-F238E27FC236}">
                    <a16:creationId xmlns:a16="http://schemas.microsoft.com/office/drawing/2014/main" id="{5DA080A3-E97E-4734-8158-DDDC5F499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6313" y="4063834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735" name="object 36">
                <a:extLst>
                  <a:ext uri="{FF2B5EF4-FFF2-40B4-BE49-F238E27FC236}">
                    <a16:creationId xmlns:a16="http://schemas.microsoft.com/office/drawing/2014/main" id="{9ADDBCEE-5298-47FE-A303-14D52F593C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34728" y="4154436"/>
                <a:ext cx="97320" cy="265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36" name="object 37">
                <a:extLst>
                  <a:ext uri="{FF2B5EF4-FFF2-40B4-BE49-F238E27FC236}">
                    <a16:creationId xmlns:a16="http://schemas.microsoft.com/office/drawing/2014/main" id="{5AB6702E-4F7D-4827-85A8-4A82B787AB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7451" y="4154436"/>
                <a:ext cx="80010" cy="575310"/>
              </a:xfrm>
              <a:custGeom>
                <a:avLst/>
                <a:gdLst>
                  <a:gd name="T0" fmla="*/ 79730 w 80010"/>
                  <a:gd name="T1" fmla="*/ 574725 h 575310"/>
                  <a:gd name="T2" fmla="*/ 79730 w 80010"/>
                  <a:gd name="T3" fmla="*/ 570128 h 575310"/>
                  <a:gd name="T4" fmla="*/ 4597 w 80010"/>
                  <a:gd name="T5" fmla="*/ 0 h 575310"/>
                  <a:gd name="T6" fmla="*/ 0 w 80010"/>
                  <a:gd name="T7" fmla="*/ 0 h 575310"/>
                  <a:gd name="T8" fmla="*/ 0 w 80010"/>
                  <a:gd name="T9" fmla="*/ 4597 h 575310"/>
                  <a:gd name="T10" fmla="*/ 75133 w 80010"/>
                  <a:gd name="T11" fmla="*/ 574725 h 575310"/>
                  <a:gd name="T12" fmla="*/ 79730 w 80010"/>
                  <a:gd name="T13" fmla="*/ 574725 h 575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575310">
                    <a:moveTo>
                      <a:pt x="79730" y="574725"/>
                    </a:moveTo>
                    <a:lnTo>
                      <a:pt x="79730" y="57012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574725"/>
                    </a:lnTo>
                    <a:lnTo>
                      <a:pt x="79730" y="5747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37" name="object 38">
                <a:extLst>
                  <a:ext uri="{FF2B5EF4-FFF2-40B4-BE49-F238E27FC236}">
                    <a16:creationId xmlns:a16="http://schemas.microsoft.com/office/drawing/2014/main" id="{D581B52F-B65C-4EF1-B6BC-4AB9CC730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950" y="4136758"/>
                <a:ext cx="62230" cy="62230"/>
              </a:xfrm>
              <a:custGeom>
                <a:avLst/>
                <a:gdLst>
                  <a:gd name="T0" fmla="*/ 61874 w 62230"/>
                  <a:gd name="T1" fmla="*/ 61874 h 62229"/>
                  <a:gd name="T2" fmla="*/ 61874 w 62230"/>
                  <a:gd name="T3" fmla="*/ 0 h 62229"/>
                  <a:gd name="T4" fmla="*/ 0 w 62230"/>
                  <a:gd name="T5" fmla="*/ 0 h 62229"/>
                  <a:gd name="T6" fmla="*/ 0 w 62230"/>
                  <a:gd name="T7" fmla="*/ 61874 h 62229"/>
                  <a:gd name="T8" fmla="*/ 61874 w 62230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30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38" name="object 39">
                <a:extLst>
                  <a:ext uri="{FF2B5EF4-FFF2-40B4-BE49-F238E27FC236}">
                    <a16:creationId xmlns:a16="http://schemas.microsoft.com/office/drawing/2014/main" id="{380DE8FA-469C-4104-A130-444FE5824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160" y="4138968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39" name="object 40">
                <a:extLst>
                  <a:ext uri="{FF2B5EF4-FFF2-40B4-BE49-F238E27FC236}">
                    <a16:creationId xmlns:a16="http://schemas.microsoft.com/office/drawing/2014/main" id="{B550DF54-EE7A-4CEF-A886-D486809EF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2584" y="4415193"/>
                <a:ext cx="80010" cy="314325"/>
              </a:xfrm>
              <a:custGeom>
                <a:avLst/>
                <a:gdLst>
                  <a:gd name="T0" fmla="*/ 79730 w 80010"/>
                  <a:gd name="T1" fmla="*/ 4597 h 314325"/>
                  <a:gd name="T2" fmla="*/ 79730 w 80010"/>
                  <a:gd name="T3" fmla="*/ 0 h 314325"/>
                  <a:gd name="T4" fmla="*/ 75133 w 80010"/>
                  <a:gd name="T5" fmla="*/ 0 h 314325"/>
                  <a:gd name="T6" fmla="*/ 0 w 80010"/>
                  <a:gd name="T7" fmla="*/ 309371 h 314325"/>
                  <a:gd name="T8" fmla="*/ 0 w 80010"/>
                  <a:gd name="T9" fmla="*/ 313969 h 314325"/>
                  <a:gd name="T10" fmla="*/ 4597 w 80010"/>
                  <a:gd name="T11" fmla="*/ 313969 h 314325"/>
                  <a:gd name="T12" fmla="*/ 79730 w 80010"/>
                  <a:gd name="T13" fmla="*/ 4597 h 314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314325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309371"/>
                    </a:lnTo>
                    <a:lnTo>
                      <a:pt x="0" y="313969"/>
                    </a:lnTo>
                    <a:lnTo>
                      <a:pt x="4597" y="313969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40" name="object 41">
                <a:extLst>
                  <a:ext uri="{FF2B5EF4-FFF2-40B4-BE49-F238E27FC236}">
                    <a16:creationId xmlns:a16="http://schemas.microsoft.com/office/drawing/2014/main" id="{5E7DAE30-185F-43FE-9451-E051A3CCEF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083" y="4706886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41" name="object 42">
                <a:extLst>
                  <a:ext uri="{FF2B5EF4-FFF2-40B4-BE49-F238E27FC236}">
                    <a16:creationId xmlns:a16="http://schemas.microsoft.com/office/drawing/2014/main" id="{4B23B487-FA67-4CFA-A0E9-65074D801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293" y="4709096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742" name="object 43">
                <a:extLst>
                  <a:ext uri="{FF2B5EF4-FFF2-40B4-BE49-F238E27FC236}">
                    <a16:creationId xmlns:a16="http://schemas.microsoft.com/office/drawing/2014/main" id="{E876646A-2E21-4FC7-94C4-38B550EBC1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55708" y="4393006"/>
                <a:ext cx="97320" cy="190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43" name="object 44">
                <a:extLst>
                  <a:ext uri="{FF2B5EF4-FFF2-40B4-BE49-F238E27FC236}">
                    <a16:creationId xmlns:a16="http://schemas.microsoft.com/office/drawing/2014/main" id="{5FBA8A08-7563-4242-8A08-4C3E34D04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431" y="4304703"/>
                <a:ext cx="97790" cy="278765"/>
              </a:xfrm>
              <a:custGeom>
                <a:avLst/>
                <a:gdLst>
                  <a:gd name="T0" fmla="*/ 97408 w 97789"/>
                  <a:gd name="T1" fmla="*/ 4597 h 278764"/>
                  <a:gd name="T2" fmla="*/ 97408 w 97789"/>
                  <a:gd name="T3" fmla="*/ 0 h 278764"/>
                  <a:gd name="T4" fmla="*/ 92811 w 97789"/>
                  <a:gd name="T5" fmla="*/ 0 h 278764"/>
                  <a:gd name="T6" fmla="*/ 0 w 97789"/>
                  <a:gd name="T7" fmla="*/ 274015 h 278764"/>
                  <a:gd name="T8" fmla="*/ 0 w 97789"/>
                  <a:gd name="T9" fmla="*/ 278612 h 278764"/>
                  <a:gd name="T10" fmla="*/ 4597 w 97789"/>
                  <a:gd name="T11" fmla="*/ 278612 h 278764"/>
                  <a:gd name="T12" fmla="*/ 97408 w 97789"/>
                  <a:gd name="T13" fmla="*/ 4597 h 278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789" h="278764">
                    <a:moveTo>
                      <a:pt x="97408" y="4597"/>
                    </a:moveTo>
                    <a:lnTo>
                      <a:pt x="97408" y="0"/>
                    </a:lnTo>
                    <a:lnTo>
                      <a:pt x="92811" y="0"/>
                    </a:lnTo>
                    <a:lnTo>
                      <a:pt x="0" y="274015"/>
                    </a:lnTo>
                    <a:lnTo>
                      <a:pt x="0" y="278612"/>
                    </a:lnTo>
                    <a:lnTo>
                      <a:pt x="4597" y="278612"/>
                    </a:lnTo>
                    <a:lnTo>
                      <a:pt x="97408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44" name="object 45">
                <a:extLst>
                  <a:ext uri="{FF2B5EF4-FFF2-40B4-BE49-F238E27FC236}">
                    <a16:creationId xmlns:a16="http://schemas.microsoft.com/office/drawing/2014/main" id="{C5010DD8-814D-4C2F-9F3B-8648783E1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0930" y="4561039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45" name="object 46">
                <a:extLst>
                  <a:ext uri="{FF2B5EF4-FFF2-40B4-BE49-F238E27FC236}">
                    <a16:creationId xmlns:a16="http://schemas.microsoft.com/office/drawing/2014/main" id="{809055A8-BA99-43A0-9D79-04073ACBD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3140" y="456324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746" name="object 47">
                <a:extLst>
                  <a:ext uri="{FF2B5EF4-FFF2-40B4-BE49-F238E27FC236}">
                    <a16:creationId xmlns:a16="http://schemas.microsoft.com/office/drawing/2014/main" id="{065D9CC2-1C27-4F45-AC00-8A6E8E1DC9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23653" y="4119079"/>
                <a:ext cx="168033" cy="225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47" name="object 48">
                <a:extLst>
                  <a:ext uri="{FF2B5EF4-FFF2-40B4-BE49-F238E27FC236}">
                    <a16:creationId xmlns:a16="http://schemas.microsoft.com/office/drawing/2014/main" id="{FFA8C6E1-34F1-4D4E-9A3B-04C8C2116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7089" y="4119079"/>
                <a:ext cx="80010" cy="300990"/>
              </a:xfrm>
              <a:custGeom>
                <a:avLst/>
                <a:gdLst>
                  <a:gd name="T0" fmla="*/ 79730 w 80010"/>
                  <a:gd name="T1" fmla="*/ 300710 h 300989"/>
                  <a:gd name="T2" fmla="*/ 79730 w 80010"/>
                  <a:gd name="T3" fmla="*/ 296113 h 300989"/>
                  <a:gd name="T4" fmla="*/ 4597 w 80010"/>
                  <a:gd name="T5" fmla="*/ 0 h 300989"/>
                  <a:gd name="T6" fmla="*/ 0 w 80010"/>
                  <a:gd name="T7" fmla="*/ 0 h 300989"/>
                  <a:gd name="T8" fmla="*/ 0 w 80010"/>
                  <a:gd name="T9" fmla="*/ 4597 h 300989"/>
                  <a:gd name="T10" fmla="*/ 75133 w 80010"/>
                  <a:gd name="T11" fmla="*/ 300710 h 300989"/>
                  <a:gd name="T12" fmla="*/ 79730 w 80010"/>
                  <a:gd name="T13" fmla="*/ 300710 h 3009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300989">
                    <a:moveTo>
                      <a:pt x="79730" y="300710"/>
                    </a:moveTo>
                    <a:lnTo>
                      <a:pt x="79730" y="296113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300710"/>
                    </a:lnTo>
                    <a:lnTo>
                      <a:pt x="79730" y="3007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48" name="object 49">
                <a:extLst>
                  <a:ext uri="{FF2B5EF4-FFF2-40B4-BE49-F238E27FC236}">
                    <a16:creationId xmlns:a16="http://schemas.microsoft.com/office/drawing/2014/main" id="{30FDF814-23BF-474B-BD21-B90FEEE08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589" y="4101401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49" name="object 50">
                <a:extLst>
                  <a:ext uri="{FF2B5EF4-FFF2-40B4-BE49-F238E27FC236}">
                    <a16:creationId xmlns:a16="http://schemas.microsoft.com/office/drawing/2014/main" id="{30C922FA-FC2A-4A3E-BCD7-14E903E39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1799" y="4103611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750" name="object 51">
                <a:extLst>
                  <a:ext uri="{FF2B5EF4-FFF2-40B4-BE49-F238E27FC236}">
                    <a16:creationId xmlns:a16="http://schemas.microsoft.com/office/drawing/2014/main" id="{E0550A13-7418-4930-BAB6-8C9BAEAF1D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44633" y="4194213"/>
                <a:ext cx="97320" cy="260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51" name="object 52">
                <a:extLst>
                  <a:ext uri="{FF2B5EF4-FFF2-40B4-BE49-F238E27FC236}">
                    <a16:creationId xmlns:a16="http://schemas.microsoft.com/office/drawing/2014/main" id="{5A9C634F-9834-4554-BE97-54E822BAB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7356" y="4194213"/>
                <a:ext cx="75565" cy="371475"/>
              </a:xfrm>
              <a:custGeom>
                <a:avLst/>
                <a:gdLst>
                  <a:gd name="T0" fmla="*/ 75311 w 75564"/>
                  <a:gd name="T1" fmla="*/ 371424 h 371475"/>
                  <a:gd name="T2" fmla="*/ 75311 w 75564"/>
                  <a:gd name="T3" fmla="*/ 366826 h 371475"/>
                  <a:gd name="T4" fmla="*/ 4597 w 75564"/>
                  <a:gd name="T5" fmla="*/ 0 h 371475"/>
                  <a:gd name="T6" fmla="*/ 0 w 75564"/>
                  <a:gd name="T7" fmla="*/ 0 h 371475"/>
                  <a:gd name="T8" fmla="*/ 0 w 75564"/>
                  <a:gd name="T9" fmla="*/ 4597 h 371475"/>
                  <a:gd name="T10" fmla="*/ 70713 w 75564"/>
                  <a:gd name="T11" fmla="*/ 371424 h 371475"/>
                  <a:gd name="T12" fmla="*/ 75311 w 75564"/>
                  <a:gd name="T13" fmla="*/ 371424 h 3714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371475">
                    <a:moveTo>
                      <a:pt x="75311" y="371424"/>
                    </a:moveTo>
                    <a:lnTo>
                      <a:pt x="75311" y="366826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371424"/>
                    </a:lnTo>
                    <a:lnTo>
                      <a:pt x="75311" y="3714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52" name="object 53">
                <a:extLst>
                  <a:ext uri="{FF2B5EF4-FFF2-40B4-BE49-F238E27FC236}">
                    <a16:creationId xmlns:a16="http://schemas.microsoft.com/office/drawing/2014/main" id="{AF0F0F42-CC37-4D5D-A5C8-D3079B0D1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855" y="4172115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53" name="object 54">
                <a:extLst>
                  <a:ext uri="{FF2B5EF4-FFF2-40B4-BE49-F238E27FC236}">
                    <a16:creationId xmlns:a16="http://schemas.microsoft.com/office/drawing/2014/main" id="{0AB15DB9-E17A-44BD-ACCB-44E138BB68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2065" y="4174324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54" name="object 55">
                <a:extLst>
                  <a:ext uri="{FF2B5EF4-FFF2-40B4-BE49-F238E27FC236}">
                    <a16:creationId xmlns:a16="http://schemas.microsoft.com/office/drawing/2014/main" id="{C68409A0-61B5-4782-B2D3-BADA4C2ED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443" y="4563338"/>
                <a:ext cx="35560" cy="0"/>
              </a:xfrm>
              <a:custGeom>
                <a:avLst/>
                <a:gdLst>
                  <a:gd name="T0" fmla="*/ 0 w 35560"/>
                  <a:gd name="T1" fmla="*/ 35356 w 3556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</a:cxnLst>
                <a:rect l="0" t="0" r="r" b="b"/>
                <a:pathLst>
                  <a:path w="35560">
                    <a:moveTo>
                      <a:pt x="0" y="0"/>
                    </a:moveTo>
                    <a:lnTo>
                      <a:pt x="35356" y="0"/>
                    </a:lnTo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55" name="object 56">
                <a:extLst>
                  <a:ext uri="{FF2B5EF4-FFF2-40B4-BE49-F238E27FC236}">
                    <a16:creationId xmlns:a16="http://schemas.microsoft.com/office/drawing/2014/main" id="{064C4559-69B2-452B-829D-DD7920B3A7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0569" y="4543361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56" name="object 57">
                <a:extLst>
                  <a:ext uri="{FF2B5EF4-FFF2-40B4-BE49-F238E27FC236}">
                    <a16:creationId xmlns:a16="http://schemas.microsoft.com/office/drawing/2014/main" id="{66DC6236-8952-4F23-9E32-3070D6036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2778" y="4545571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57" name="object 58">
                <a:extLst>
                  <a:ext uri="{FF2B5EF4-FFF2-40B4-BE49-F238E27FC236}">
                    <a16:creationId xmlns:a16="http://schemas.microsoft.com/office/drawing/2014/main" id="{5C7CDBFD-2492-451C-BF4F-8B7E9A4FB5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3202" y="4561039"/>
                <a:ext cx="80010" cy="243840"/>
              </a:xfrm>
              <a:custGeom>
                <a:avLst/>
                <a:gdLst>
                  <a:gd name="T0" fmla="*/ 79730 w 80010"/>
                  <a:gd name="T1" fmla="*/ 243255 h 243839"/>
                  <a:gd name="T2" fmla="*/ 79730 w 80010"/>
                  <a:gd name="T3" fmla="*/ 238658 h 243839"/>
                  <a:gd name="T4" fmla="*/ 4597 w 80010"/>
                  <a:gd name="T5" fmla="*/ 0 h 243839"/>
                  <a:gd name="T6" fmla="*/ 0 w 80010"/>
                  <a:gd name="T7" fmla="*/ 0 h 243839"/>
                  <a:gd name="T8" fmla="*/ 0 w 80010"/>
                  <a:gd name="T9" fmla="*/ 4597 h 243839"/>
                  <a:gd name="T10" fmla="*/ 75133 w 80010"/>
                  <a:gd name="T11" fmla="*/ 243255 h 243839"/>
                  <a:gd name="T12" fmla="*/ 79730 w 80010"/>
                  <a:gd name="T13" fmla="*/ 243255 h 243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243839">
                    <a:moveTo>
                      <a:pt x="79730" y="243255"/>
                    </a:moveTo>
                    <a:lnTo>
                      <a:pt x="79730" y="23865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243255"/>
                    </a:lnTo>
                    <a:lnTo>
                      <a:pt x="79730" y="2432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58" name="object 59">
                <a:extLst>
                  <a:ext uri="{FF2B5EF4-FFF2-40B4-BE49-F238E27FC236}">
                    <a16:creationId xmlns:a16="http://schemas.microsoft.com/office/drawing/2014/main" id="{AD262AD2-CD40-498F-9491-68E2CFF64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702" y="4543361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59" name="object 60">
                <a:extLst>
                  <a:ext uri="{FF2B5EF4-FFF2-40B4-BE49-F238E27FC236}">
                    <a16:creationId xmlns:a16="http://schemas.microsoft.com/office/drawing/2014/main" id="{DC47725B-002B-4D1D-A9BF-5E52C113F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7912" y="4545571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0" name="object 61">
                <a:extLst>
                  <a:ext uri="{FF2B5EF4-FFF2-40B4-BE49-F238E27FC236}">
                    <a16:creationId xmlns:a16="http://schemas.microsoft.com/office/drawing/2014/main" id="{BDCABB4E-F1FF-47FD-83FC-3922AA985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336" y="4724565"/>
                <a:ext cx="75565" cy="80010"/>
              </a:xfrm>
              <a:custGeom>
                <a:avLst/>
                <a:gdLst>
                  <a:gd name="T0" fmla="*/ 75311 w 75564"/>
                  <a:gd name="T1" fmla="*/ 4597 h 80010"/>
                  <a:gd name="T2" fmla="*/ 75311 w 75564"/>
                  <a:gd name="T3" fmla="*/ 0 h 80010"/>
                  <a:gd name="T4" fmla="*/ 70713 w 75564"/>
                  <a:gd name="T5" fmla="*/ 0 h 80010"/>
                  <a:gd name="T6" fmla="*/ 0 w 75564"/>
                  <a:gd name="T7" fmla="*/ 75133 h 80010"/>
                  <a:gd name="T8" fmla="*/ 0 w 75564"/>
                  <a:gd name="T9" fmla="*/ 79730 h 80010"/>
                  <a:gd name="T10" fmla="*/ 4597 w 75564"/>
                  <a:gd name="T11" fmla="*/ 79730 h 80010"/>
                  <a:gd name="T12" fmla="*/ 75311 w 75564"/>
                  <a:gd name="T13" fmla="*/ 4597 h 80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80010">
                    <a:moveTo>
                      <a:pt x="75311" y="4597"/>
                    </a:moveTo>
                    <a:lnTo>
                      <a:pt x="75311" y="0"/>
                    </a:lnTo>
                    <a:lnTo>
                      <a:pt x="70713" y="0"/>
                    </a:lnTo>
                    <a:lnTo>
                      <a:pt x="0" y="75133"/>
                    </a:lnTo>
                    <a:lnTo>
                      <a:pt x="0" y="79730"/>
                    </a:lnTo>
                    <a:lnTo>
                      <a:pt x="4597" y="79730"/>
                    </a:lnTo>
                    <a:lnTo>
                      <a:pt x="75311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1" name="object 62">
                <a:extLst>
                  <a:ext uri="{FF2B5EF4-FFF2-40B4-BE49-F238E27FC236}">
                    <a16:creationId xmlns:a16="http://schemas.microsoft.com/office/drawing/2014/main" id="{07995714-B439-45B4-99FD-65BA98CBB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835" y="4782019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2" name="object 63">
                <a:extLst>
                  <a:ext uri="{FF2B5EF4-FFF2-40B4-BE49-F238E27FC236}">
                    <a16:creationId xmlns:a16="http://schemas.microsoft.com/office/drawing/2014/main" id="{9B1CA8CE-54D4-4F4B-ACF4-B8D60D799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3045" y="478422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3" name="object 64">
                <a:extLst>
                  <a:ext uri="{FF2B5EF4-FFF2-40B4-BE49-F238E27FC236}">
                    <a16:creationId xmlns:a16="http://schemas.microsoft.com/office/drawing/2014/main" id="{A6B4D949-6A3D-44D2-816C-57931A3ED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049" y="4724565"/>
                <a:ext cx="80010" cy="208279"/>
              </a:xfrm>
              <a:custGeom>
                <a:avLst/>
                <a:gdLst>
                  <a:gd name="T0" fmla="*/ 79730 w 80010"/>
                  <a:gd name="T1" fmla="*/ 207899 h 208279"/>
                  <a:gd name="T2" fmla="*/ 79730 w 80010"/>
                  <a:gd name="T3" fmla="*/ 203301 h 208279"/>
                  <a:gd name="T4" fmla="*/ 4597 w 80010"/>
                  <a:gd name="T5" fmla="*/ 0 h 208279"/>
                  <a:gd name="T6" fmla="*/ 0 w 80010"/>
                  <a:gd name="T7" fmla="*/ 0 h 208279"/>
                  <a:gd name="T8" fmla="*/ 0 w 80010"/>
                  <a:gd name="T9" fmla="*/ 4597 h 208279"/>
                  <a:gd name="T10" fmla="*/ 75133 w 80010"/>
                  <a:gd name="T11" fmla="*/ 207899 h 208279"/>
                  <a:gd name="T12" fmla="*/ 79730 w 80010"/>
                  <a:gd name="T13" fmla="*/ 207899 h 208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208279">
                    <a:moveTo>
                      <a:pt x="79730" y="207899"/>
                    </a:moveTo>
                    <a:lnTo>
                      <a:pt x="79730" y="203301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207899"/>
                    </a:lnTo>
                    <a:lnTo>
                      <a:pt x="79730" y="2078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4" name="object 65">
                <a:extLst>
                  <a:ext uri="{FF2B5EF4-FFF2-40B4-BE49-F238E27FC236}">
                    <a16:creationId xmlns:a16="http://schemas.microsoft.com/office/drawing/2014/main" id="{F40E71D8-BD4F-41F7-A553-DBCC42D1B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1549" y="4706886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5" name="object 66">
                <a:extLst>
                  <a:ext uri="{FF2B5EF4-FFF2-40B4-BE49-F238E27FC236}">
                    <a16:creationId xmlns:a16="http://schemas.microsoft.com/office/drawing/2014/main" id="{ED861694-6DD4-4D57-A8D4-34E71597C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758" y="4709096"/>
                <a:ext cx="40005" cy="40005"/>
              </a:xfrm>
              <a:custGeom>
                <a:avLst/>
                <a:gdLst>
                  <a:gd name="T0" fmla="*/ 39776 w 40004"/>
                  <a:gd name="T1" fmla="*/ 0 h 40004"/>
                  <a:gd name="T2" fmla="*/ 39776 w 40004"/>
                  <a:gd name="T3" fmla="*/ 39776 h 40004"/>
                  <a:gd name="T4" fmla="*/ 0 w 40004"/>
                  <a:gd name="T5" fmla="*/ 39776 h 40004"/>
                  <a:gd name="T6" fmla="*/ 0 w 40004"/>
                  <a:gd name="T7" fmla="*/ 0 h 40004"/>
                  <a:gd name="T8" fmla="*/ 39776 w 40004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40004">
                    <a:moveTo>
                      <a:pt x="39776" y="0"/>
                    </a:moveTo>
                    <a:lnTo>
                      <a:pt x="3977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6" name="object 67">
                <a:extLst>
                  <a:ext uri="{FF2B5EF4-FFF2-40B4-BE49-F238E27FC236}">
                    <a16:creationId xmlns:a16="http://schemas.microsoft.com/office/drawing/2014/main" id="{0D48E06C-1623-4290-9E55-8520FB7D1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183" y="4746663"/>
                <a:ext cx="80010" cy="186055"/>
              </a:xfrm>
              <a:custGeom>
                <a:avLst/>
                <a:gdLst>
                  <a:gd name="T0" fmla="*/ 79730 w 80010"/>
                  <a:gd name="T1" fmla="*/ 4597 h 186054"/>
                  <a:gd name="T2" fmla="*/ 79730 w 80010"/>
                  <a:gd name="T3" fmla="*/ 0 h 186054"/>
                  <a:gd name="T4" fmla="*/ 75133 w 80010"/>
                  <a:gd name="T5" fmla="*/ 0 h 186054"/>
                  <a:gd name="T6" fmla="*/ 0 w 80010"/>
                  <a:gd name="T7" fmla="*/ 181203 h 186054"/>
                  <a:gd name="T8" fmla="*/ 0 w 80010"/>
                  <a:gd name="T9" fmla="*/ 185800 h 186054"/>
                  <a:gd name="T10" fmla="*/ 4597 w 80010"/>
                  <a:gd name="T11" fmla="*/ 185800 h 186054"/>
                  <a:gd name="T12" fmla="*/ 79730 w 80010"/>
                  <a:gd name="T13" fmla="*/ 4597 h 186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86054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81203"/>
                    </a:lnTo>
                    <a:lnTo>
                      <a:pt x="0" y="185800"/>
                    </a:lnTo>
                    <a:lnTo>
                      <a:pt x="4597" y="185800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7" name="object 68">
                <a:extLst>
                  <a:ext uri="{FF2B5EF4-FFF2-40B4-BE49-F238E27FC236}">
                    <a16:creationId xmlns:a16="http://schemas.microsoft.com/office/drawing/2014/main" id="{BC1A107A-D7DC-4004-9F36-6A00BAD89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682" y="4910188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8" name="object 69">
                <a:extLst>
                  <a:ext uri="{FF2B5EF4-FFF2-40B4-BE49-F238E27FC236}">
                    <a16:creationId xmlns:a16="http://schemas.microsoft.com/office/drawing/2014/main" id="{03EE0DCB-295D-4B12-ADA7-FADD674810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892" y="4912398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69" name="object 70">
                <a:extLst>
                  <a:ext uri="{FF2B5EF4-FFF2-40B4-BE49-F238E27FC236}">
                    <a16:creationId xmlns:a16="http://schemas.microsoft.com/office/drawing/2014/main" id="{C625ED57-7D98-4C67-BF59-751232F34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9316" y="4746663"/>
                <a:ext cx="75565" cy="133350"/>
              </a:xfrm>
              <a:custGeom>
                <a:avLst/>
                <a:gdLst>
                  <a:gd name="T0" fmla="*/ 75311 w 75564"/>
                  <a:gd name="T1" fmla="*/ 132765 h 133350"/>
                  <a:gd name="T2" fmla="*/ 75311 w 75564"/>
                  <a:gd name="T3" fmla="*/ 128168 h 133350"/>
                  <a:gd name="T4" fmla="*/ 4597 w 75564"/>
                  <a:gd name="T5" fmla="*/ 0 h 133350"/>
                  <a:gd name="T6" fmla="*/ 0 w 75564"/>
                  <a:gd name="T7" fmla="*/ 0 h 133350"/>
                  <a:gd name="T8" fmla="*/ 0 w 75564"/>
                  <a:gd name="T9" fmla="*/ 4597 h 133350"/>
                  <a:gd name="T10" fmla="*/ 70713 w 75564"/>
                  <a:gd name="T11" fmla="*/ 132765 h 133350"/>
                  <a:gd name="T12" fmla="*/ 75311 w 75564"/>
                  <a:gd name="T13" fmla="*/ 132765 h 133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133350">
                    <a:moveTo>
                      <a:pt x="75311" y="132765"/>
                    </a:moveTo>
                    <a:lnTo>
                      <a:pt x="75311" y="12816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132765"/>
                    </a:lnTo>
                    <a:lnTo>
                      <a:pt x="75311" y="1327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0" name="object 71">
                <a:extLst>
                  <a:ext uri="{FF2B5EF4-FFF2-40B4-BE49-F238E27FC236}">
                    <a16:creationId xmlns:a16="http://schemas.microsoft.com/office/drawing/2014/main" id="{F1C0895B-5CBB-49D2-94AB-C05F50EB6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1815" y="4724565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1" name="object 72">
                <a:extLst>
                  <a:ext uri="{FF2B5EF4-FFF2-40B4-BE49-F238E27FC236}">
                    <a16:creationId xmlns:a16="http://schemas.microsoft.com/office/drawing/2014/main" id="{BE313773-3D5C-4E1C-A940-991EBC4AF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4025" y="4726774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2" name="object 73">
                <a:extLst>
                  <a:ext uri="{FF2B5EF4-FFF2-40B4-BE49-F238E27FC236}">
                    <a16:creationId xmlns:a16="http://schemas.microsoft.com/office/drawing/2014/main" id="{73693345-EFE7-4D4D-A064-CC36431FF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0029" y="4689208"/>
                <a:ext cx="80010" cy="190500"/>
              </a:xfrm>
              <a:custGeom>
                <a:avLst/>
                <a:gdLst>
                  <a:gd name="T0" fmla="*/ 79730 w 80010"/>
                  <a:gd name="T1" fmla="*/ 4597 h 190500"/>
                  <a:gd name="T2" fmla="*/ 79730 w 80010"/>
                  <a:gd name="T3" fmla="*/ 0 h 190500"/>
                  <a:gd name="T4" fmla="*/ 75133 w 80010"/>
                  <a:gd name="T5" fmla="*/ 0 h 190500"/>
                  <a:gd name="T6" fmla="*/ 0 w 80010"/>
                  <a:gd name="T7" fmla="*/ 185623 h 190500"/>
                  <a:gd name="T8" fmla="*/ 0 w 80010"/>
                  <a:gd name="T9" fmla="*/ 190220 h 190500"/>
                  <a:gd name="T10" fmla="*/ 4597 w 80010"/>
                  <a:gd name="T11" fmla="*/ 190220 h 190500"/>
                  <a:gd name="T12" fmla="*/ 79730 w 80010"/>
                  <a:gd name="T13" fmla="*/ 4597 h 190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9050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85623"/>
                    </a:lnTo>
                    <a:lnTo>
                      <a:pt x="0" y="190220"/>
                    </a:lnTo>
                    <a:lnTo>
                      <a:pt x="4597" y="190220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3" name="object 74">
                <a:extLst>
                  <a:ext uri="{FF2B5EF4-FFF2-40B4-BE49-F238E27FC236}">
                    <a16:creationId xmlns:a16="http://schemas.microsoft.com/office/drawing/2014/main" id="{591DBCDE-5268-4908-9120-8A6723DF3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529" y="4857153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4" name="object 75">
                <a:extLst>
                  <a:ext uri="{FF2B5EF4-FFF2-40B4-BE49-F238E27FC236}">
                    <a16:creationId xmlns:a16="http://schemas.microsoft.com/office/drawing/2014/main" id="{817B178D-06C4-41ED-BC92-D7F00C6E8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738" y="4859362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5" name="object 76">
                <a:extLst>
                  <a:ext uri="{FF2B5EF4-FFF2-40B4-BE49-F238E27FC236}">
                    <a16:creationId xmlns:a16="http://schemas.microsoft.com/office/drawing/2014/main" id="{CC4D9B38-A338-4EA2-985D-BBA51FE73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5162" y="4689208"/>
                <a:ext cx="80010" cy="133350"/>
              </a:xfrm>
              <a:custGeom>
                <a:avLst/>
                <a:gdLst>
                  <a:gd name="T0" fmla="*/ 79730 w 80010"/>
                  <a:gd name="T1" fmla="*/ 132765 h 133350"/>
                  <a:gd name="T2" fmla="*/ 79730 w 80010"/>
                  <a:gd name="T3" fmla="*/ 128168 h 133350"/>
                  <a:gd name="T4" fmla="*/ 4597 w 80010"/>
                  <a:gd name="T5" fmla="*/ 0 h 133350"/>
                  <a:gd name="T6" fmla="*/ 0 w 80010"/>
                  <a:gd name="T7" fmla="*/ 0 h 133350"/>
                  <a:gd name="T8" fmla="*/ 0 w 80010"/>
                  <a:gd name="T9" fmla="*/ 4597 h 133350"/>
                  <a:gd name="T10" fmla="*/ 75133 w 80010"/>
                  <a:gd name="T11" fmla="*/ 132765 h 133350"/>
                  <a:gd name="T12" fmla="*/ 79730 w 80010"/>
                  <a:gd name="T13" fmla="*/ 132765 h 133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33350">
                    <a:moveTo>
                      <a:pt x="79730" y="132765"/>
                    </a:moveTo>
                    <a:lnTo>
                      <a:pt x="79730" y="12816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32765"/>
                    </a:lnTo>
                    <a:lnTo>
                      <a:pt x="79730" y="1327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6" name="object 77">
                <a:extLst>
                  <a:ext uri="{FF2B5EF4-FFF2-40B4-BE49-F238E27FC236}">
                    <a16:creationId xmlns:a16="http://schemas.microsoft.com/office/drawing/2014/main" id="{0153A8A9-BF03-4F80-8848-B6CEE6B6E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7662" y="4671529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7" name="object 78">
                <a:extLst>
                  <a:ext uri="{FF2B5EF4-FFF2-40B4-BE49-F238E27FC236}">
                    <a16:creationId xmlns:a16="http://schemas.microsoft.com/office/drawing/2014/main" id="{455BC48B-91B7-4625-BCE2-62C31D94C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9872" y="467373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8" name="object 79">
                <a:extLst>
                  <a:ext uri="{FF2B5EF4-FFF2-40B4-BE49-F238E27FC236}">
                    <a16:creationId xmlns:a16="http://schemas.microsoft.com/office/drawing/2014/main" id="{2B5CCC5F-23C4-4423-9623-F07ACA1C7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296" y="4653851"/>
                <a:ext cx="75565" cy="168275"/>
              </a:xfrm>
              <a:custGeom>
                <a:avLst/>
                <a:gdLst>
                  <a:gd name="T0" fmla="*/ 75311 w 75564"/>
                  <a:gd name="T1" fmla="*/ 4597 h 168275"/>
                  <a:gd name="T2" fmla="*/ 75311 w 75564"/>
                  <a:gd name="T3" fmla="*/ 0 h 168275"/>
                  <a:gd name="T4" fmla="*/ 70713 w 75564"/>
                  <a:gd name="T5" fmla="*/ 0 h 168275"/>
                  <a:gd name="T6" fmla="*/ 0 w 75564"/>
                  <a:gd name="T7" fmla="*/ 163525 h 168275"/>
                  <a:gd name="T8" fmla="*/ 0 w 75564"/>
                  <a:gd name="T9" fmla="*/ 168122 h 168275"/>
                  <a:gd name="T10" fmla="*/ 4597 w 75564"/>
                  <a:gd name="T11" fmla="*/ 168122 h 168275"/>
                  <a:gd name="T12" fmla="*/ 75311 w 75564"/>
                  <a:gd name="T13" fmla="*/ 4597 h 168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168275">
                    <a:moveTo>
                      <a:pt x="75311" y="4597"/>
                    </a:moveTo>
                    <a:lnTo>
                      <a:pt x="75311" y="0"/>
                    </a:lnTo>
                    <a:lnTo>
                      <a:pt x="70713" y="0"/>
                    </a:lnTo>
                    <a:lnTo>
                      <a:pt x="0" y="163525"/>
                    </a:lnTo>
                    <a:lnTo>
                      <a:pt x="0" y="168122"/>
                    </a:lnTo>
                    <a:lnTo>
                      <a:pt x="4597" y="168122"/>
                    </a:lnTo>
                    <a:lnTo>
                      <a:pt x="75311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79" name="object 80">
                <a:extLst>
                  <a:ext uri="{FF2B5EF4-FFF2-40B4-BE49-F238E27FC236}">
                    <a16:creationId xmlns:a16="http://schemas.microsoft.com/office/drawing/2014/main" id="{8B349C52-CABF-44E1-BEE8-352A5EDB3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2795" y="4799698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0" name="object 81">
                <a:extLst>
                  <a:ext uri="{FF2B5EF4-FFF2-40B4-BE49-F238E27FC236}">
                    <a16:creationId xmlns:a16="http://schemas.microsoft.com/office/drawing/2014/main" id="{4381FA25-ED93-4DA3-96AB-13A0478EC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5005" y="4801908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1" name="object 82">
                <a:extLst>
                  <a:ext uri="{FF2B5EF4-FFF2-40B4-BE49-F238E27FC236}">
                    <a16:creationId xmlns:a16="http://schemas.microsoft.com/office/drawing/2014/main" id="{5652C207-EC1F-41FF-8854-7C7F0E723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1009" y="4653851"/>
                <a:ext cx="80010" cy="150495"/>
              </a:xfrm>
              <a:custGeom>
                <a:avLst/>
                <a:gdLst>
                  <a:gd name="T0" fmla="*/ 79730 w 80010"/>
                  <a:gd name="T1" fmla="*/ 150444 h 150495"/>
                  <a:gd name="T2" fmla="*/ 79730 w 80010"/>
                  <a:gd name="T3" fmla="*/ 145846 h 150495"/>
                  <a:gd name="T4" fmla="*/ 4597 w 80010"/>
                  <a:gd name="T5" fmla="*/ 0 h 150495"/>
                  <a:gd name="T6" fmla="*/ 0 w 80010"/>
                  <a:gd name="T7" fmla="*/ 0 h 150495"/>
                  <a:gd name="T8" fmla="*/ 0 w 80010"/>
                  <a:gd name="T9" fmla="*/ 4597 h 150495"/>
                  <a:gd name="T10" fmla="*/ 75133 w 80010"/>
                  <a:gd name="T11" fmla="*/ 150444 h 150495"/>
                  <a:gd name="T12" fmla="*/ 79730 w 80010"/>
                  <a:gd name="T13" fmla="*/ 150444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50495">
                    <a:moveTo>
                      <a:pt x="79730" y="150444"/>
                    </a:moveTo>
                    <a:lnTo>
                      <a:pt x="79730" y="145846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50444"/>
                    </a:lnTo>
                    <a:lnTo>
                      <a:pt x="79730" y="1504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2" name="object 83">
                <a:extLst>
                  <a:ext uri="{FF2B5EF4-FFF2-40B4-BE49-F238E27FC236}">
                    <a16:creationId xmlns:a16="http://schemas.microsoft.com/office/drawing/2014/main" id="{4CEB68CF-A16D-413A-8608-FE9B6C79E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3509" y="4636173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3" name="object 84">
                <a:extLst>
                  <a:ext uri="{FF2B5EF4-FFF2-40B4-BE49-F238E27FC236}">
                    <a16:creationId xmlns:a16="http://schemas.microsoft.com/office/drawing/2014/main" id="{F1D3E4ED-D3EB-4A80-B40C-ECE75C565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5718" y="4638382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4" name="object 85">
                <a:extLst>
                  <a:ext uri="{FF2B5EF4-FFF2-40B4-BE49-F238E27FC236}">
                    <a16:creationId xmlns:a16="http://schemas.microsoft.com/office/drawing/2014/main" id="{7376F8DE-93F5-4357-81AE-8C67F76C0C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143" y="4782019"/>
                <a:ext cx="80010" cy="22860"/>
              </a:xfrm>
              <a:custGeom>
                <a:avLst/>
                <a:gdLst>
                  <a:gd name="T0" fmla="*/ 79730 w 80010"/>
                  <a:gd name="T1" fmla="*/ 4597 h 22860"/>
                  <a:gd name="T2" fmla="*/ 79730 w 80010"/>
                  <a:gd name="T3" fmla="*/ 0 h 22860"/>
                  <a:gd name="T4" fmla="*/ 75133 w 80010"/>
                  <a:gd name="T5" fmla="*/ 0 h 22860"/>
                  <a:gd name="T6" fmla="*/ 0 w 80010"/>
                  <a:gd name="T7" fmla="*/ 17678 h 22860"/>
                  <a:gd name="T8" fmla="*/ 0 w 80010"/>
                  <a:gd name="T9" fmla="*/ 22275 h 22860"/>
                  <a:gd name="T10" fmla="*/ 4597 w 80010"/>
                  <a:gd name="T11" fmla="*/ 22275 h 22860"/>
                  <a:gd name="T12" fmla="*/ 79730 w 80010"/>
                  <a:gd name="T13" fmla="*/ 4597 h 22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2286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7678"/>
                    </a:lnTo>
                    <a:lnTo>
                      <a:pt x="0" y="22275"/>
                    </a:lnTo>
                    <a:lnTo>
                      <a:pt x="4597" y="22275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5" name="object 86">
                <a:extLst>
                  <a:ext uri="{FF2B5EF4-FFF2-40B4-BE49-F238E27FC236}">
                    <a16:creationId xmlns:a16="http://schemas.microsoft.com/office/drawing/2014/main" id="{C855CC84-5DB7-4D3B-B0E6-43BD18F08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8642" y="4782019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6" name="object 87">
                <a:extLst>
                  <a:ext uri="{FF2B5EF4-FFF2-40B4-BE49-F238E27FC236}">
                    <a16:creationId xmlns:a16="http://schemas.microsoft.com/office/drawing/2014/main" id="{96D992CC-6017-4279-8129-DE6E4C5100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852" y="478422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7" name="object 88">
                <a:extLst>
                  <a:ext uri="{FF2B5EF4-FFF2-40B4-BE49-F238E27FC236}">
                    <a16:creationId xmlns:a16="http://schemas.microsoft.com/office/drawing/2014/main" id="{06DF872F-CF8A-4FBD-9482-2389FA102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1276" y="4782019"/>
                <a:ext cx="75565" cy="208279"/>
              </a:xfrm>
              <a:custGeom>
                <a:avLst/>
                <a:gdLst>
                  <a:gd name="T0" fmla="*/ 75311 w 75564"/>
                  <a:gd name="T1" fmla="*/ 207899 h 208279"/>
                  <a:gd name="T2" fmla="*/ 75311 w 75564"/>
                  <a:gd name="T3" fmla="*/ 203301 h 208279"/>
                  <a:gd name="T4" fmla="*/ 4597 w 75564"/>
                  <a:gd name="T5" fmla="*/ 0 h 208279"/>
                  <a:gd name="T6" fmla="*/ 0 w 75564"/>
                  <a:gd name="T7" fmla="*/ 0 h 208279"/>
                  <a:gd name="T8" fmla="*/ 0 w 75564"/>
                  <a:gd name="T9" fmla="*/ 4597 h 208279"/>
                  <a:gd name="T10" fmla="*/ 70713 w 75564"/>
                  <a:gd name="T11" fmla="*/ 207899 h 208279"/>
                  <a:gd name="T12" fmla="*/ 75311 w 75564"/>
                  <a:gd name="T13" fmla="*/ 207899 h 208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208279">
                    <a:moveTo>
                      <a:pt x="75311" y="207899"/>
                    </a:moveTo>
                    <a:lnTo>
                      <a:pt x="75311" y="203301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207899"/>
                    </a:lnTo>
                    <a:lnTo>
                      <a:pt x="75311" y="20789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8" name="object 89">
                <a:extLst>
                  <a:ext uri="{FF2B5EF4-FFF2-40B4-BE49-F238E27FC236}">
                    <a16:creationId xmlns:a16="http://schemas.microsoft.com/office/drawing/2014/main" id="{C3FB3CBF-1C88-4E73-83FD-0E308FCB9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3775" y="4764341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89" name="object 90">
                <a:extLst>
                  <a:ext uri="{FF2B5EF4-FFF2-40B4-BE49-F238E27FC236}">
                    <a16:creationId xmlns:a16="http://schemas.microsoft.com/office/drawing/2014/main" id="{4DD16A89-0D4D-4275-BC2E-6DA6E48AF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5985" y="4766551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0" name="object 91">
                <a:extLst>
                  <a:ext uri="{FF2B5EF4-FFF2-40B4-BE49-F238E27FC236}">
                    <a16:creationId xmlns:a16="http://schemas.microsoft.com/office/drawing/2014/main" id="{592DAA8D-4260-4843-AE14-9D60B8CE3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1989" y="4892509"/>
                <a:ext cx="80010" cy="97790"/>
              </a:xfrm>
              <a:custGeom>
                <a:avLst/>
                <a:gdLst>
                  <a:gd name="T0" fmla="*/ 79730 w 80010"/>
                  <a:gd name="T1" fmla="*/ 4597 h 97789"/>
                  <a:gd name="T2" fmla="*/ 79730 w 80010"/>
                  <a:gd name="T3" fmla="*/ 0 h 97789"/>
                  <a:gd name="T4" fmla="*/ 75133 w 80010"/>
                  <a:gd name="T5" fmla="*/ 0 h 97789"/>
                  <a:gd name="T6" fmla="*/ 0 w 80010"/>
                  <a:gd name="T7" fmla="*/ 92811 h 97789"/>
                  <a:gd name="T8" fmla="*/ 0 w 80010"/>
                  <a:gd name="T9" fmla="*/ 97408 h 97789"/>
                  <a:gd name="T10" fmla="*/ 4597 w 80010"/>
                  <a:gd name="T11" fmla="*/ 97408 h 97789"/>
                  <a:gd name="T12" fmla="*/ 79730 w 80010"/>
                  <a:gd name="T13" fmla="*/ 4597 h 97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97789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92811"/>
                    </a:lnTo>
                    <a:lnTo>
                      <a:pt x="0" y="97408"/>
                    </a:lnTo>
                    <a:lnTo>
                      <a:pt x="4597" y="97408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1" name="object 92">
                <a:extLst>
                  <a:ext uri="{FF2B5EF4-FFF2-40B4-BE49-F238E27FC236}">
                    <a16:creationId xmlns:a16="http://schemas.microsoft.com/office/drawing/2014/main" id="{6E8A4D51-3740-434C-A110-24905764E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489" y="4967643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2" name="object 93">
                <a:extLst>
                  <a:ext uri="{FF2B5EF4-FFF2-40B4-BE49-F238E27FC236}">
                    <a16:creationId xmlns:a16="http://schemas.microsoft.com/office/drawing/2014/main" id="{D504C2AD-1AA4-4C27-8E70-2CD5CB0E3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699" y="4969852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3" name="object 94">
                <a:extLst>
                  <a:ext uri="{FF2B5EF4-FFF2-40B4-BE49-F238E27FC236}">
                    <a16:creationId xmlns:a16="http://schemas.microsoft.com/office/drawing/2014/main" id="{E8EFBDAE-340C-4AF0-B990-6C50F9221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7122" y="4932286"/>
                <a:ext cx="31115" cy="486409"/>
              </a:xfrm>
              <a:custGeom>
                <a:avLst/>
                <a:gdLst>
                  <a:gd name="T0" fmla="*/ 0 w 31114"/>
                  <a:gd name="T1" fmla="*/ 486333 h 486410"/>
                  <a:gd name="T2" fmla="*/ 31114 w 31114"/>
                  <a:gd name="T3" fmla="*/ 486333 h 486410"/>
                  <a:gd name="T4" fmla="*/ 31114 w 31114"/>
                  <a:gd name="T5" fmla="*/ 0 h 486410"/>
                  <a:gd name="T6" fmla="*/ 0 w 31114"/>
                  <a:gd name="T7" fmla="*/ 0 h 486410"/>
                  <a:gd name="T8" fmla="*/ 0 w 31114"/>
                  <a:gd name="T9" fmla="*/ 486333 h 486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114" h="486410">
                    <a:moveTo>
                      <a:pt x="0" y="486333"/>
                    </a:moveTo>
                    <a:lnTo>
                      <a:pt x="31114" y="486333"/>
                    </a:lnTo>
                    <a:lnTo>
                      <a:pt x="31114" y="0"/>
                    </a:lnTo>
                    <a:lnTo>
                      <a:pt x="0" y="0"/>
                    </a:lnTo>
                    <a:lnTo>
                      <a:pt x="0" y="4863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4" name="object 95">
                <a:extLst>
                  <a:ext uri="{FF2B5EF4-FFF2-40B4-BE49-F238E27FC236}">
                    <a16:creationId xmlns:a16="http://schemas.microsoft.com/office/drawing/2014/main" id="{0CC2148C-C48B-465F-A5F1-B042E5FD8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9622" y="4874831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5" name="object 96">
                <a:extLst>
                  <a:ext uri="{FF2B5EF4-FFF2-40B4-BE49-F238E27FC236}">
                    <a16:creationId xmlns:a16="http://schemas.microsoft.com/office/drawing/2014/main" id="{9C7A344A-55A2-468A-A7EC-E201DDD00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1832" y="4877041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6" name="object 97">
                <a:extLst>
                  <a:ext uri="{FF2B5EF4-FFF2-40B4-BE49-F238E27FC236}">
                    <a16:creationId xmlns:a16="http://schemas.microsoft.com/office/drawing/2014/main" id="{B1B887C6-4C5E-4CB1-8D0C-B2DC02CFA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3193" y="4985321"/>
                <a:ext cx="120014" cy="415925"/>
              </a:xfrm>
              <a:custGeom>
                <a:avLst/>
                <a:gdLst>
                  <a:gd name="T0" fmla="*/ 119507 w 120014"/>
                  <a:gd name="T1" fmla="*/ 128168 h 415925"/>
                  <a:gd name="T2" fmla="*/ 44373 w 120014"/>
                  <a:gd name="T3" fmla="*/ 0 h 415925"/>
                  <a:gd name="T4" fmla="*/ 39776 w 120014"/>
                  <a:gd name="T5" fmla="*/ 0 h 415925"/>
                  <a:gd name="T6" fmla="*/ 0 w 120014"/>
                  <a:gd name="T7" fmla="*/ 411022 h 415925"/>
                  <a:gd name="T8" fmla="*/ 0 w 120014"/>
                  <a:gd name="T9" fmla="*/ 415620 h 415925"/>
                  <a:gd name="T10" fmla="*/ 4597 w 120014"/>
                  <a:gd name="T11" fmla="*/ 415620 h 415925"/>
                  <a:gd name="T12" fmla="*/ 43713 w 120014"/>
                  <a:gd name="T13" fmla="*/ 11341 h 415925"/>
                  <a:gd name="T14" fmla="*/ 114909 w 120014"/>
                  <a:gd name="T15" fmla="*/ 132765 h 415925"/>
                  <a:gd name="T16" fmla="*/ 119507 w 120014"/>
                  <a:gd name="T17" fmla="*/ 132765 h 415925"/>
                  <a:gd name="T18" fmla="*/ 119507 w 120014"/>
                  <a:gd name="T19" fmla="*/ 128168 h 415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0014" h="415925">
                    <a:moveTo>
                      <a:pt x="119507" y="128168"/>
                    </a:moveTo>
                    <a:lnTo>
                      <a:pt x="44373" y="0"/>
                    </a:lnTo>
                    <a:lnTo>
                      <a:pt x="39776" y="0"/>
                    </a:lnTo>
                    <a:lnTo>
                      <a:pt x="0" y="411022"/>
                    </a:lnTo>
                    <a:lnTo>
                      <a:pt x="0" y="415620"/>
                    </a:lnTo>
                    <a:lnTo>
                      <a:pt x="4597" y="415620"/>
                    </a:lnTo>
                    <a:lnTo>
                      <a:pt x="43713" y="11341"/>
                    </a:lnTo>
                    <a:lnTo>
                      <a:pt x="114909" y="132765"/>
                    </a:lnTo>
                    <a:lnTo>
                      <a:pt x="119507" y="132765"/>
                    </a:lnTo>
                    <a:lnTo>
                      <a:pt x="119507" y="1281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7" name="object 98">
                <a:extLst>
                  <a:ext uri="{FF2B5EF4-FFF2-40B4-BE49-F238E27FC236}">
                    <a16:creationId xmlns:a16="http://schemas.microsoft.com/office/drawing/2014/main" id="{478DE8F0-A0CD-46C3-9540-CB19D2028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5469" y="4967643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8" name="object 99">
                <a:extLst>
                  <a:ext uri="{FF2B5EF4-FFF2-40B4-BE49-F238E27FC236}">
                    <a16:creationId xmlns:a16="http://schemas.microsoft.com/office/drawing/2014/main" id="{541C839A-C2E5-4782-9C70-73A2DE72B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7678" y="4969852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99" name="object 100">
                <a:extLst>
                  <a:ext uri="{FF2B5EF4-FFF2-40B4-BE49-F238E27FC236}">
                    <a16:creationId xmlns:a16="http://schemas.microsoft.com/office/drawing/2014/main" id="{D368336D-F6DC-4E1F-9C3A-745DC071B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88103" y="5002999"/>
                <a:ext cx="80010" cy="115570"/>
              </a:xfrm>
              <a:custGeom>
                <a:avLst/>
                <a:gdLst>
                  <a:gd name="T0" fmla="*/ 79730 w 80010"/>
                  <a:gd name="T1" fmla="*/ 4597 h 115570"/>
                  <a:gd name="T2" fmla="*/ 79730 w 80010"/>
                  <a:gd name="T3" fmla="*/ 0 h 115570"/>
                  <a:gd name="T4" fmla="*/ 75133 w 80010"/>
                  <a:gd name="T5" fmla="*/ 0 h 115570"/>
                  <a:gd name="T6" fmla="*/ 0 w 80010"/>
                  <a:gd name="T7" fmla="*/ 110489 h 115570"/>
                  <a:gd name="T8" fmla="*/ 0 w 80010"/>
                  <a:gd name="T9" fmla="*/ 115087 h 115570"/>
                  <a:gd name="T10" fmla="*/ 4597 w 80010"/>
                  <a:gd name="T11" fmla="*/ 115087 h 115570"/>
                  <a:gd name="T12" fmla="*/ 79730 w 80010"/>
                  <a:gd name="T13" fmla="*/ 4597 h 115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1557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10489"/>
                    </a:lnTo>
                    <a:lnTo>
                      <a:pt x="0" y="115087"/>
                    </a:lnTo>
                    <a:lnTo>
                      <a:pt x="4597" y="115087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0" name="object 101">
                <a:extLst>
                  <a:ext uri="{FF2B5EF4-FFF2-40B4-BE49-F238E27FC236}">
                    <a16:creationId xmlns:a16="http://schemas.microsoft.com/office/drawing/2014/main" id="{2497BDCA-0EB5-44C9-A7B4-82AA91EF14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0602" y="5095811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1" name="object 102">
                <a:extLst>
                  <a:ext uri="{FF2B5EF4-FFF2-40B4-BE49-F238E27FC236}">
                    <a16:creationId xmlns:a16="http://schemas.microsoft.com/office/drawing/2014/main" id="{B99B79E4-CBC4-4AA6-AEF9-A87451797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2812" y="5098021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2" name="object 103">
                <a:extLst>
                  <a:ext uri="{FF2B5EF4-FFF2-40B4-BE49-F238E27FC236}">
                    <a16:creationId xmlns:a16="http://schemas.microsoft.com/office/drawing/2014/main" id="{E3AE90F9-7B73-4BE0-ABFF-BF1F8C7BD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3236" y="5002999"/>
                <a:ext cx="75565" cy="80010"/>
              </a:xfrm>
              <a:custGeom>
                <a:avLst/>
                <a:gdLst>
                  <a:gd name="T0" fmla="*/ 75311 w 75564"/>
                  <a:gd name="T1" fmla="*/ 79730 h 80010"/>
                  <a:gd name="T2" fmla="*/ 75311 w 75564"/>
                  <a:gd name="T3" fmla="*/ 75133 h 80010"/>
                  <a:gd name="T4" fmla="*/ 4597 w 75564"/>
                  <a:gd name="T5" fmla="*/ 0 h 80010"/>
                  <a:gd name="T6" fmla="*/ 0 w 75564"/>
                  <a:gd name="T7" fmla="*/ 0 h 80010"/>
                  <a:gd name="T8" fmla="*/ 0 w 75564"/>
                  <a:gd name="T9" fmla="*/ 4597 h 80010"/>
                  <a:gd name="T10" fmla="*/ 70713 w 75564"/>
                  <a:gd name="T11" fmla="*/ 79730 h 80010"/>
                  <a:gd name="T12" fmla="*/ 75311 w 75564"/>
                  <a:gd name="T13" fmla="*/ 79730 h 80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80010">
                    <a:moveTo>
                      <a:pt x="75311" y="79730"/>
                    </a:moveTo>
                    <a:lnTo>
                      <a:pt x="75311" y="75133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79730"/>
                    </a:lnTo>
                    <a:lnTo>
                      <a:pt x="75311" y="797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3" name="object 104">
                <a:extLst>
                  <a:ext uri="{FF2B5EF4-FFF2-40B4-BE49-F238E27FC236}">
                    <a16:creationId xmlns:a16="http://schemas.microsoft.com/office/drawing/2014/main" id="{D720DD33-9881-4875-AE7C-F1683FA3E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5735" y="4985321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4" name="object 105">
                <a:extLst>
                  <a:ext uri="{FF2B5EF4-FFF2-40B4-BE49-F238E27FC236}">
                    <a16:creationId xmlns:a16="http://schemas.microsoft.com/office/drawing/2014/main" id="{A1A08B02-0494-4F46-A18E-6FF6B30A4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7945" y="4987531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5" name="object 106">
                <a:extLst>
                  <a:ext uri="{FF2B5EF4-FFF2-40B4-BE49-F238E27FC236}">
                    <a16:creationId xmlns:a16="http://schemas.microsoft.com/office/drawing/2014/main" id="{E54E6D12-1805-4678-9D73-FD9AAD899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3949" y="4985321"/>
                <a:ext cx="80010" cy="97790"/>
              </a:xfrm>
              <a:custGeom>
                <a:avLst/>
                <a:gdLst>
                  <a:gd name="T0" fmla="*/ 79730 w 80010"/>
                  <a:gd name="T1" fmla="*/ 4597 h 97789"/>
                  <a:gd name="T2" fmla="*/ 79730 w 80010"/>
                  <a:gd name="T3" fmla="*/ 0 h 97789"/>
                  <a:gd name="T4" fmla="*/ 75133 w 80010"/>
                  <a:gd name="T5" fmla="*/ 0 h 97789"/>
                  <a:gd name="T6" fmla="*/ 0 w 80010"/>
                  <a:gd name="T7" fmla="*/ 92811 h 97789"/>
                  <a:gd name="T8" fmla="*/ 0 w 80010"/>
                  <a:gd name="T9" fmla="*/ 97408 h 97789"/>
                  <a:gd name="T10" fmla="*/ 4597 w 80010"/>
                  <a:gd name="T11" fmla="*/ 97408 h 97789"/>
                  <a:gd name="T12" fmla="*/ 79730 w 80010"/>
                  <a:gd name="T13" fmla="*/ 4597 h 97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97789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92811"/>
                    </a:lnTo>
                    <a:lnTo>
                      <a:pt x="0" y="97408"/>
                    </a:lnTo>
                    <a:lnTo>
                      <a:pt x="4597" y="97408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6" name="object 107">
                <a:extLst>
                  <a:ext uri="{FF2B5EF4-FFF2-40B4-BE49-F238E27FC236}">
                    <a16:creationId xmlns:a16="http://schemas.microsoft.com/office/drawing/2014/main" id="{6007F64D-F5E7-4636-90CB-94BC5E3338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6449" y="5056034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7" name="object 108">
                <a:extLst>
                  <a:ext uri="{FF2B5EF4-FFF2-40B4-BE49-F238E27FC236}">
                    <a16:creationId xmlns:a16="http://schemas.microsoft.com/office/drawing/2014/main" id="{07119ED6-47F0-4DEF-A459-D0C63B106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659" y="5058244"/>
                <a:ext cx="40005" cy="40005"/>
              </a:xfrm>
              <a:custGeom>
                <a:avLst/>
                <a:gdLst>
                  <a:gd name="T0" fmla="*/ 39776 w 40004"/>
                  <a:gd name="T1" fmla="*/ 0 h 40004"/>
                  <a:gd name="T2" fmla="*/ 39776 w 40004"/>
                  <a:gd name="T3" fmla="*/ 39776 h 40004"/>
                  <a:gd name="T4" fmla="*/ 0 w 40004"/>
                  <a:gd name="T5" fmla="*/ 39776 h 40004"/>
                  <a:gd name="T6" fmla="*/ 0 w 40004"/>
                  <a:gd name="T7" fmla="*/ 0 h 40004"/>
                  <a:gd name="T8" fmla="*/ 39776 w 40004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40004">
                    <a:moveTo>
                      <a:pt x="39776" y="0"/>
                    </a:moveTo>
                    <a:lnTo>
                      <a:pt x="3977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8" name="object 109">
                <a:extLst>
                  <a:ext uri="{FF2B5EF4-FFF2-40B4-BE49-F238E27FC236}">
                    <a16:creationId xmlns:a16="http://schemas.microsoft.com/office/drawing/2014/main" id="{2D543661-BC08-41A9-895B-7DFF3E3EA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9083" y="4985321"/>
                <a:ext cx="80010" cy="150495"/>
              </a:xfrm>
              <a:custGeom>
                <a:avLst/>
                <a:gdLst>
                  <a:gd name="T0" fmla="*/ 79730 w 80010"/>
                  <a:gd name="T1" fmla="*/ 150444 h 150495"/>
                  <a:gd name="T2" fmla="*/ 79730 w 80010"/>
                  <a:gd name="T3" fmla="*/ 145846 h 150495"/>
                  <a:gd name="T4" fmla="*/ 4597 w 80010"/>
                  <a:gd name="T5" fmla="*/ 0 h 150495"/>
                  <a:gd name="T6" fmla="*/ 0 w 80010"/>
                  <a:gd name="T7" fmla="*/ 0 h 150495"/>
                  <a:gd name="T8" fmla="*/ 0 w 80010"/>
                  <a:gd name="T9" fmla="*/ 4597 h 150495"/>
                  <a:gd name="T10" fmla="*/ 75133 w 80010"/>
                  <a:gd name="T11" fmla="*/ 150444 h 150495"/>
                  <a:gd name="T12" fmla="*/ 79730 w 80010"/>
                  <a:gd name="T13" fmla="*/ 150444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50495">
                    <a:moveTo>
                      <a:pt x="79730" y="150444"/>
                    </a:moveTo>
                    <a:lnTo>
                      <a:pt x="79730" y="145846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50444"/>
                    </a:lnTo>
                    <a:lnTo>
                      <a:pt x="79730" y="1504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09" name="object 110">
                <a:extLst>
                  <a:ext uri="{FF2B5EF4-FFF2-40B4-BE49-F238E27FC236}">
                    <a16:creationId xmlns:a16="http://schemas.microsoft.com/office/drawing/2014/main" id="{C91FE7B3-8ADC-47A8-8857-CAC87C290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1582" y="4967643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0" name="object 111">
                <a:extLst>
                  <a:ext uri="{FF2B5EF4-FFF2-40B4-BE49-F238E27FC236}">
                    <a16:creationId xmlns:a16="http://schemas.microsoft.com/office/drawing/2014/main" id="{69AC9307-1A14-4556-8821-125E940AF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3792" y="4969852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1" name="object 112">
                <a:extLst>
                  <a:ext uri="{FF2B5EF4-FFF2-40B4-BE49-F238E27FC236}">
                    <a16:creationId xmlns:a16="http://schemas.microsoft.com/office/drawing/2014/main" id="{B3C2B162-6C8A-4B0D-A5C8-DB71A3643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4216" y="4945545"/>
                <a:ext cx="75565" cy="190500"/>
              </a:xfrm>
              <a:custGeom>
                <a:avLst/>
                <a:gdLst>
                  <a:gd name="T0" fmla="*/ 75311 w 75564"/>
                  <a:gd name="T1" fmla="*/ 4597 h 190500"/>
                  <a:gd name="T2" fmla="*/ 75311 w 75564"/>
                  <a:gd name="T3" fmla="*/ 0 h 190500"/>
                  <a:gd name="T4" fmla="*/ 70713 w 75564"/>
                  <a:gd name="T5" fmla="*/ 0 h 190500"/>
                  <a:gd name="T6" fmla="*/ 0 w 75564"/>
                  <a:gd name="T7" fmla="*/ 185623 h 190500"/>
                  <a:gd name="T8" fmla="*/ 0 w 75564"/>
                  <a:gd name="T9" fmla="*/ 190220 h 190500"/>
                  <a:gd name="T10" fmla="*/ 4597 w 75564"/>
                  <a:gd name="T11" fmla="*/ 190220 h 190500"/>
                  <a:gd name="T12" fmla="*/ 75311 w 75564"/>
                  <a:gd name="T13" fmla="*/ 4597 h 190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190500">
                    <a:moveTo>
                      <a:pt x="75311" y="4597"/>
                    </a:moveTo>
                    <a:lnTo>
                      <a:pt x="75311" y="0"/>
                    </a:lnTo>
                    <a:lnTo>
                      <a:pt x="70713" y="0"/>
                    </a:lnTo>
                    <a:lnTo>
                      <a:pt x="0" y="185623"/>
                    </a:lnTo>
                    <a:lnTo>
                      <a:pt x="0" y="190220"/>
                    </a:lnTo>
                    <a:lnTo>
                      <a:pt x="4597" y="190220"/>
                    </a:lnTo>
                    <a:lnTo>
                      <a:pt x="75311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2" name="object 113">
                <a:extLst>
                  <a:ext uri="{FF2B5EF4-FFF2-40B4-BE49-F238E27FC236}">
                    <a16:creationId xmlns:a16="http://schemas.microsoft.com/office/drawing/2014/main" id="{383631FE-3DD6-4DC2-B9F5-B8FC35E0B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6715" y="5113489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3" name="object 114">
                <a:extLst>
                  <a:ext uri="{FF2B5EF4-FFF2-40B4-BE49-F238E27FC236}">
                    <a16:creationId xmlns:a16="http://schemas.microsoft.com/office/drawing/2014/main" id="{91CB3A10-077D-44A8-A53B-17D8C1B6F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8925" y="511569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4" name="object 115">
                <a:extLst>
                  <a:ext uri="{FF2B5EF4-FFF2-40B4-BE49-F238E27FC236}">
                    <a16:creationId xmlns:a16="http://schemas.microsoft.com/office/drawing/2014/main" id="{D59F7717-AA88-401E-975D-35452AF8B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4929" y="4945545"/>
                <a:ext cx="80010" cy="137795"/>
              </a:xfrm>
              <a:custGeom>
                <a:avLst/>
                <a:gdLst>
                  <a:gd name="T0" fmla="*/ 79730 w 80010"/>
                  <a:gd name="T1" fmla="*/ 137185 h 137795"/>
                  <a:gd name="T2" fmla="*/ 79730 w 80010"/>
                  <a:gd name="T3" fmla="*/ 132587 h 137795"/>
                  <a:gd name="T4" fmla="*/ 4597 w 80010"/>
                  <a:gd name="T5" fmla="*/ 0 h 137795"/>
                  <a:gd name="T6" fmla="*/ 0 w 80010"/>
                  <a:gd name="T7" fmla="*/ 0 h 137795"/>
                  <a:gd name="T8" fmla="*/ 0 w 80010"/>
                  <a:gd name="T9" fmla="*/ 4597 h 137795"/>
                  <a:gd name="T10" fmla="*/ 75133 w 80010"/>
                  <a:gd name="T11" fmla="*/ 137185 h 137795"/>
                  <a:gd name="T12" fmla="*/ 79730 w 80010"/>
                  <a:gd name="T13" fmla="*/ 137185 h 1377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37795">
                    <a:moveTo>
                      <a:pt x="79730" y="137185"/>
                    </a:moveTo>
                    <a:lnTo>
                      <a:pt x="79730" y="132587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37185"/>
                    </a:lnTo>
                    <a:lnTo>
                      <a:pt x="79730" y="1371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5" name="object 116">
                <a:extLst>
                  <a:ext uri="{FF2B5EF4-FFF2-40B4-BE49-F238E27FC236}">
                    <a16:creationId xmlns:a16="http://schemas.microsoft.com/office/drawing/2014/main" id="{1E697B81-209C-4C65-B7EB-76AB37E16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7429" y="4927866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6" name="object 117">
                <a:extLst>
                  <a:ext uri="{FF2B5EF4-FFF2-40B4-BE49-F238E27FC236}">
                    <a16:creationId xmlns:a16="http://schemas.microsoft.com/office/drawing/2014/main" id="{96F2E436-74A1-4719-BF14-91DA3D106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9638" y="4930076"/>
                <a:ext cx="40005" cy="40005"/>
              </a:xfrm>
              <a:custGeom>
                <a:avLst/>
                <a:gdLst>
                  <a:gd name="T0" fmla="*/ 39776 w 40004"/>
                  <a:gd name="T1" fmla="*/ 0 h 40004"/>
                  <a:gd name="T2" fmla="*/ 39776 w 40004"/>
                  <a:gd name="T3" fmla="*/ 39776 h 40004"/>
                  <a:gd name="T4" fmla="*/ 0 w 40004"/>
                  <a:gd name="T5" fmla="*/ 39776 h 40004"/>
                  <a:gd name="T6" fmla="*/ 0 w 40004"/>
                  <a:gd name="T7" fmla="*/ 0 h 40004"/>
                  <a:gd name="T8" fmla="*/ 39776 w 40004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40004">
                    <a:moveTo>
                      <a:pt x="39776" y="0"/>
                    </a:moveTo>
                    <a:lnTo>
                      <a:pt x="3977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7" name="object 118">
                <a:extLst>
                  <a:ext uri="{FF2B5EF4-FFF2-40B4-BE49-F238E27FC236}">
                    <a16:creationId xmlns:a16="http://schemas.microsoft.com/office/drawing/2014/main" id="{9B58AC35-084C-448C-91C0-648E8D09E1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0062" y="4874831"/>
                <a:ext cx="80010" cy="208279"/>
              </a:xfrm>
              <a:custGeom>
                <a:avLst/>
                <a:gdLst>
                  <a:gd name="T0" fmla="*/ 79730 w 80010"/>
                  <a:gd name="T1" fmla="*/ 4597 h 208279"/>
                  <a:gd name="T2" fmla="*/ 79730 w 80010"/>
                  <a:gd name="T3" fmla="*/ 0 h 208279"/>
                  <a:gd name="T4" fmla="*/ 75133 w 80010"/>
                  <a:gd name="T5" fmla="*/ 0 h 208279"/>
                  <a:gd name="T6" fmla="*/ 0 w 80010"/>
                  <a:gd name="T7" fmla="*/ 203301 h 208279"/>
                  <a:gd name="T8" fmla="*/ 0 w 80010"/>
                  <a:gd name="T9" fmla="*/ 207898 h 208279"/>
                  <a:gd name="T10" fmla="*/ 4597 w 80010"/>
                  <a:gd name="T11" fmla="*/ 207898 h 208279"/>
                  <a:gd name="T12" fmla="*/ 79730 w 80010"/>
                  <a:gd name="T13" fmla="*/ 4597 h 208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208279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203301"/>
                    </a:lnTo>
                    <a:lnTo>
                      <a:pt x="0" y="207898"/>
                    </a:lnTo>
                    <a:lnTo>
                      <a:pt x="4597" y="207898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8" name="object 119">
                <a:extLst>
                  <a:ext uri="{FF2B5EF4-FFF2-40B4-BE49-F238E27FC236}">
                    <a16:creationId xmlns:a16="http://schemas.microsoft.com/office/drawing/2014/main" id="{FDA75558-5037-4DF4-80D1-5B92FFD57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562" y="5056034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19" name="object 120">
                <a:extLst>
                  <a:ext uri="{FF2B5EF4-FFF2-40B4-BE49-F238E27FC236}">
                    <a16:creationId xmlns:a16="http://schemas.microsoft.com/office/drawing/2014/main" id="{D7B871B0-77BA-41C9-8F81-50CB6C518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4772" y="5058244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0" name="object 121">
                <a:extLst>
                  <a:ext uri="{FF2B5EF4-FFF2-40B4-BE49-F238E27FC236}">
                    <a16:creationId xmlns:a16="http://schemas.microsoft.com/office/drawing/2014/main" id="{958328B1-588F-427E-B5D3-94825D189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5196" y="4874831"/>
                <a:ext cx="75565" cy="133350"/>
              </a:xfrm>
              <a:custGeom>
                <a:avLst/>
                <a:gdLst>
                  <a:gd name="T0" fmla="*/ 75311 w 75564"/>
                  <a:gd name="T1" fmla="*/ 132765 h 133350"/>
                  <a:gd name="T2" fmla="*/ 75311 w 75564"/>
                  <a:gd name="T3" fmla="*/ 128168 h 133350"/>
                  <a:gd name="T4" fmla="*/ 4597 w 75564"/>
                  <a:gd name="T5" fmla="*/ 0 h 133350"/>
                  <a:gd name="T6" fmla="*/ 0 w 75564"/>
                  <a:gd name="T7" fmla="*/ 0 h 133350"/>
                  <a:gd name="T8" fmla="*/ 0 w 75564"/>
                  <a:gd name="T9" fmla="*/ 4597 h 133350"/>
                  <a:gd name="T10" fmla="*/ 70713 w 75564"/>
                  <a:gd name="T11" fmla="*/ 132765 h 133350"/>
                  <a:gd name="T12" fmla="*/ 75311 w 75564"/>
                  <a:gd name="T13" fmla="*/ 132765 h 133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133350">
                    <a:moveTo>
                      <a:pt x="75311" y="132765"/>
                    </a:moveTo>
                    <a:lnTo>
                      <a:pt x="75311" y="12816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132765"/>
                    </a:lnTo>
                    <a:lnTo>
                      <a:pt x="75311" y="1327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1" name="object 122">
                <a:extLst>
                  <a:ext uri="{FF2B5EF4-FFF2-40B4-BE49-F238E27FC236}">
                    <a16:creationId xmlns:a16="http://schemas.microsoft.com/office/drawing/2014/main" id="{BBD29034-1B67-4AF9-B6C4-A6D7E8002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7695" y="4857153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2" name="object 123">
                <a:extLst>
                  <a:ext uri="{FF2B5EF4-FFF2-40B4-BE49-F238E27FC236}">
                    <a16:creationId xmlns:a16="http://schemas.microsoft.com/office/drawing/2014/main" id="{7EFF4F56-09CB-4C53-98D9-5D1C6EF47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9905" y="4859362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3" name="object 124">
                <a:extLst>
                  <a:ext uri="{FF2B5EF4-FFF2-40B4-BE49-F238E27FC236}">
                    <a16:creationId xmlns:a16="http://schemas.microsoft.com/office/drawing/2014/main" id="{FFFE4D04-C241-48AA-9C09-78DFED738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5909" y="4874831"/>
                <a:ext cx="80010" cy="133350"/>
              </a:xfrm>
              <a:custGeom>
                <a:avLst/>
                <a:gdLst>
                  <a:gd name="T0" fmla="*/ 79730 w 80010"/>
                  <a:gd name="T1" fmla="*/ 4597 h 133350"/>
                  <a:gd name="T2" fmla="*/ 79730 w 80010"/>
                  <a:gd name="T3" fmla="*/ 0 h 133350"/>
                  <a:gd name="T4" fmla="*/ 75133 w 80010"/>
                  <a:gd name="T5" fmla="*/ 0 h 133350"/>
                  <a:gd name="T6" fmla="*/ 0 w 80010"/>
                  <a:gd name="T7" fmla="*/ 128168 h 133350"/>
                  <a:gd name="T8" fmla="*/ 0 w 80010"/>
                  <a:gd name="T9" fmla="*/ 132765 h 133350"/>
                  <a:gd name="T10" fmla="*/ 4597 w 80010"/>
                  <a:gd name="T11" fmla="*/ 132765 h 133350"/>
                  <a:gd name="T12" fmla="*/ 79730 w 80010"/>
                  <a:gd name="T13" fmla="*/ 4597 h 133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3335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28168"/>
                    </a:lnTo>
                    <a:lnTo>
                      <a:pt x="0" y="132765"/>
                    </a:lnTo>
                    <a:lnTo>
                      <a:pt x="4597" y="132765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4" name="object 125">
                <a:extLst>
                  <a:ext uri="{FF2B5EF4-FFF2-40B4-BE49-F238E27FC236}">
                    <a16:creationId xmlns:a16="http://schemas.microsoft.com/office/drawing/2014/main" id="{EF0CDA86-B718-4142-BEAC-330F8C9DF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8408" y="4985321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5" name="object 126">
                <a:extLst>
                  <a:ext uri="{FF2B5EF4-FFF2-40B4-BE49-F238E27FC236}">
                    <a16:creationId xmlns:a16="http://schemas.microsoft.com/office/drawing/2014/main" id="{B6BC6A42-1456-4A1E-A8E8-A914717B4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0618" y="4987531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6" name="object 127">
                <a:extLst>
                  <a:ext uri="{FF2B5EF4-FFF2-40B4-BE49-F238E27FC236}">
                    <a16:creationId xmlns:a16="http://schemas.microsoft.com/office/drawing/2014/main" id="{DB1D0DB5-DEDD-4C5E-B477-BEBF3051C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1042" y="4874831"/>
                <a:ext cx="80010" cy="150495"/>
              </a:xfrm>
              <a:custGeom>
                <a:avLst/>
                <a:gdLst>
                  <a:gd name="T0" fmla="*/ 79730 w 80010"/>
                  <a:gd name="T1" fmla="*/ 150444 h 150495"/>
                  <a:gd name="T2" fmla="*/ 79730 w 80010"/>
                  <a:gd name="T3" fmla="*/ 145846 h 150495"/>
                  <a:gd name="T4" fmla="*/ 4597 w 80010"/>
                  <a:gd name="T5" fmla="*/ 0 h 150495"/>
                  <a:gd name="T6" fmla="*/ 0 w 80010"/>
                  <a:gd name="T7" fmla="*/ 0 h 150495"/>
                  <a:gd name="T8" fmla="*/ 0 w 80010"/>
                  <a:gd name="T9" fmla="*/ 4597 h 150495"/>
                  <a:gd name="T10" fmla="*/ 75133 w 80010"/>
                  <a:gd name="T11" fmla="*/ 150444 h 150495"/>
                  <a:gd name="T12" fmla="*/ 79730 w 80010"/>
                  <a:gd name="T13" fmla="*/ 150444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50495">
                    <a:moveTo>
                      <a:pt x="79730" y="150444"/>
                    </a:moveTo>
                    <a:lnTo>
                      <a:pt x="79730" y="145846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50444"/>
                    </a:lnTo>
                    <a:lnTo>
                      <a:pt x="79730" y="1504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7" name="object 128">
                <a:extLst>
                  <a:ext uri="{FF2B5EF4-FFF2-40B4-BE49-F238E27FC236}">
                    <a16:creationId xmlns:a16="http://schemas.microsoft.com/office/drawing/2014/main" id="{53785723-E8F0-4931-BB65-1DEA2939D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3542" y="4857153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8" name="object 129">
                <a:extLst>
                  <a:ext uri="{FF2B5EF4-FFF2-40B4-BE49-F238E27FC236}">
                    <a16:creationId xmlns:a16="http://schemas.microsoft.com/office/drawing/2014/main" id="{103917B7-71B5-4FE6-AC6B-E46A275DA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5752" y="4859362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29" name="object 130">
                <a:extLst>
                  <a:ext uri="{FF2B5EF4-FFF2-40B4-BE49-F238E27FC236}">
                    <a16:creationId xmlns:a16="http://schemas.microsoft.com/office/drawing/2014/main" id="{DEF646DA-EFAE-4DE8-98EC-037C6C02F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6176" y="4874831"/>
                <a:ext cx="75565" cy="150495"/>
              </a:xfrm>
              <a:custGeom>
                <a:avLst/>
                <a:gdLst>
                  <a:gd name="T0" fmla="*/ 75311 w 75564"/>
                  <a:gd name="T1" fmla="*/ 4597 h 150495"/>
                  <a:gd name="T2" fmla="*/ 75311 w 75564"/>
                  <a:gd name="T3" fmla="*/ 0 h 150495"/>
                  <a:gd name="T4" fmla="*/ 70713 w 75564"/>
                  <a:gd name="T5" fmla="*/ 0 h 150495"/>
                  <a:gd name="T6" fmla="*/ 0 w 75564"/>
                  <a:gd name="T7" fmla="*/ 145846 h 150495"/>
                  <a:gd name="T8" fmla="*/ 0 w 75564"/>
                  <a:gd name="T9" fmla="*/ 150444 h 150495"/>
                  <a:gd name="T10" fmla="*/ 4597 w 75564"/>
                  <a:gd name="T11" fmla="*/ 150444 h 150495"/>
                  <a:gd name="T12" fmla="*/ 75311 w 75564"/>
                  <a:gd name="T13" fmla="*/ 4597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150495">
                    <a:moveTo>
                      <a:pt x="75311" y="4597"/>
                    </a:moveTo>
                    <a:lnTo>
                      <a:pt x="75311" y="0"/>
                    </a:lnTo>
                    <a:lnTo>
                      <a:pt x="70713" y="0"/>
                    </a:lnTo>
                    <a:lnTo>
                      <a:pt x="0" y="145846"/>
                    </a:lnTo>
                    <a:lnTo>
                      <a:pt x="0" y="150444"/>
                    </a:lnTo>
                    <a:lnTo>
                      <a:pt x="4597" y="150444"/>
                    </a:lnTo>
                    <a:lnTo>
                      <a:pt x="75311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0" name="object 131">
                <a:extLst>
                  <a:ext uri="{FF2B5EF4-FFF2-40B4-BE49-F238E27FC236}">
                    <a16:creationId xmlns:a16="http://schemas.microsoft.com/office/drawing/2014/main" id="{B8D9A36F-FECE-4BCA-A690-FE17AB869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8675" y="5002999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1" name="object 132">
                <a:extLst>
                  <a:ext uri="{FF2B5EF4-FFF2-40B4-BE49-F238E27FC236}">
                    <a16:creationId xmlns:a16="http://schemas.microsoft.com/office/drawing/2014/main" id="{0B0F1742-06FD-463A-941D-880843BDF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0885" y="500520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2" name="object 133">
                <a:extLst>
                  <a:ext uri="{FF2B5EF4-FFF2-40B4-BE49-F238E27FC236}">
                    <a16:creationId xmlns:a16="http://schemas.microsoft.com/office/drawing/2014/main" id="{4EE14E32-77FB-4927-8DBE-8872156DC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6889" y="4874831"/>
                <a:ext cx="80010" cy="150495"/>
              </a:xfrm>
              <a:custGeom>
                <a:avLst/>
                <a:gdLst>
                  <a:gd name="T0" fmla="*/ 79730 w 80010"/>
                  <a:gd name="T1" fmla="*/ 150444 h 150495"/>
                  <a:gd name="T2" fmla="*/ 79730 w 80010"/>
                  <a:gd name="T3" fmla="*/ 145846 h 150495"/>
                  <a:gd name="T4" fmla="*/ 4597 w 80010"/>
                  <a:gd name="T5" fmla="*/ 0 h 150495"/>
                  <a:gd name="T6" fmla="*/ 0 w 80010"/>
                  <a:gd name="T7" fmla="*/ 0 h 150495"/>
                  <a:gd name="T8" fmla="*/ 0 w 80010"/>
                  <a:gd name="T9" fmla="*/ 4597 h 150495"/>
                  <a:gd name="T10" fmla="*/ 75133 w 80010"/>
                  <a:gd name="T11" fmla="*/ 150444 h 150495"/>
                  <a:gd name="T12" fmla="*/ 79730 w 80010"/>
                  <a:gd name="T13" fmla="*/ 150444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50495">
                    <a:moveTo>
                      <a:pt x="79730" y="150444"/>
                    </a:moveTo>
                    <a:lnTo>
                      <a:pt x="79730" y="145846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50444"/>
                    </a:lnTo>
                    <a:lnTo>
                      <a:pt x="79730" y="1504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3" name="object 134">
                <a:extLst>
                  <a:ext uri="{FF2B5EF4-FFF2-40B4-BE49-F238E27FC236}">
                    <a16:creationId xmlns:a16="http://schemas.microsoft.com/office/drawing/2014/main" id="{25C39F4F-3BC5-4CB2-9413-CA053892E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9389" y="4857153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4" name="object 135">
                <a:extLst>
                  <a:ext uri="{FF2B5EF4-FFF2-40B4-BE49-F238E27FC236}">
                    <a16:creationId xmlns:a16="http://schemas.microsoft.com/office/drawing/2014/main" id="{17857A5F-6744-467F-A172-E4357A890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81598" y="4859362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5" name="object 136">
                <a:extLst>
                  <a:ext uri="{FF2B5EF4-FFF2-40B4-BE49-F238E27FC236}">
                    <a16:creationId xmlns:a16="http://schemas.microsoft.com/office/drawing/2014/main" id="{7083FC75-6FD8-4D7E-92FA-55558768D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2022" y="4967643"/>
                <a:ext cx="80010" cy="57785"/>
              </a:xfrm>
              <a:custGeom>
                <a:avLst/>
                <a:gdLst>
                  <a:gd name="T0" fmla="*/ 79730 w 80010"/>
                  <a:gd name="T1" fmla="*/ 4597 h 57785"/>
                  <a:gd name="T2" fmla="*/ 79730 w 80010"/>
                  <a:gd name="T3" fmla="*/ 0 h 57785"/>
                  <a:gd name="T4" fmla="*/ 75133 w 80010"/>
                  <a:gd name="T5" fmla="*/ 0 h 57785"/>
                  <a:gd name="T6" fmla="*/ 0 w 80010"/>
                  <a:gd name="T7" fmla="*/ 53035 h 57785"/>
                  <a:gd name="T8" fmla="*/ 0 w 80010"/>
                  <a:gd name="T9" fmla="*/ 57632 h 57785"/>
                  <a:gd name="T10" fmla="*/ 4597 w 80010"/>
                  <a:gd name="T11" fmla="*/ 57632 h 57785"/>
                  <a:gd name="T12" fmla="*/ 79730 w 80010"/>
                  <a:gd name="T13" fmla="*/ 4597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57785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53035"/>
                    </a:lnTo>
                    <a:lnTo>
                      <a:pt x="0" y="57632"/>
                    </a:lnTo>
                    <a:lnTo>
                      <a:pt x="4597" y="57632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6" name="object 137">
                <a:extLst>
                  <a:ext uri="{FF2B5EF4-FFF2-40B4-BE49-F238E27FC236}">
                    <a16:creationId xmlns:a16="http://schemas.microsoft.com/office/drawing/2014/main" id="{92883615-2E4E-436A-A0FA-B67D10EBA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4522" y="5002999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7" name="object 138">
                <a:extLst>
                  <a:ext uri="{FF2B5EF4-FFF2-40B4-BE49-F238E27FC236}">
                    <a16:creationId xmlns:a16="http://schemas.microsoft.com/office/drawing/2014/main" id="{920F91C8-E852-4B7C-8CF5-CC62487DC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6732" y="500520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8" name="object 139">
                <a:extLst>
                  <a:ext uri="{FF2B5EF4-FFF2-40B4-BE49-F238E27FC236}">
                    <a16:creationId xmlns:a16="http://schemas.microsoft.com/office/drawing/2014/main" id="{A273ECDC-DF17-4951-AA22-6C5932C1E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7156" y="4967643"/>
                <a:ext cx="75565" cy="133350"/>
              </a:xfrm>
              <a:custGeom>
                <a:avLst/>
                <a:gdLst>
                  <a:gd name="T0" fmla="*/ 75311 w 75564"/>
                  <a:gd name="T1" fmla="*/ 132765 h 133350"/>
                  <a:gd name="T2" fmla="*/ 75311 w 75564"/>
                  <a:gd name="T3" fmla="*/ 128168 h 133350"/>
                  <a:gd name="T4" fmla="*/ 4597 w 75564"/>
                  <a:gd name="T5" fmla="*/ 0 h 133350"/>
                  <a:gd name="T6" fmla="*/ 0 w 75564"/>
                  <a:gd name="T7" fmla="*/ 0 h 133350"/>
                  <a:gd name="T8" fmla="*/ 0 w 75564"/>
                  <a:gd name="T9" fmla="*/ 4597 h 133350"/>
                  <a:gd name="T10" fmla="*/ 70713 w 75564"/>
                  <a:gd name="T11" fmla="*/ 132765 h 133350"/>
                  <a:gd name="T12" fmla="*/ 75311 w 75564"/>
                  <a:gd name="T13" fmla="*/ 132765 h 133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133350">
                    <a:moveTo>
                      <a:pt x="75311" y="132765"/>
                    </a:moveTo>
                    <a:lnTo>
                      <a:pt x="75311" y="12816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132765"/>
                    </a:lnTo>
                    <a:lnTo>
                      <a:pt x="75311" y="1327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39" name="object 140">
                <a:extLst>
                  <a:ext uri="{FF2B5EF4-FFF2-40B4-BE49-F238E27FC236}">
                    <a16:creationId xmlns:a16="http://schemas.microsoft.com/office/drawing/2014/main" id="{B751D5C7-2F63-45D2-9061-AEF8CC2B6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9655" y="4945545"/>
                <a:ext cx="57785" cy="62230"/>
              </a:xfrm>
              <a:custGeom>
                <a:avLst/>
                <a:gdLst>
                  <a:gd name="T0" fmla="*/ 57454 w 57785"/>
                  <a:gd name="T1" fmla="*/ 61874 h 62229"/>
                  <a:gd name="T2" fmla="*/ 57454 w 57785"/>
                  <a:gd name="T3" fmla="*/ 0 h 62229"/>
                  <a:gd name="T4" fmla="*/ 0 w 57785"/>
                  <a:gd name="T5" fmla="*/ 0 h 62229"/>
                  <a:gd name="T6" fmla="*/ 0 w 57785"/>
                  <a:gd name="T7" fmla="*/ 61874 h 62229"/>
                  <a:gd name="T8" fmla="*/ 57454 w 57785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0" name="object 141">
                <a:extLst>
                  <a:ext uri="{FF2B5EF4-FFF2-40B4-BE49-F238E27FC236}">
                    <a16:creationId xmlns:a16="http://schemas.microsoft.com/office/drawing/2014/main" id="{75E7D68F-AE3C-49BF-AE26-878B6D376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1865" y="4947754"/>
                <a:ext cx="35560" cy="40005"/>
              </a:xfrm>
              <a:custGeom>
                <a:avLst/>
                <a:gdLst>
                  <a:gd name="T0" fmla="*/ 35356 w 35560"/>
                  <a:gd name="T1" fmla="*/ 0 h 40004"/>
                  <a:gd name="T2" fmla="*/ 35356 w 35560"/>
                  <a:gd name="T3" fmla="*/ 39776 h 40004"/>
                  <a:gd name="T4" fmla="*/ 0 w 35560"/>
                  <a:gd name="T5" fmla="*/ 39776 h 40004"/>
                  <a:gd name="T6" fmla="*/ 0 w 35560"/>
                  <a:gd name="T7" fmla="*/ 0 h 40004"/>
                  <a:gd name="T8" fmla="*/ 35356 w 35560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1" name="object 142">
                <a:extLst>
                  <a:ext uri="{FF2B5EF4-FFF2-40B4-BE49-F238E27FC236}">
                    <a16:creationId xmlns:a16="http://schemas.microsoft.com/office/drawing/2014/main" id="{6D68DAA1-01CC-499B-A27E-1711F7D58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7869" y="4985321"/>
                <a:ext cx="80010" cy="115570"/>
              </a:xfrm>
              <a:custGeom>
                <a:avLst/>
                <a:gdLst>
                  <a:gd name="T0" fmla="*/ 79730 w 80010"/>
                  <a:gd name="T1" fmla="*/ 4597 h 115570"/>
                  <a:gd name="T2" fmla="*/ 79730 w 80010"/>
                  <a:gd name="T3" fmla="*/ 0 h 115570"/>
                  <a:gd name="T4" fmla="*/ 75133 w 80010"/>
                  <a:gd name="T5" fmla="*/ 0 h 115570"/>
                  <a:gd name="T6" fmla="*/ 0 w 80010"/>
                  <a:gd name="T7" fmla="*/ 110489 h 115570"/>
                  <a:gd name="T8" fmla="*/ 0 w 80010"/>
                  <a:gd name="T9" fmla="*/ 115087 h 115570"/>
                  <a:gd name="T10" fmla="*/ 4597 w 80010"/>
                  <a:gd name="T11" fmla="*/ 115087 h 115570"/>
                  <a:gd name="T12" fmla="*/ 79730 w 80010"/>
                  <a:gd name="T13" fmla="*/ 4597 h 115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1557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10489"/>
                    </a:lnTo>
                    <a:lnTo>
                      <a:pt x="0" y="115087"/>
                    </a:lnTo>
                    <a:lnTo>
                      <a:pt x="4597" y="115087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2" name="object 143">
                <a:extLst>
                  <a:ext uri="{FF2B5EF4-FFF2-40B4-BE49-F238E27FC236}">
                    <a16:creationId xmlns:a16="http://schemas.microsoft.com/office/drawing/2014/main" id="{6C3A46F8-5705-4DF6-BC66-485D16A29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0369" y="5078133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3" name="object 144">
                <a:extLst>
                  <a:ext uri="{FF2B5EF4-FFF2-40B4-BE49-F238E27FC236}">
                    <a16:creationId xmlns:a16="http://schemas.microsoft.com/office/drawing/2014/main" id="{D2303096-FCB3-4CB0-91DB-0791B8492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578" y="5080342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4" name="object 145">
                <a:extLst>
                  <a:ext uri="{FF2B5EF4-FFF2-40B4-BE49-F238E27FC236}">
                    <a16:creationId xmlns:a16="http://schemas.microsoft.com/office/drawing/2014/main" id="{C2547CE1-41F1-4FE4-B074-F0D4988D4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3003" y="5025097"/>
                <a:ext cx="40005" cy="398145"/>
              </a:xfrm>
              <a:custGeom>
                <a:avLst/>
                <a:gdLst>
                  <a:gd name="T0" fmla="*/ 0 w 40004"/>
                  <a:gd name="T1" fmla="*/ 397941 h 398145"/>
                  <a:gd name="T2" fmla="*/ 39954 w 40004"/>
                  <a:gd name="T3" fmla="*/ 397941 h 398145"/>
                  <a:gd name="T4" fmla="*/ 39954 w 40004"/>
                  <a:gd name="T5" fmla="*/ 0 h 398145"/>
                  <a:gd name="T6" fmla="*/ 0 w 40004"/>
                  <a:gd name="T7" fmla="*/ 0 h 398145"/>
                  <a:gd name="T8" fmla="*/ 0 w 40004"/>
                  <a:gd name="T9" fmla="*/ 397941 h 398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98145">
                    <a:moveTo>
                      <a:pt x="0" y="397941"/>
                    </a:moveTo>
                    <a:lnTo>
                      <a:pt x="39954" y="397941"/>
                    </a:lnTo>
                    <a:lnTo>
                      <a:pt x="39954" y="0"/>
                    </a:lnTo>
                    <a:lnTo>
                      <a:pt x="0" y="0"/>
                    </a:lnTo>
                    <a:lnTo>
                      <a:pt x="0" y="3979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5" name="object 146">
                <a:extLst>
                  <a:ext uri="{FF2B5EF4-FFF2-40B4-BE49-F238E27FC236}">
                    <a16:creationId xmlns:a16="http://schemas.microsoft.com/office/drawing/2014/main" id="{F7BD4B20-7BE8-4856-8E69-1E0738B374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5502" y="4967643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6" name="object 147">
                <a:extLst>
                  <a:ext uri="{FF2B5EF4-FFF2-40B4-BE49-F238E27FC236}">
                    <a16:creationId xmlns:a16="http://schemas.microsoft.com/office/drawing/2014/main" id="{67E0AC04-B6F4-4C3E-87F9-DD0B89A61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7712" y="4969852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7" name="object 148">
                <a:extLst>
                  <a:ext uri="{FF2B5EF4-FFF2-40B4-BE49-F238E27FC236}">
                    <a16:creationId xmlns:a16="http://schemas.microsoft.com/office/drawing/2014/main" id="{C976C706-9A10-4421-8688-A871B43376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03493" y="5078132"/>
                <a:ext cx="115570" cy="345440"/>
              </a:xfrm>
              <a:custGeom>
                <a:avLst/>
                <a:gdLst>
                  <a:gd name="T0" fmla="*/ 115087 w 115570"/>
                  <a:gd name="T1" fmla="*/ 53035 h 345439"/>
                  <a:gd name="T2" fmla="*/ 39954 w 115570"/>
                  <a:gd name="T3" fmla="*/ 0 h 345439"/>
                  <a:gd name="T4" fmla="*/ 35356 w 115570"/>
                  <a:gd name="T5" fmla="*/ 0 h 345439"/>
                  <a:gd name="T6" fmla="*/ 0 w 115570"/>
                  <a:gd name="T7" fmla="*/ 340309 h 345439"/>
                  <a:gd name="T8" fmla="*/ 0 w 115570"/>
                  <a:gd name="T9" fmla="*/ 344893 h 345439"/>
                  <a:gd name="T10" fmla="*/ 4597 w 115570"/>
                  <a:gd name="T11" fmla="*/ 344893 h 345439"/>
                  <a:gd name="T12" fmla="*/ 39636 w 115570"/>
                  <a:gd name="T13" fmla="*/ 7632 h 345439"/>
                  <a:gd name="T14" fmla="*/ 110490 w 115570"/>
                  <a:gd name="T15" fmla="*/ 57632 h 345439"/>
                  <a:gd name="T16" fmla="*/ 115087 w 115570"/>
                  <a:gd name="T17" fmla="*/ 57632 h 345439"/>
                  <a:gd name="T18" fmla="*/ 115087 w 115570"/>
                  <a:gd name="T19" fmla="*/ 53035 h 345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570" h="345439">
                    <a:moveTo>
                      <a:pt x="115087" y="53035"/>
                    </a:moveTo>
                    <a:lnTo>
                      <a:pt x="39954" y="0"/>
                    </a:lnTo>
                    <a:lnTo>
                      <a:pt x="35356" y="0"/>
                    </a:lnTo>
                    <a:lnTo>
                      <a:pt x="0" y="340309"/>
                    </a:lnTo>
                    <a:lnTo>
                      <a:pt x="0" y="344893"/>
                    </a:lnTo>
                    <a:lnTo>
                      <a:pt x="4597" y="344893"/>
                    </a:lnTo>
                    <a:lnTo>
                      <a:pt x="39636" y="7632"/>
                    </a:lnTo>
                    <a:lnTo>
                      <a:pt x="110490" y="57632"/>
                    </a:lnTo>
                    <a:lnTo>
                      <a:pt x="115087" y="57632"/>
                    </a:lnTo>
                    <a:lnTo>
                      <a:pt x="115087" y="530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8" name="object 149">
                <a:extLst>
                  <a:ext uri="{FF2B5EF4-FFF2-40B4-BE49-F238E27FC236}">
                    <a16:creationId xmlns:a16="http://schemas.microsoft.com/office/drawing/2014/main" id="{EBB502C3-5078-42EC-BDA6-61EF89437D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1349" y="5056034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49" name="object 150">
                <a:extLst>
                  <a:ext uri="{FF2B5EF4-FFF2-40B4-BE49-F238E27FC236}">
                    <a16:creationId xmlns:a16="http://schemas.microsoft.com/office/drawing/2014/main" id="{A713B186-2691-468F-AA19-D8684B8B4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3559" y="5058244"/>
                <a:ext cx="40005" cy="40005"/>
              </a:xfrm>
              <a:custGeom>
                <a:avLst/>
                <a:gdLst>
                  <a:gd name="T0" fmla="*/ 39776 w 40004"/>
                  <a:gd name="T1" fmla="*/ 0 h 40004"/>
                  <a:gd name="T2" fmla="*/ 39776 w 40004"/>
                  <a:gd name="T3" fmla="*/ 39776 h 40004"/>
                  <a:gd name="T4" fmla="*/ 0 w 40004"/>
                  <a:gd name="T5" fmla="*/ 39776 h 40004"/>
                  <a:gd name="T6" fmla="*/ 0 w 40004"/>
                  <a:gd name="T7" fmla="*/ 0 h 40004"/>
                  <a:gd name="T8" fmla="*/ 39776 w 40004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40004">
                    <a:moveTo>
                      <a:pt x="39776" y="0"/>
                    </a:moveTo>
                    <a:lnTo>
                      <a:pt x="3977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0" name="object 151">
                <a:extLst>
                  <a:ext uri="{FF2B5EF4-FFF2-40B4-BE49-F238E27FC236}">
                    <a16:creationId xmlns:a16="http://schemas.microsoft.com/office/drawing/2014/main" id="{844086C6-AB97-4F82-8D46-57EEB4735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13983" y="5020678"/>
                <a:ext cx="80010" cy="115570"/>
              </a:xfrm>
              <a:custGeom>
                <a:avLst/>
                <a:gdLst>
                  <a:gd name="T0" fmla="*/ 79730 w 80010"/>
                  <a:gd name="T1" fmla="*/ 4597 h 115570"/>
                  <a:gd name="T2" fmla="*/ 79730 w 80010"/>
                  <a:gd name="T3" fmla="*/ 0 h 115570"/>
                  <a:gd name="T4" fmla="*/ 75133 w 80010"/>
                  <a:gd name="T5" fmla="*/ 0 h 115570"/>
                  <a:gd name="T6" fmla="*/ 0 w 80010"/>
                  <a:gd name="T7" fmla="*/ 110489 h 115570"/>
                  <a:gd name="T8" fmla="*/ 0 w 80010"/>
                  <a:gd name="T9" fmla="*/ 115087 h 115570"/>
                  <a:gd name="T10" fmla="*/ 4597 w 80010"/>
                  <a:gd name="T11" fmla="*/ 115087 h 115570"/>
                  <a:gd name="T12" fmla="*/ 79730 w 80010"/>
                  <a:gd name="T13" fmla="*/ 4597 h 115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1557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10489"/>
                    </a:lnTo>
                    <a:lnTo>
                      <a:pt x="0" y="115087"/>
                    </a:lnTo>
                    <a:lnTo>
                      <a:pt x="4597" y="115087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1" name="object 152">
                <a:extLst>
                  <a:ext uri="{FF2B5EF4-FFF2-40B4-BE49-F238E27FC236}">
                    <a16:creationId xmlns:a16="http://schemas.microsoft.com/office/drawing/2014/main" id="{613044B3-C0A3-4E6D-B333-DB5F4B910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6482" y="5113489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2" name="object 153">
                <a:extLst>
                  <a:ext uri="{FF2B5EF4-FFF2-40B4-BE49-F238E27FC236}">
                    <a16:creationId xmlns:a16="http://schemas.microsoft.com/office/drawing/2014/main" id="{98EE41B3-F94E-45A9-ADF3-C2FB80A09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8692" y="511569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3" name="object 154">
                <a:extLst>
                  <a:ext uri="{FF2B5EF4-FFF2-40B4-BE49-F238E27FC236}">
                    <a16:creationId xmlns:a16="http://schemas.microsoft.com/office/drawing/2014/main" id="{3037FFAA-4C29-4F96-9B1F-0A0661519A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9116" y="5020678"/>
                <a:ext cx="75565" cy="133350"/>
              </a:xfrm>
              <a:custGeom>
                <a:avLst/>
                <a:gdLst>
                  <a:gd name="T0" fmla="*/ 75311 w 75564"/>
                  <a:gd name="T1" fmla="*/ 132765 h 133350"/>
                  <a:gd name="T2" fmla="*/ 75311 w 75564"/>
                  <a:gd name="T3" fmla="*/ 128168 h 133350"/>
                  <a:gd name="T4" fmla="*/ 4597 w 75564"/>
                  <a:gd name="T5" fmla="*/ 0 h 133350"/>
                  <a:gd name="T6" fmla="*/ 0 w 75564"/>
                  <a:gd name="T7" fmla="*/ 0 h 133350"/>
                  <a:gd name="T8" fmla="*/ 0 w 75564"/>
                  <a:gd name="T9" fmla="*/ 4597 h 133350"/>
                  <a:gd name="T10" fmla="*/ 70713 w 75564"/>
                  <a:gd name="T11" fmla="*/ 132765 h 133350"/>
                  <a:gd name="T12" fmla="*/ 75311 w 75564"/>
                  <a:gd name="T13" fmla="*/ 132765 h 133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4" h="133350">
                    <a:moveTo>
                      <a:pt x="75311" y="132765"/>
                    </a:moveTo>
                    <a:lnTo>
                      <a:pt x="75311" y="12816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132765"/>
                    </a:lnTo>
                    <a:lnTo>
                      <a:pt x="75311" y="1327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4" name="object 155">
                <a:extLst>
                  <a:ext uri="{FF2B5EF4-FFF2-40B4-BE49-F238E27FC236}">
                    <a16:creationId xmlns:a16="http://schemas.microsoft.com/office/drawing/2014/main" id="{60787C45-9325-4B38-9DE7-50BF97546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1615" y="5002999"/>
                <a:ext cx="57785" cy="57785"/>
              </a:xfrm>
              <a:custGeom>
                <a:avLst/>
                <a:gdLst>
                  <a:gd name="T0" fmla="*/ 57454 w 57785"/>
                  <a:gd name="T1" fmla="*/ 57454 h 57785"/>
                  <a:gd name="T2" fmla="*/ 57454 w 57785"/>
                  <a:gd name="T3" fmla="*/ 0 h 57785"/>
                  <a:gd name="T4" fmla="*/ 0 w 57785"/>
                  <a:gd name="T5" fmla="*/ 0 h 57785"/>
                  <a:gd name="T6" fmla="*/ 0 w 57785"/>
                  <a:gd name="T7" fmla="*/ 57454 h 57785"/>
                  <a:gd name="T8" fmla="*/ 57454 w 57785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5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5" name="object 156">
                <a:extLst>
                  <a:ext uri="{FF2B5EF4-FFF2-40B4-BE49-F238E27FC236}">
                    <a16:creationId xmlns:a16="http://schemas.microsoft.com/office/drawing/2014/main" id="{0F12F8D0-D7BC-4F58-9936-1B1FB7C2D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3825" y="5005209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6" name="object 157">
                <a:extLst>
                  <a:ext uri="{FF2B5EF4-FFF2-40B4-BE49-F238E27FC236}">
                    <a16:creationId xmlns:a16="http://schemas.microsoft.com/office/drawing/2014/main" id="{D1D695AA-D2B4-4F24-B8BB-6BB7C89BB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9829" y="5002999"/>
                <a:ext cx="80010" cy="150495"/>
              </a:xfrm>
              <a:custGeom>
                <a:avLst/>
                <a:gdLst>
                  <a:gd name="T0" fmla="*/ 79730 w 80010"/>
                  <a:gd name="T1" fmla="*/ 4597 h 150495"/>
                  <a:gd name="T2" fmla="*/ 79730 w 80010"/>
                  <a:gd name="T3" fmla="*/ 0 h 150495"/>
                  <a:gd name="T4" fmla="*/ 75133 w 80010"/>
                  <a:gd name="T5" fmla="*/ 0 h 150495"/>
                  <a:gd name="T6" fmla="*/ 0 w 80010"/>
                  <a:gd name="T7" fmla="*/ 145846 h 150495"/>
                  <a:gd name="T8" fmla="*/ 0 w 80010"/>
                  <a:gd name="T9" fmla="*/ 150444 h 150495"/>
                  <a:gd name="T10" fmla="*/ 4597 w 80010"/>
                  <a:gd name="T11" fmla="*/ 150444 h 150495"/>
                  <a:gd name="T12" fmla="*/ 79730 w 80010"/>
                  <a:gd name="T13" fmla="*/ 4597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150495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45846"/>
                    </a:lnTo>
                    <a:lnTo>
                      <a:pt x="0" y="150444"/>
                    </a:lnTo>
                    <a:lnTo>
                      <a:pt x="4597" y="150444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7" name="object 158">
                <a:extLst>
                  <a:ext uri="{FF2B5EF4-FFF2-40B4-BE49-F238E27FC236}">
                    <a16:creationId xmlns:a16="http://schemas.microsoft.com/office/drawing/2014/main" id="{6321CE90-86E8-40D3-8B42-466C1E03C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2329" y="5131168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8" name="object 159">
                <a:extLst>
                  <a:ext uri="{FF2B5EF4-FFF2-40B4-BE49-F238E27FC236}">
                    <a16:creationId xmlns:a16="http://schemas.microsoft.com/office/drawing/2014/main" id="{817CBA82-B342-4B11-9BB5-AB1BA7F10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4538" y="5133378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59" name="object 160">
                <a:extLst>
                  <a:ext uri="{FF2B5EF4-FFF2-40B4-BE49-F238E27FC236}">
                    <a16:creationId xmlns:a16="http://schemas.microsoft.com/office/drawing/2014/main" id="{9F66C56F-F311-49AE-9E09-9A3C176CC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4962" y="5002999"/>
                <a:ext cx="80010" cy="97790"/>
              </a:xfrm>
              <a:custGeom>
                <a:avLst/>
                <a:gdLst>
                  <a:gd name="T0" fmla="*/ 79730 w 80009"/>
                  <a:gd name="T1" fmla="*/ 97409 h 97789"/>
                  <a:gd name="T2" fmla="*/ 79730 w 80009"/>
                  <a:gd name="T3" fmla="*/ 92811 h 97789"/>
                  <a:gd name="T4" fmla="*/ 4597 w 80009"/>
                  <a:gd name="T5" fmla="*/ 0 h 97789"/>
                  <a:gd name="T6" fmla="*/ 0 w 80009"/>
                  <a:gd name="T7" fmla="*/ 0 h 97789"/>
                  <a:gd name="T8" fmla="*/ 0 w 80009"/>
                  <a:gd name="T9" fmla="*/ 4597 h 97789"/>
                  <a:gd name="T10" fmla="*/ 75133 w 80009"/>
                  <a:gd name="T11" fmla="*/ 97409 h 97789"/>
                  <a:gd name="T12" fmla="*/ 79730 w 80009"/>
                  <a:gd name="T13" fmla="*/ 97409 h 97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97789">
                    <a:moveTo>
                      <a:pt x="79730" y="97409"/>
                    </a:moveTo>
                    <a:lnTo>
                      <a:pt x="79730" y="92811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97409"/>
                    </a:lnTo>
                    <a:lnTo>
                      <a:pt x="79730" y="9740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0" name="object 161">
                <a:extLst>
                  <a:ext uri="{FF2B5EF4-FFF2-40B4-BE49-F238E27FC236}">
                    <a16:creationId xmlns:a16="http://schemas.microsoft.com/office/drawing/2014/main" id="{B919B1C2-D9AC-4B85-B7DA-43992808E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7462" y="4985321"/>
                <a:ext cx="40005" cy="40005"/>
              </a:xfrm>
              <a:custGeom>
                <a:avLst/>
                <a:gdLst>
                  <a:gd name="T0" fmla="*/ 39776 w 40004"/>
                  <a:gd name="T1" fmla="*/ 39776 h 40004"/>
                  <a:gd name="T2" fmla="*/ 39776 w 40004"/>
                  <a:gd name="T3" fmla="*/ 0 h 40004"/>
                  <a:gd name="T4" fmla="*/ 0 w 40004"/>
                  <a:gd name="T5" fmla="*/ 0 h 40004"/>
                  <a:gd name="T6" fmla="*/ 0 w 40004"/>
                  <a:gd name="T7" fmla="*/ 39776 h 40004"/>
                  <a:gd name="T8" fmla="*/ 39776 w 40004"/>
                  <a:gd name="T9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40004">
                    <a:moveTo>
                      <a:pt x="39776" y="39776"/>
                    </a:moveTo>
                    <a:lnTo>
                      <a:pt x="39776" y="0"/>
                    </a:lnTo>
                    <a:lnTo>
                      <a:pt x="0" y="0"/>
                    </a:lnTo>
                    <a:lnTo>
                      <a:pt x="0" y="39776"/>
                    </a:lnTo>
                    <a:lnTo>
                      <a:pt x="39776" y="397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1" name="object 162">
                <a:extLst>
                  <a:ext uri="{FF2B5EF4-FFF2-40B4-BE49-F238E27FC236}">
                    <a16:creationId xmlns:a16="http://schemas.microsoft.com/office/drawing/2014/main" id="{D0118B93-303D-4CFD-B15D-D6964D955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9672" y="4987531"/>
                <a:ext cx="35560" cy="35560"/>
              </a:xfrm>
              <a:custGeom>
                <a:avLst/>
                <a:gdLst>
                  <a:gd name="T0" fmla="*/ 35356 w 35560"/>
                  <a:gd name="T1" fmla="*/ 0 h 35560"/>
                  <a:gd name="T2" fmla="*/ 35356 w 35560"/>
                  <a:gd name="T3" fmla="*/ 35356 h 35560"/>
                  <a:gd name="T4" fmla="*/ 0 w 35560"/>
                  <a:gd name="T5" fmla="*/ 35356 h 35560"/>
                  <a:gd name="T6" fmla="*/ 0 w 35560"/>
                  <a:gd name="T7" fmla="*/ 0 h 35560"/>
                  <a:gd name="T8" fmla="*/ 35356 w 35560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60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2" name="object 163">
                <a:extLst>
                  <a:ext uri="{FF2B5EF4-FFF2-40B4-BE49-F238E27FC236}">
                    <a16:creationId xmlns:a16="http://schemas.microsoft.com/office/drawing/2014/main" id="{EA7288CF-E042-47F8-ABF9-3DD69DBD5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0096" y="5020678"/>
                <a:ext cx="75565" cy="80010"/>
              </a:xfrm>
              <a:custGeom>
                <a:avLst/>
                <a:gdLst>
                  <a:gd name="T0" fmla="*/ 75310 w 75565"/>
                  <a:gd name="T1" fmla="*/ 4597 h 80010"/>
                  <a:gd name="T2" fmla="*/ 75310 w 75565"/>
                  <a:gd name="T3" fmla="*/ 0 h 80010"/>
                  <a:gd name="T4" fmla="*/ 70713 w 75565"/>
                  <a:gd name="T5" fmla="*/ 0 h 80010"/>
                  <a:gd name="T6" fmla="*/ 0 w 75565"/>
                  <a:gd name="T7" fmla="*/ 75133 h 80010"/>
                  <a:gd name="T8" fmla="*/ 0 w 75565"/>
                  <a:gd name="T9" fmla="*/ 79730 h 80010"/>
                  <a:gd name="T10" fmla="*/ 4597 w 75565"/>
                  <a:gd name="T11" fmla="*/ 79730 h 80010"/>
                  <a:gd name="T12" fmla="*/ 75310 w 75565"/>
                  <a:gd name="T13" fmla="*/ 4597 h 80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5" h="80010">
                    <a:moveTo>
                      <a:pt x="75310" y="4597"/>
                    </a:moveTo>
                    <a:lnTo>
                      <a:pt x="75310" y="0"/>
                    </a:lnTo>
                    <a:lnTo>
                      <a:pt x="70713" y="0"/>
                    </a:lnTo>
                    <a:lnTo>
                      <a:pt x="0" y="75133"/>
                    </a:lnTo>
                    <a:lnTo>
                      <a:pt x="0" y="79730"/>
                    </a:lnTo>
                    <a:lnTo>
                      <a:pt x="4597" y="79730"/>
                    </a:lnTo>
                    <a:lnTo>
                      <a:pt x="7531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3" name="object 164">
                <a:extLst>
                  <a:ext uri="{FF2B5EF4-FFF2-40B4-BE49-F238E27FC236}">
                    <a16:creationId xmlns:a16="http://schemas.microsoft.com/office/drawing/2014/main" id="{F21BCCEA-600A-4629-AF72-6D0AC2097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2595" y="5078133"/>
                <a:ext cx="40005" cy="40005"/>
              </a:xfrm>
              <a:custGeom>
                <a:avLst/>
                <a:gdLst>
                  <a:gd name="T0" fmla="*/ 39776 w 40004"/>
                  <a:gd name="T1" fmla="*/ 39776 h 40004"/>
                  <a:gd name="T2" fmla="*/ 39776 w 40004"/>
                  <a:gd name="T3" fmla="*/ 0 h 40004"/>
                  <a:gd name="T4" fmla="*/ 0 w 40004"/>
                  <a:gd name="T5" fmla="*/ 0 h 40004"/>
                  <a:gd name="T6" fmla="*/ 0 w 40004"/>
                  <a:gd name="T7" fmla="*/ 39776 h 40004"/>
                  <a:gd name="T8" fmla="*/ 39776 w 40004"/>
                  <a:gd name="T9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40004">
                    <a:moveTo>
                      <a:pt x="39776" y="39776"/>
                    </a:moveTo>
                    <a:lnTo>
                      <a:pt x="39776" y="0"/>
                    </a:lnTo>
                    <a:lnTo>
                      <a:pt x="0" y="0"/>
                    </a:lnTo>
                    <a:lnTo>
                      <a:pt x="0" y="39776"/>
                    </a:lnTo>
                    <a:lnTo>
                      <a:pt x="39776" y="397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4" name="object 165">
                <a:extLst>
                  <a:ext uri="{FF2B5EF4-FFF2-40B4-BE49-F238E27FC236}">
                    <a16:creationId xmlns:a16="http://schemas.microsoft.com/office/drawing/2014/main" id="{0CDDE9FB-9C50-4360-923D-8D82953A10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805" y="5080342"/>
                <a:ext cx="35560" cy="35560"/>
              </a:xfrm>
              <a:custGeom>
                <a:avLst/>
                <a:gdLst>
                  <a:gd name="T0" fmla="*/ 35356 w 35559"/>
                  <a:gd name="T1" fmla="*/ 0 h 35560"/>
                  <a:gd name="T2" fmla="*/ 35356 w 35559"/>
                  <a:gd name="T3" fmla="*/ 35356 h 35560"/>
                  <a:gd name="T4" fmla="*/ 0 w 35559"/>
                  <a:gd name="T5" fmla="*/ 35356 h 35560"/>
                  <a:gd name="T6" fmla="*/ 0 w 35559"/>
                  <a:gd name="T7" fmla="*/ 0 h 35560"/>
                  <a:gd name="T8" fmla="*/ 35356 w 35559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5" name="object 166">
                <a:extLst>
                  <a:ext uri="{FF2B5EF4-FFF2-40B4-BE49-F238E27FC236}">
                    <a16:creationId xmlns:a16="http://schemas.microsoft.com/office/drawing/2014/main" id="{EF0F5D2B-E012-4B9F-A900-C25A9DEB5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0809" y="5020678"/>
                <a:ext cx="80010" cy="133350"/>
              </a:xfrm>
              <a:custGeom>
                <a:avLst/>
                <a:gdLst>
                  <a:gd name="T0" fmla="*/ 79730 w 80009"/>
                  <a:gd name="T1" fmla="*/ 132765 h 133350"/>
                  <a:gd name="T2" fmla="*/ 79730 w 80009"/>
                  <a:gd name="T3" fmla="*/ 128168 h 133350"/>
                  <a:gd name="T4" fmla="*/ 4597 w 80009"/>
                  <a:gd name="T5" fmla="*/ 0 h 133350"/>
                  <a:gd name="T6" fmla="*/ 0 w 80009"/>
                  <a:gd name="T7" fmla="*/ 0 h 133350"/>
                  <a:gd name="T8" fmla="*/ 0 w 80009"/>
                  <a:gd name="T9" fmla="*/ 4597 h 133350"/>
                  <a:gd name="T10" fmla="*/ 75133 w 80009"/>
                  <a:gd name="T11" fmla="*/ 132765 h 133350"/>
                  <a:gd name="T12" fmla="*/ 79730 w 80009"/>
                  <a:gd name="T13" fmla="*/ 132765 h 133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133350">
                    <a:moveTo>
                      <a:pt x="79730" y="132765"/>
                    </a:moveTo>
                    <a:lnTo>
                      <a:pt x="79730" y="12816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32765"/>
                    </a:lnTo>
                    <a:lnTo>
                      <a:pt x="79730" y="13276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6" name="object 167">
                <a:extLst>
                  <a:ext uri="{FF2B5EF4-FFF2-40B4-BE49-F238E27FC236}">
                    <a16:creationId xmlns:a16="http://schemas.microsoft.com/office/drawing/2014/main" id="{F7E35A9C-3B77-4293-8DFE-35CAE56546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3308" y="5002999"/>
                <a:ext cx="44450" cy="40005"/>
              </a:xfrm>
              <a:custGeom>
                <a:avLst/>
                <a:gdLst>
                  <a:gd name="T0" fmla="*/ 44196 w 44450"/>
                  <a:gd name="T1" fmla="*/ 39776 h 40004"/>
                  <a:gd name="T2" fmla="*/ 44196 w 44450"/>
                  <a:gd name="T3" fmla="*/ 0 h 40004"/>
                  <a:gd name="T4" fmla="*/ 0 w 44450"/>
                  <a:gd name="T5" fmla="*/ 0 h 40004"/>
                  <a:gd name="T6" fmla="*/ 0 w 44450"/>
                  <a:gd name="T7" fmla="*/ 39776 h 40004"/>
                  <a:gd name="T8" fmla="*/ 44196 w 44450"/>
                  <a:gd name="T9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450" h="40004">
                    <a:moveTo>
                      <a:pt x="44196" y="39776"/>
                    </a:moveTo>
                    <a:lnTo>
                      <a:pt x="44196" y="0"/>
                    </a:lnTo>
                    <a:lnTo>
                      <a:pt x="0" y="0"/>
                    </a:lnTo>
                    <a:lnTo>
                      <a:pt x="0" y="39776"/>
                    </a:lnTo>
                    <a:lnTo>
                      <a:pt x="44196" y="397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7" name="object 168">
                <a:extLst>
                  <a:ext uri="{FF2B5EF4-FFF2-40B4-BE49-F238E27FC236}">
                    <a16:creationId xmlns:a16="http://schemas.microsoft.com/office/drawing/2014/main" id="{9A9D229B-BF02-410D-AD5A-2A7C7CFDD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5518" y="5005209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8" name="object 169">
                <a:extLst>
                  <a:ext uri="{FF2B5EF4-FFF2-40B4-BE49-F238E27FC236}">
                    <a16:creationId xmlns:a16="http://schemas.microsoft.com/office/drawing/2014/main" id="{8F112AC1-3D92-428B-AB6B-B46AD3308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5942" y="5038356"/>
                <a:ext cx="80010" cy="115570"/>
              </a:xfrm>
              <a:custGeom>
                <a:avLst/>
                <a:gdLst>
                  <a:gd name="T0" fmla="*/ 79730 w 80009"/>
                  <a:gd name="T1" fmla="*/ 4597 h 115570"/>
                  <a:gd name="T2" fmla="*/ 79730 w 80009"/>
                  <a:gd name="T3" fmla="*/ 0 h 115570"/>
                  <a:gd name="T4" fmla="*/ 75133 w 80009"/>
                  <a:gd name="T5" fmla="*/ 0 h 115570"/>
                  <a:gd name="T6" fmla="*/ 0 w 80009"/>
                  <a:gd name="T7" fmla="*/ 110489 h 115570"/>
                  <a:gd name="T8" fmla="*/ 0 w 80009"/>
                  <a:gd name="T9" fmla="*/ 115087 h 115570"/>
                  <a:gd name="T10" fmla="*/ 4597 w 80009"/>
                  <a:gd name="T11" fmla="*/ 115087 h 115570"/>
                  <a:gd name="T12" fmla="*/ 79730 w 80009"/>
                  <a:gd name="T13" fmla="*/ 4597 h 115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11557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10489"/>
                    </a:lnTo>
                    <a:lnTo>
                      <a:pt x="0" y="115087"/>
                    </a:lnTo>
                    <a:lnTo>
                      <a:pt x="4597" y="115087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69" name="object 170">
                <a:extLst>
                  <a:ext uri="{FF2B5EF4-FFF2-40B4-BE49-F238E27FC236}">
                    <a16:creationId xmlns:a16="http://schemas.microsoft.com/office/drawing/2014/main" id="{95C9B252-09D5-413B-B09F-E1ABA564F1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8442" y="5131168"/>
                <a:ext cx="57785" cy="62230"/>
              </a:xfrm>
              <a:custGeom>
                <a:avLst/>
                <a:gdLst>
                  <a:gd name="T0" fmla="*/ 57454 w 57784"/>
                  <a:gd name="T1" fmla="*/ 61874 h 62229"/>
                  <a:gd name="T2" fmla="*/ 57454 w 57784"/>
                  <a:gd name="T3" fmla="*/ 0 h 62229"/>
                  <a:gd name="T4" fmla="*/ 0 w 57784"/>
                  <a:gd name="T5" fmla="*/ 0 h 62229"/>
                  <a:gd name="T6" fmla="*/ 0 w 57784"/>
                  <a:gd name="T7" fmla="*/ 61874 h 62229"/>
                  <a:gd name="T8" fmla="*/ 57454 w 57784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4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0" name="object 171">
                <a:extLst>
                  <a:ext uri="{FF2B5EF4-FFF2-40B4-BE49-F238E27FC236}">
                    <a16:creationId xmlns:a16="http://schemas.microsoft.com/office/drawing/2014/main" id="{6CA56324-C7AB-4B07-8871-EA17B9BDA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0652" y="5133378"/>
                <a:ext cx="35560" cy="35560"/>
              </a:xfrm>
              <a:custGeom>
                <a:avLst/>
                <a:gdLst>
                  <a:gd name="T0" fmla="*/ 35356 w 35559"/>
                  <a:gd name="T1" fmla="*/ 0 h 35560"/>
                  <a:gd name="T2" fmla="*/ 35356 w 35559"/>
                  <a:gd name="T3" fmla="*/ 35356 h 35560"/>
                  <a:gd name="T4" fmla="*/ 0 w 35559"/>
                  <a:gd name="T5" fmla="*/ 35356 h 35560"/>
                  <a:gd name="T6" fmla="*/ 0 w 35559"/>
                  <a:gd name="T7" fmla="*/ 0 h 35560"/>
                  <a:gd name="T8" fmla="*/ 35356 w 35559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1" name="object 172">
                <a:extLst>
                  <a:ext uri="{FF2B5EF4-FFF2-40B4-BE49-F238E27FC236}">
                    <a16:creationId xmlns:a16="http://schemas.microsoft.com/office/drawing/2014/main" id="{FB21E689-51AD-4545-83DF-1BEB5DCB12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1076" y="5038356"/>
                <a:ext cx="75565" cy="190500"/>
              </a:xfrm>
              <a:custGeom>
                <a:avLst/>
                <a:gdLst>
                  <a:gd name="T0" fmla="*/ 75311 w 75565"/>
                  <a:gd name="T1" fmla="*/ 190220 h 190500"/>
                  <a:gd name="T2" fmla="*/ 75311 w 75565"/>
                  <a:gd name="T3" fmla="*/ 185623 h 190500"/>
                  <a:gd name="T4" fmla="*/ 4597 w 75565"/>
                  <a:gd name="T5" fmla="*/ 0 h 190500"/>
                  <a:gd name="T6" fmla="*/ 0 w 75565"/>
                  <a:gd name="T7" fmla="*/ 0 h 190500"/>
                  <a:gd name="T8" fmla="*/ 0 w 75565"/>
                  <a:gd name="T9" fmla="*/ 4597 h 190500"/>
                  <a:gd name="T10" fmla="*/ 70713 w 75565"/>
                  <a:gd name="T11" fmla="*/ 190220 h 190500"/>
                  <a:gd name="T12" fmla="*/ 75311 w 75565"/>
                  <a:gd name="T13" fmla="*/ 190220 h 190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5" h="190500">
                    <a:moveTo>
                      <a:pt x="75311" y="190220"/>
                    </a:moveTo>
                    <a:lnTo>
                      <a:pt x="75311" y="185623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190220"/>
                    </a:lnTo>
                    <a:lnTo>
                      <a:pt x="75311" y="1902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2" name="object 173">
                <a:extLst>
                  <a:ext uri="{FF2B5EF4-FFF2-40B4-BE49-F238E27FC236}">
                    <a16:creationId xmlns:a16="http://schemas.microsoft.com/office/drawing/2014/main" id="{137ED272-FFBA-49C6-8D8B-152C708B9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3575" y="5020678"/>
                <a:ext cx="40005" cy="40005"/>
              </a:xfrm>
              <a:custGeom>
                <a:avLst/>
                <a:gdLst>
                  <a:gd name="T0" fmla="*/ 39776 w 40004"/>
                  <a:gd name="T1" fmla="*/ 39776 h 40004"/>
                  <a:gd name="T2" fmla="*/ 39776 w 40004"/>
                  <a:gd name="T3" fmla="*/ 0 h 40004"/>
                  <a:gd name="T4" fmla="*/ 0 w 40004"/>
                  <a:gd name="T5" fmla="*/ 0 h 40004"/>
                  <a:gd name="T6" fmla="*/ 0 w 40004"/>
                  <a:gd name="T7" fmla="*/ 39776 h 40004"/>
                  <a:gd name="T8" fmla="*/ 39776 w 40004"/>
                  <a:gd name="T9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40004">
                    <a:moveTo>
                      <a:pt x="39776" y="39776"/>
                    </a:moveTo>
                    <a:lnTo>
                      <a:pt x="39776" y="0"/>
                    </a:lnTo>
                    <a:lnTo>
                      <a:pt x="0" y="0"/>
                    </a:lnTo>
                    <a:lnTo>
                      <a:pt x="0" y="39776"/>
                    </a:lnTo>
                    <a:lnTo>
                      <a:pt x="39776" y="397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3" name="object 174">
                <a:extLst>
                  <a:ext uri="{FF2B5EF4-FFF2-40B4-BE49-F238E27FC236}">
                    <a16:creationId xmlns:a16="http://schemas.microsoft.com/office/drawing/2014/main" id="{97EDA5EA-1CFB-482D-BB57-B47B15B31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5785" y="5022887"/>
                <a:ext cx="35560" cy="35560"/>
              </a:xfrm>
              <a:custGeom>
                <a:avLst/>
                <a:gdLst>
                  <a:gd name="T0" fmla="*/ 35356 w 35559"/>
                  <a:gd name="T1" fmla="*/ 0 h 35560"/>
                  <a:gd name="T2" fmla="*/ 35356 w 35559"/>
                  <a:gd name="T3" fmla="*/ 35356 h 35560"/>
                  <a:gd name="T4" fmla="*/ 0 w 35559"/>
                  <a:gd name="T5" fmla="*/ 35356 h 35560"/>
                  <a:gd name="T6" fmla="*/ 0 w 35559"/>
                  <a:gd name="T7" fmla="*/ 0 h 35560"/>
                  <a:gd name="T8" fmla="*/ 35356 w 35559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4" name="object 175">
                <a:extLst>
                  <a:ext uri="{FF2B5EF4-FFF2-40B4-BE49-F238E27FC236}">
                    <a16:creationId xmlns:a16="http://schemas.microsoft.com/office/drawing/2014/main" id="{438C6AD6-E0F9-4EED-8AF3-B4902E2D4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1789" y="5131168"/>
                <a:ext cx="97790" cy="97790"/>
              </a:xfrm>
              <a:custGeom>
                <a:avLst/>
                <a:gdLst>
                  <a:gd name="T0" fmla="*/ 97409 w 97790"/>
                  <a:gd name="T1" fmla="*/ 4597 h 97789"/>
                  <a:gd name="T2" fmla="*/ 97409 w 97790"/>
                  <a:gd name="T3" fmla="*/ 0 h 97789"/>
                  <a:gd name="T4" fmla="*/ 92811 w 97790"/>
                  <a:gd name="T5" fmla="*/ 0 h 97789"/>
                  <a:gd name="T6" fmla="*/ 0 w 97790"/>
                  <a:gd name="T7" fmla="*/ 92811 h 97789"/>
                  <a:gd name="T8" fmla="*/ 0 w 97790"/>
                  <a:gd name="T9" fmla="*/ 97409 h 97789"/>
                  <a:gd name="T10" fmla="*/ 4597 w 97790"/>
                  <a:gd name="T11" fmla="*/ 97409 h 97789"/>
                  <a:gd name="T12" fmla="*/ 97409 w 97790"/>
                  <a:gd name="T13" fmla="*/ 4597 h 97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790" h="97789">
                    <a:moveTo>
                      <a:pt x="97409" y="4597"/>
                    </a:moveTo>
                    <a:lnTo>
                      <a:pt x="97409" y="0"/>
                    </a:lnTo>
                    <a:lnTo>
                      <a:pt x="92811" y="0"/>
                    </a:lnTo>
                    <a:lnTo>
                      <a:pt x="0" y="92811"/>
                    </a:lnTo>
                    <a:lnTo>
                      <a:pt x="0" y="97409"/>
                    </a:lnTo>
                    <a:lnTo>
                      <a:pt x="4597" y="97409"/>
                    </a:lnTo>
                    <a:lnTo>
                      <a:pt x="97409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5" name="object 176">
                <a:extLst>
                  <a:ext uri="{FF2B5EF4-FFF2-40B4-BE49-F238E27FC236}">
                    <a16:creationId xmlns:a16="http://schemas.microsoft.com/office/drawing/2014/main" id="{6319B5F9-0952-49C7-AFC9-2B9DE16BB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4289" y="5206301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6" name="object 177">
                <a:extLst>
                  <a:ext uri="{FF2B5EF4-FFF2-40B4-BE49-F238E27FC236}">
                    <a16:creationId xmlns:a16="http://schemas.microsoft.com/office/drawing/2014/main" id="{FB68CE2F-7C25-43C3-A4DF-EFD53C823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86498" y="5208511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7" name="object 178">
                <a:extLst>
                  <a:ext uri="{FF2B5EF4-FFF2-40B4-BE49-F238E27FC236}">
                    <a16:creationId xmlns:a16="http://schemas.microsoft.com/office/drawing/2014/main" id="{25FFF516-3596-4FF9-860C-2CF159CC59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94601" y="5131168"/>
                <a:ext cx="80010" cy="150495"/>
              </a:xfrm>
              <a:custGeom>
                <a:avLst/>
                <a:gdLst>
                  <a:gd name="T0" fmla="*/ 79730 w 80009"/>
                  <a:gd name="T1" fmla="*/ 150444 h 150495"/>
                  <a:gd name="T2" fmla="*/ 79730 w 80009"/>
                  <a:gd name="T3" fmla="*/ 145846 h 150495"/>
                  <a:gd name="T4" fmla="*/ 4597 w 80009"/>
                  <a:gd name="T5" fmla="*/ 0 h 150495"/>
                  <a:gd name="T6" fmla="*/ 0 w 80009"/>
                  <a:gd name="T7" fmla="*/ 0 h 150495"/>
                  <a:gd name="T8" fmla="*/ 0 w 80009"/>
                  <a:gd name="T9" fmla="*/ 4597 h 150495"/>
                  <a:gd name="T10" fmla="*/ 75133 w 80009"/>
                  <a:gd name="T11" fmla="*/ 150444 h 150495"/>
                  <a:gd name="T12" fmla="*/ 79730 w 80009"/>
                  <a:gd name="T13" fmla="*/ 150444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150495">
                    <a:moveTo>
                      <a:pt x="79730" y="150444"/>
                    </a:moveTo>
                    <a:lnTo>
                      <a:pt x="79730" y="145846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50444"/>
                    </a:lnTo>
                    <a:lnTo>
                      <a:pt x="79730" y="1504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8" name="object 179">
                <a:extLst>
                  <a:ext uri="{FF2B5EF4-FFF2-40B4-BE49-F238E27FC236}">
                    <a16:creationId xmlns:a16="http://schemas.microsoft.com/office/drawing/2014/main" id="{92A989DF-2B98-40F4-AB51-670AE42BB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7100" y="5113489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79" name="object 180">
                <a:extLst>
                  <a:ext uri="{FF2B5EF4-FFF2-40B4-BE49-F238E27FC236}">
                    <a16:creationId xmlns:a16="http://schemas.microsoft.com/office/drawing/2014/main" id="{C7AA1701-2563-4CB6-947E-E988B9DEC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9310" y="5115699"/>
                <a:ext cx="35560" cy="35560"/>
              </a:xfrm>
              <a:custGeom>
                <a:avLst/>
                <a:gdLst>
                  <a:gd name="T0" fmla="*/ 35356 w 35559"/>
                  <a:gd name="T1" fmla="*/ 0 h 35560"/>
                  <a:gd name="T2" fmla="*/ 35356 w 35559"/>
                  <a:gd name="T3" fmla="*/ 35356 h 35560"/>
                  <a:gd name="T4" fmla="*/ 0 w 35559"/>
                  <a:gd name="T5" fmla="*/ 35356 h 35560"/>
                  <a:gd name="T6" fmla="*/ 0 w 35559"/>
                  <a:gd name="T7" fmla="*/ 0 h 35560"/>
                  <a:gd name="T8" fmla="*/ 35356 w 35559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0" name="object 181">
                <a:extLst>
                  <a:ext uri="{FF2B5EF4-FFF2-40B4-BE49-F238E27FC236}">
                    <a16:creationId xmlns:a16="http://schemas.microsoft.com/office/drawing/2014/main" id="{C0835106-C0A2-4D4F-BBE3-3A684DFE0C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9734" y="5148846"/>
                <a:ext cx="80010" cy="133350"/>
              </a:xfrm>
              <a:custGeom>
                <a:avLst/>
                <a:gdLst>
                  <a:gd name="T0" fmla="*/ 79730 w 80009"/>
                  <a:gd name="T1" fmla="*/ 4597 h 133350"/>
                  <a:gd name="T2" fmla="*/ 79730 w 80009"/>
                  <a:gd name="T3" fmla="*/ 0 h 133350"/>
                  <a:gd name="T4" fmla="*/ 75133 w 80009"/>
                  <a:gd name="T5" fmla="*/ 0 h 133350"/>
                  <a:gd name="T6" fmla="*/ 0 w 80009"/>
                  <a:gd name="T7" fmla="*/ 128168 h 133350"/>
                  <a:gd name="T8" fmla="*/ 0 w 80009"/>
                  <a:gd name="T9" fmla="*/ 132765 h 133350"/>
                  <a:gd name="T10" fmla="*/ 4597 w 80009"/>
                  <a:gd name="T11" fmla="*/ 132765 h 133350"/>
                  <a:gd name="T12" fmla="*/ 79730 w 80009"/>
                  <a:gd name="T13" fmla="*/ 4597 h 133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13335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28168"/>
                    </a:lnTo>
                    <a:lnTo>
                      <a:pt x="0" y="132765"/>
                    </a:lnTo>
                    <a:lnTo>
                      <a:pt x="4597" y="132765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1" name="object 182">
                <a:extLst>
                  <a:ext uri="{FF2B5EF4-FFF2-40B4-BE49-F238E27FC236}">
                    <a16:creationId xmlns:a16="http://schemas.microsoft.com/office/drawing/2014/main" id="{8B4BCCE9-A84E-4EBF-A999-CCA8D4770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52234" y="5259336"/>
                <a:ext cx="57785" cy="62230"/>
              </a:xfrm>
              <a:custGeom>
                <a:avLst/>
                <a:gdLst>
                  <a:gd name="T0" fmla="*/ 57454 w 57784"/>
                  <a:gd name="T1" fmla="*/ 61874 h 62229"/>
                  <a:gd name="T2" fmla="*/ 57454 w 57784"/>
                  <a:gd name="T3" fmla="*/ 0 h 62229"/>
                  <a:gd name="T4" fmla="*/ 0 w 57784"/>
                  <a:gd name="T5" fmla="*/ 0 h 62229"/>
                  <a:gd name="T6" fmla="*/ 0 w 57784"/>
                  <a:gd name="T7" fmla="*/ 61874 h 62229"/>
                  <a:gd name="T8" fmla="*/ 57454 w 57784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4" h="62229">
                    <a:moveTo>
                      <a:pt x="57454" y="6187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5745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2" name="object 183">
                <a:extLst>
                  <a:ext uri="{FF2B5EF4-FFF2-40B4-BE49-F238E27FC236}">
                    <a16:creationId xmlns:a16="http://schemas.microsoft.com/office/drawing/2014/main" id="{9D957750-3C2E-42A4-9BE7-9CA0BDF36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54443" y="5261546"/>
                <a:ext cx="35560" cy="40005"/>
              </a:xfrm>
              <a:custGeom>
                <a:avLst/>
                <a:gdLst>
                  <a:gd name="T0" fmla="*/ 35356 w 35559"/>
                  <a:gd name="T1" fmla="*/ 0 h 40004"/>
                  <a:gd name="T2" fmla="*/ 35356 w 35559"/>
                  <a:gd name="T3" fmla="*/ 39776 h 40004"/>
                  <a:gd name="T4" fmla="*/ 0 w 35559"/>
                  <a:gd name="T5" fmla="*/ 39776 h 40004"/>
                  <a:gd name="T6" fmla="*/ 0 w 35559"/>
                  <a:gd name="T7" fmla="*/ 0 h 40004"/>
                  <a:gd name="T8" fmla="*/ 35356 w 35559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3" name="object 184">
                <a:extLst>
                  <a:ext uri="{FF2B5EF4-FFF2-40B4-BE49-F238E27FC236}">
                    <a16:creationId xmlns:a16="http://schemas.microsoft.com/office/drawing/2014/main" id="{29CD319A-CF50-48D7-85F8-0D8312626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4867" y="5148846"/>
                <a:ext cx="75565" cy="44450"/>
              </a:xfrm>
              <a:custGeom>
                <a:avLst/>
                <a:gdLst>
                  <a:gd name="T0" fmla="*/ 75310 w 75565"/>
                  <a:gd name="T1" fmla="*/ 44373 h 44450"/>
                  <a:gd name="T2" fmla="*/ 75310 w 75565"/>
                  <a:gd name="T3" fmla="*/ 39776 h 44450"/>
                  <a:gd name="T4" fmla="*/ 4597 w 75565"/>
                  <a:gd name="T5" fmla="*/ 0 h 44450"/>
                  <a:gd name="T6" fmla="*/ 0 w 75565"/>
                  <a:gd name="T7" fmla="*/ 0 h 44450"/>
                  <a:gd name="T8" fmla="*/ 0 w 75565"/>
                  <a:gd name="T9" fmla="*/ 4597 h 44450"/>
                  <a:gd name="T10" fmla="*/ 70713 w 75565"/>
                  <a:gd name="T11" fmla="*/ 44373 h 44450"/>
                  <a:gd name="T12" fmla="*/ 75310 w 75565"/>
                  <a:gd name="T13" fmla="*/ 44373 h 44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5" h="44450">
                    <a:moveTo>
                      <a:pt x="75310" y="44373"/>
                    </a:moveTo>
                    <a:lnTo>
                      <a:pt x="75310" y="39776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44373"/>
                    </a:lnTo>
                    <a:lnTo>
                      <a:pt x="75310" y="443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4" name="object 185">
                <a:extLst>
                  <a:ext uri="{FF2B5EF4-FFF2-40B4-BE49-F238E27FC236}">
                    <a16:creationId xmlns:a16="http://schemas.microsoft.com/office/drawing/2014/main" id="{76FA3F9D-E059-4FED-941E-4B5E632B3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2947" y="5131168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5" name="object 186">
                <a:extLst>
                  <a:ext uri="{FF2B5EF4-FFF2-40B4-BE49-F238E27FC236}">
                    <a16:creationId xmlns:a16="http://schemas.microsoft.com/office/drawing/2014/main" id="{39280F1A-7BC4-4CB1-A775-ACC7B4659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5157" y="5133378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6" name="object 187">
                <a:extLst>
                  <a:ext uri="{FF2B5EF4-FFF2-40B4-BE49-F238E27FC236}">
                    <a16:creationId xmlns:a16="http://schemas.microsoft.com/office/drawing/2014/main" id="{D1998874-056B-4D6A-B2FF-5ECB678F4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5581" y="5002999"/>
                <a:ext cx="80010" cy="190500"/>
              </a:xfrm>
              <a:custGeom>
                <a:avLst/>
                <a:gdLst>
                  <a:gd name="T0" fmla="*/ 79730 w 80009"/>
                  <a:gd name="T1" fmla="*/ 4597 h 190500"/>
                  <a:gd name="T2" fmla="*/ 79730 w 80009"/>
                  <a:gd name="T3" fmla="*/ 0 h 190500"/>
                  <a:gd name="T4" fmla="*/ 75133 w 80009"/>
                  <a:gd name="T5" fmla="*/ 0 h 190500"/>
                  <a:gd name="T6" fmla="*/ 0 w 80009"/>
                  <a:gd name="T7" fmla="*/ 185623 h 190500"/>
                  <a:gd name="T8" fmla="*/ 0 w 80009"/>
                  <a:gd name="T9" fmla="*/ 190220 h 190500"/>
                  <a:gd name="T10" fmla="*/ 4597 w 80009"/>
                  <a:gd name="T11" fmla="*/ 190220 h 190500"/>
                  <a:gd name="T12" fmla="*/ 79730 w 80009"/>
                  <a:gd name="T13" fmla="*/ 4597 h 190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19050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85623"/>
                    </a:lnTo>
                    <a:lnTo>
                      <a:pt x="0" y="190220"/>
                    </a:lnTo>
                    <a:lnTo>
                      <a:pt x="4597" y="190220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7" name="object 188">
                <a:extLst>
                  <a:ext uri="{FF2B5EF4-FFF2-40B4-BE49-F238E27FC236}">
                    <a16:creationId xmlns:a16="http://schemas.microsoft.com/office/drawing/2014/main" id="{B50BFC16-64E5-44AD-8043-DC072EB4CA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98080" y="5166524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8" name="object 189">
                <a:extLst>
                  <a:ext uri="{FF2B5EF4-FFF2-40B4-BE49-F238E27FC236}">
                    <a16:creationId xmlns:a16="http://schemas.microsoft.com/office/drawing/2014/main" id="{0809350A-5E3E-4F83-9F76-F4FBC4EC1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0290" y="5168734"/>
                <a:ext cx="35560" cy="40005"/>
              </a:xfrm>
              <a:custGeom>
                <a:avLst/>
                <a:gdLst>
                  <a:gd name="T0" fmla="*/ 35356 w 35559"/>
                  <a:gd name="T1" fmla="*/ 0 h 40004"/>
                  <a:gd name="T2" fmla="*/ 35356 w 35559"/>
                  <a:gd name="T3" fmla="*/ 39776 h 40004"/>
                  <a:gd name="T4" fmla="*/ 0 w 35559"/>
                  <a:gd name="T5" fmla="*/ 39776 h 40004"/>
                  <a:gd name="T6" fmla="*/ 0 w 35559"/>
                  <a:gd name="T7" fmla="*/ 0 h 40004"/>
                  <a:gd name="T8" fmla="*/ 35356 w 35559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89" name="object 190">
                <a:extLst>
                  <a:ext uri="{FF2B5EF4-FFF2-40B4-BE49-F238E27FC236}">
                    <a16:creationId xmlns:a16="http://schemas.microsoft.com/office/drawing/2014/main" id="{F88382AD-4F94-404A-A725-0095D619C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0714" y="5002999"/>
                <a:ext cx="80010" cy="22860"/>
              </a:xfrm>
              <a:custGeom>
                <a:avLst/>
                <a:gdLst>
                  <a:gd name="T0" fmla="*/ 79730 w 80009"/>
                  <a:gd name="T1" fmla="*/ 22275 h 22860"/>
                  <a:gd name="T2" fmla="*/ 79730 w 80009"/>
                  <a:gd name="T3" fmla="*/ 17678 h 22860"/>
                  <a:gd name="T4" fmla="*/ 4597 w 80009"/>
                  <a:gd name="T5" fmla="*/ 0 h 22860"/>
                  <a:gd name="T6" fmla="*/ 0 w 80009"/>
                  <a:gd name="T7" fmla="*/ 0 h 22860"/>
                  <a:gd name="T8" fmla="*/ 0 w 80009"/>
                  <a:gd name="T9" fmla="*/ 4597 h 22860"/>
                  <a:gd name="T10" fmla="*/ 75133 w 80009"/>
                  <a:gd name="T11" fmla="*/ 22275 h 22860"/>
                  <a:gd name="T12" fmla="*/ 79730 w 80009"/>
                  <a:gd name="T13" fmla="*/ 22275 h 22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22860">
                    <a:moveTo>
                      <a:pt x="79730" y="22275"/>
                    </a:moveTo>
                    <a:lnTo>
                      <a:pt x="79730" y="1767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22275"/>
                    </a:lnTo>
                    <a:lnTo>
                      <a:pt x="79730" y="222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0" name="object 191">
                <a:extLst>
                  <a:ext uri="{FF2B5EF4-FFF2-40B4-BE49-F238E27FC236}">
                    <a16:creationId xmlns:a16="http://schemas.microsoft.com/office/drawing/2014/main" id="{3971E141-6A8E-4F85-A0C8-A5E17AA9F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3213" y="4985321"/>
                <a:ext cx="57785" cy="57785"/>
              </a:xfrm>
              <a:custGeom>
                <a:avLst/>
                <a:gdLst>
                  <a:gd name="T0" fmla="*/ 57454 w 57784"/>
                  <a:gd name="T1" fmla="*/ 57454 h 57785"/>
                  <a:gd name="T2" fmla="*/ 57454 w 57784"/>
                  <a:gd name="T3" fmla="*/ 0 h 57785"/>
                  <a:gd name="T4" fmla="*/ 0 w 57784"/>
                  <a:gd name="T5" fmla="*/ 0 h 57785"/>
                  <a:gd name="T6" fmla="*/ 0 w 57784"/>
                  <a:gd name="T7" fmla="*/ 57454 h 57785"/>
                  <a:gd name="T8" fmla="*/ 57454 w 57784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4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1" name="object 192">
                <a:extLst>
                  <a:ext uri="{FF2B5EF4-FFF2-40B4-BE49-F238E27FC236}">
                    <a16:creationId xmlns:a16="http://schemas.microsoft.com/office/drawing/2014/main" id="{40EA1C77-E168-4EB1-963E-CE01C0191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5423" y="4987531"/>
                <a:ext cx="35560" cy="35560"/>
              </a:xfrm>
              <a:custGeom>
                <a:avLst/>
                <a:gdLst>
                  <a:gd name="T0" fmla="*/ 35356 w 35559"/>
                  <a:gd name="T1" fmla="*/ 0 h 35560"/>
                  <a:gd name="T2" fmla="*/ 35356 w 35559"/>
                  <a:gd name="T3" fmla="*/ 35356 h 35560"/>
                  <a:gd name="T4" fmla="*/ 0 w 35559"/>
                  <a:gd name="T5" fmla="*/ 35356 h 35560"/>
                  <a:gd name="T6" fmla="*/ 0 w 35559"/>
                  <a:gd name="T7" fmla="*/ 0 h 35560"/>
                  <a:gd name="T8" fmla="*/ 35356 w 35559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2" name="object 193">
                <a:extLst>
                  <a:ext uri="{FF2B5EF4-FFF2-40B4-BE49-F238E27FC236}">
                    <a16:creationId xmlns:a16="http://schemas.microsoft.com/office/drawing/2014/main" id="{251C7ACF-0781-4273-A75E-BFD5C6EA5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5847" y="4945545"/>
                <a:ext cx="75565" cy="80010"/>
              </a:xfrm>
              <a:custGeom>
                <a:avLst/>
                <a:gdLst>
                  <a:gd name="T0" fmla="*/ 75310 w 75565"/>
                  <a:gd name="T1" fmla="*/ 4597 h 80010"/>
                  <a:gd name="T2" fmla="*/ 75310 w 75565"/>
                  <a:gd name="T3" fmla="*/ 0 h 80010"/>
                  <a:gd name="T4" fmla="*/ 70713 w 75565"/>
                  <a:gd name="T5" fmla="*/ 0 h 80010"/>
                  <a:gd name="T6" fmla="*/ 0 w 75565"/>
                  <a:gd name="T7" fmla="*/ 75133 h 80010"/>
                  <a:gd name="T8" fmla="*/ 0 w 75565"/>
                  <a:gd name="T9" fmla="*/ 79730 h 80010"/>
                  <a:gd name="T10" fmla="*/ 4597 w 75565"/>
                  <a:gd name="T11" fmla="*/ 79730 h 80010"/>
                  <a:gd name="T12" fmla="*/ 75310 w 75565"/>
                  <a:gd name="T13" fmla="*/ 4597 h 80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5" h="80010">
                    <a:moveTo>
                      <a:pt x="75310" y="4597"/>
                    </a:moveTo>
                    <a:lnTo>
                      <a:pt x="75310" y="0"/>
                    </a:lnTo>
                    <a:lnTo>
                      <a:pt x="70713" y="0"/>
                    </a:lnTo>
                    <a:lnTo>
                      <a:pt x="0" y="75133"/>
                    </a:lnTo>
                    <a:lnTo>
                      <a:pt x="0" y="79730"/>
                    </a:lnTo>
                    <a:lnTo>
                      <a:pt x="4597" y="79730"/>
                    </a:lnTo>
                    <a:lnTo>
                      <a:pt x="7531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3" name="object 194">
                <a:extLst>
                  <a:ext uri="{FF2B5EF4-FFF2-40B4-BE49-F238E27FC236}">
                    <a16:creationId xmlns:a16="http://schemas.microsoft.com/office/drawing/2014/main" id="{0FC63982-C389-46F8-959C-9DB1FC5FC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3927" y="5002999"/>
                <a:ext cx="62230" cy="57785"/>
              </a:xfrm>
              <a:custGeom>
                <a:avLst/>
                <a:gdLst>
                  <a:gd name="T0" fmla="*/ 61874 w 62229"/>
                  <a:gd name="T1" fmla="*/ 57454 h 57785"/>
                  <a:gd name="T2" fmla="*/ 61874 w 62229"/>
                  <a:gd name="T3" fmla="*/ 0 h 57785"/>
                  <a:gd name="T4" fmla="*/ 0 w 62229"/>
                  <a:gd name="T5" fmla="*/ 0 h 57785"/>
                  <a:gd name="T6" fmla="*/ 0 w 62229"/>
                  <a:gd name="T7" fmla="*/ 57454 h 57785"/>
                  <a:gd name="T8" fmla="*/ 61874 w 62229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57785">
                    <a:moveTo>
                      <a:pt x="61874" y="5745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6187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4" name="object 195">
                <a:extLst>
                  <a:ext uri="{FF2B5EF4-FFF2-40B4-BE49-F238E27FC236}">
                    <a16:creationId xmlns:a16="http://schemas.microsoft.com/office/drawing/2014/main" id="{36B28AC1-9F92-489A-81D8-DFD7BA344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6137" y="5005209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5" name="object 196">
                <a:extLst>
                  <a:ext uri="{FF2B5EF4-FFF2-40B4-BE49-F238E27FC236}">
                    <a16:creationId xmlns:a16="http://schemas.microsoft.com/office/drawing/2014/main" id="{FF2B344D-DEA5-400A-B811-636B3E4EE6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6561" y="4945545"/>
                <a:ext cx="80010" cy="172720"/>
              </a:xfrm>
              <a:custGeom>
                <a:avLst/>
                <a:gdLst>
                  <a:gd name="T0" fmla="*/ 79730 w 80009"/>
                  <a:gd name="T1" fmla="*/ 172542 h 172720"/>
                  <a:gd name="T2" fmla="*/ 79730 w 80009"/>
                  <a:gd name="T3" fmla="*/ 167944 h 172720"/>
                  <a:gd name="T4" fmla="*/ 4597 w 80009"/>
                  <a:gd name="T5" fmla="*/ 0 h 172720"/>
                  <a:gd name="T6" fmla="*/ 0 w 80009"/>
                  <a:gd name="T7" fmla="*/ 0 h 172720"/>
                  <a:gd name="T8" fmla="*/ 0 w 80009"/>
                  <a:gd name="T9" fmla="*/ 4597 h 172720"/>
                  <a:gd name="T10" fmla="*/ 75133 w 80009"/>
                  <a:gd name="T11" fmla="*/ 172542 h 172720"/>
                  <a:gd name="T12" fmla="*/ 79730 w 80009"/>
                  <a:gd name="T13" fmla="*/ 172542 h 172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172720">
                    <a:moveTo>
                      <a:pt x="79730" y="172542"/>
                    </a:moveTo>
                    <a:lnTo>
                      <a:pt x="79730" y="167944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172542"/>
                    </a:lnTo>
                    <a:lnTo>
                      <a:pt x="79730" y="1725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6" name="object 197">
                <a:extLst>
                  <a:ext uri="{FF2B5EF4-FFF2-40B4-BE49-F238E27FC236}">
                    <a16:creationId xmlns:a16="http://schemas.microsoft.com/office/drawing/2014/main" id="{6D4AEFC2-533C-4320-8455-7CA79A5A8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9060" y="4927866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7" name="object 198">
                <a:extLst>
                  <a:ext uri="{FF2B5EF4-FFF2-40B4-BE49-F238E27FC236}">
                    <a16:creationId xmlns:a16="http://schemas.microsoft.com/office/drawing/2014/main" id="{3235AA75-083C-430E-9E0B-29C4FDD91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1270" y="4930076"/>
                <a:ext cx="35560" cy="40005"/>
              </a:xfrm>
              <a:custGeom>
                <a:avLst/>
                <a:gdLst>
                  <a:gd name="T0" fmla="*/ 35356 w 35559"/>
                  <a:gd name="T1" fmla="*/ 0 h 40004"/>
                  <a:gd name="T2" fmla="*/ 35356 w 35559"/>
                  <a:gd name="T3" fmla="*/ 39776 h 40004"/>
                  <a:gd name="T4" fmla="*/ 0 w 35559"/>
                  <a:gd name="T5" fmla="*/ 39776 h 40004"/>
                  <a:gd name="T6" fmla="*/ 0 w 35559"/>
                  <a:gd name="T7" fmla="*/ 0 h 40004"/>
                  <a:gd name="T8" fmla="*/ 35356 w 35559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8" name="object 199">
                <a:extLst>
                  <a:ext uri="{FF2B5EF4-FFF2-40B4-BE49-F238E27FC236}">
                    <a16:creationId xmlns:a16="http://schemas.microsoft.com/office/drawing/2014/main" id="{08C3E6AD-7C0E-42A3-AD72-355A637502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1694" y="5038356"/>
                <a:ext cx="80010" cy="80010"/>
              </a:xfrm>
              <a:custGeom>
                <a:avLst/>
                <a:gdLst>
                  <a:gd name="T0" fmla="*/ 79730 w 80009"/>
                  <a:gd name="T1" fmla="*/ 4597 h 80010"/>
                  <a:gd name="T2" fmla="*/ 79730 w 80009"/>
                  <a:gd name="T3" fmla="*/ 0 h 80010"/>
                  <a:gd name="T4" fmla="*/ 75133 w 80009"/>
                  <a:gd name="T5" fmla="*/ 0 h 80010"/>
                  <a:gd name="T6" fmla="*/ 0 w 80009"/>
                  <a:gd name="T7" fmla="*/ 75133 h 80010"/>
                  <a:gd name="T8" fmla="*/ 0 w 80009"/>
                  <a:gd name="T9" fmla="*/ 79730 h 80010"/>
                  <a:gd name="T10" fmla="*/ 4597 w 80009"/>
                  <a:gd name="T11" fmla="*/ 79730 h 80010"/>
                  <a:gd name="T12" fmla="*/ 79730 w 80009"/>
                  <a:gd name="T13" fmla="*/ 4597 h 80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80010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75133"/>
                    </a:lnTo>
                    <a:lnTo>
                      <a:pt x="0" y="79730"/>
                    </a:lnTo>
                    <a:lnTo>
                      <a:pt x="4597" y="79730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899" name="object 200">
                <a:extLst>
                  <a:ext uri="{FF2B5EF4-FFF2-40B4-BE49-F238E27FC236}">
                    <a16:creationId xmlns:a16="http://schemas.microsoft.com/office/drawing/2014/main" id="{03A46FFC-B1F2-4188-A46C-A20F857CE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4193" y="5095811"/>
                <a:ext cx="57785" cy="57785"/>
              </a:xfrm>
              <a:custGeom>
                <a:avLst/>
                <a:gdLst>
                  <a:gd name="T0" fmla="*/ 57454 w 57784"/>
                  <a:gd name="T1" fmla="*/ 57454 h 57785"/>
                  <a:gd name="T2" fmla="*/ 57454 w 57784"/>
                  <a:gd name="T3" fmla="*/ 0 h 57785"/>
                  <a:gd name="T4" fmla="*/ 0 w 57784"/>
                  <a:gd name="T5" fmla="*/ 0 h 57785"/>
                  <a:gd name="T6" fmla="*/ 0 w 57784"/>
                  <a:gd name="T7" fmla="*/ 57454 h 57785"/>
                  <a:gd name="T8" fmla="*/ 57454 w 57784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4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0" name="object 201">
                <a:extLst>
                  <a:ext uri="{FF2B5EF4-FFF2-40B4-BE49-F238E27FC236}">
                    <a16:creationId xmlns:a16="http://schemas.microsoft.com/office/drawing/2014/main" id="{F2361C5F-E921-4B04-A2D1-038C6BBD5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6403" y="5098021"/>
                <a:ext cx="35560" cy="35560"/>
              </a:xfrm>
              <a:custGeom>
                <a:avLst/>
                <a:gdLst>
                  <a:gd name="T0" fmla="*/ 35356 w 35559"/>
                  <a:gd name="T1" fmla="*/ 0 h 35560"/>
                  <a:gd name="T2" fmla="*/ 35356 w 35559"/>
                  <a:gd name="T3" fmla="*/ 35356 h 35560"/>
                  <a:gd name="T4" fmla="*/ 0 w 35559"/>
                  <a:gd name="T5" fmla="*/ 35356 h 35560"/>
                  <a:gd name="T6" fmla="*/ 0 w 35559"/>
                  <a:gd name="T7" fmla="*/ 0 h 35560"/>
                  <a:gd name="T8" fmla="*/ 35356 w 35559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1" name="object 202">
                <a:extLst>
                  <a:ext uri="{FF2B5EF4-FFF2-40B4-BE49-F238E27FC236}">
                    <a16:creationId xmlns:a16="http://schemas.microsoft.com/office/drawing/2014/main" id="{15A35EBC-8F0E-478F-8C0E-2A85C91AE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6827" y="5038356"/>
                <a:ext cx="75565" cy="22860"/>
              </a:xfrm>
              <a:custGeom>
                <a:avLst/>
                <a:gdLst>
                  <a:gd name="T0" fmla="*/ 75310 w 75565"/>
                  <a:gd name="T1" fmla="*/ 22275 h 22860"/>
                  <a:gd name="T2" fmla="*/ 75310 w 75565"/>
                  <a:gd name="T3" fmla="*/ 17678 h 22860"/>
                  <a:gd name="T4" fmla="*/ 4597 w 75565"/>
                  <a:gd name="T5" fmla="*/ 0 h 22860"/>
                  <a:gd name="T6" fmla="*/ 0 w 75565"/>
                  <a:gd name="T7" fmla="*/ 0 h 22860"/>
                  <a:gd name="T8" fmla="*/ 0 w 75565"/>
                  <a:gd name="T9" fmla="*/ 4597 h 22860"/>
                  <a:gd name="T10" fmla="*/ 70713 w 75565"/>
                  <a:gd name="T11" fmla="*/ 22275 h 22860"/>
                  <a:gd name="T12" fmla="*/ 75310 w 75565"/>
                  <a:gd name="T13" fmla="*/ 22275 h 22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565" h="22860">
                    <a:moveTo>
                      <a:pt x="75310" y="22275"/>
                    </a:moveTo>
                    <a:lnTo>
                      <a:pt x="75310" y="17678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0713" y="22275"/>
                    </a:lnTo>
                    <a:lnTo>
                      <a:pt x="75310" y="222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2" name="object 203">
                <a:extLst>
                  <a:ext uri="{FF2B5EF4-FFF2-40B4-BE49-F238E27FC236}">
                    <a16:creationId xmlns:a16="http://schemas.microsoft.com/office/drawing/2014/main" id="{0AB80CFF-EB40-4390-82DA-CF8D60748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4907" y="5020678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3" name="object 204">
                <a:extLst>
                  <a:ext uri="{FF2B5EF4-FFF2-40B4-BE49-F238E27FC236}">
                    <a16:creationId xmlns:a16="http://schemas.microsoft.com/office/drawing/2014/main" id="{9DF1B483-7BB3-445E-80E2-84929AE8C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7117" y="5022887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4" name="object 205">
                <a:extLst>
                  <a:ext uri="{FF2B5EF4-FFF2-40B4-BE49-F238E27FC236}">
                    <a16:creationId xmlns:a16="http://schemas.microsoft.com/office/drawing/2014/main" id="{D649DF9B-B123-4B5D-9D20-10A11DCA5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7541" y="4874831"/>
                <a:ext cx="80010" cy="186055"/>
              </a:xfrm>
              <a:custGeom>
                <a:avLst/>
                <a:gdLst>
                  <a:gd name="T0" fmla="*/ 79730 w 80009"/>
                  <a:gd name="T1" fmla="*/ 4597 h 186054"/>
                  <a:gd name="T2" fmla="*/ 79730 w 80009"/>
                  <a:gd name="T3" fmla="*/ 0 h 186054"/>
                  <a:gd name="T4" fmla="*/ 75133 w 80009"/>
                  <a:gd name="T5" fmla="*/ 0 h 186054"/>
                  <a:gd name="T6" fmla="*/ 0 w 80009"/>
                  <a:gd name="T7" fmla="*/ 181203 h 186054"/>
                  <a:gd name="T8" fmla="*/ 0 w 80009"/>
                  <a:gd name="T9" fmla="*/ 185800 h 186054"/>
                  <a:gd name="T10" fmla="*/ 4597 w 80009"/>
                  <a:gd name="T11" fmla="*/ 185800 h 186054"/>
                  <a:gd name="T12" fmla="*/ 79730 w 80009"/>
                  <a:gd name="T13" fmla="*/ 4597 h 186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186054">
                    <a:moveTo>
                      <a:pt x="79730" y="4597"/>
                    </a:moveTo>
                    <a:lnTo>
                      <a:pt x="79730" y="0"/>
                    </a:lnTo>
                    <a:lnTo>
                      <a:pt x="75133" y="0"/>
                    </a:lnTo>
                    <a:lnTo>
                      <a:pt x="0" y="181203"/>
                    </a:lnTo>
                    <a:lnTo>
                      <a:pt x="0" y="185800"/>
                    </a:lnTo>
                    <a:lnTo>
                      <a:pt x="4597" y="185800"/>
                    </a:lnTo>
                    <a:lnTo>
                      <a:pt x="79730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5" name="object 206">
                <a:extLst>
                  <a:ext uri="{FF2B5EF4-FFF2-40B4-BE49-F238E27FC236}">
                    <a16:creationId xmlns:a16="http://schemas.microsoft.com/office/drawing/2014/main" id="{4D9B9516-BE3B-46F9-99CA-BEC6D91CB1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0040" y="5038356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6" name="object 207">
                <a:extLst>
                  <a:ext uri="{FF2B5EF4-FFF2-40B4-BE49-F238E27FC236}">
                    <a16:creationId xmlns:a16="http://schemas.microsoft.com/office/drawing/2014/main" id="{C2836F32-7078-48AD-AB14-6002B8FFF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2250" y="5040566"/>
                <a:ext cx="35560" cy="40005"/>
              </a:xfrm>
              <a:custGeom>
                <a:avLst/>
                <a:gdLst>
                  <a:gd name="T0" fmla="*/ 35356 w 35559"/>
                  <a:gd name="T1" fmla="*/ 0 h 40004"/>
                  <a:gd name="T2" fmla="*/ 35356 w 35559"/>
                  <a:gd name="T3" fmla="*/ 39776 h 40004"/>
                  <a:gd name="T4" fmla="*/ 0 w 35559"/>
                  <a:gd name="T5" fmla="*/ 39776 h 40004"/>
                  <a:gd name="T6" fmla="*/ 0 w 35559"/>
                  <a:gd name="T7" fmla="*/ 0 h 40004"/>
                  <a:gd name="T8" fmla="*/ 35356 w 35559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40004">
                    <a:moveTo>
                      <a:pt x="35356" y="0"/>
                    </a:moveTo>
                    <a:lnTo>
                      <a:pt x="3535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7" name="object 208">
                <a:extLst>
                  <a:ext uri="{FF2B5EF4-FFF2-40B4-BE49-F238E27FC236}">
                    <a16:creationId xmlns:a16="http://schemas.microsoft.com/office/drawing/2014/main" id="{DEF18882-BD1E-4C53-868B-6D882236F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32674" y="4874831"/>
                <a:ext cx="80010" cy="208279"/>
              </a:xfrm>
              <a:custGeom>
                <a:avLst/>
                <a:gdLst>
                  <a:gd name="T0" fmla="*/ 79730 w 80009"/>
                  <a:gd name="T1" fmla="*/ 207898 h 208279"/>
                  <a:gd name="T2" fmla="*/ 79730 w 80009"/>
                  <a:gd name="T3" fmla="*/ 203301 h 208279"/>
                  <a:gd name="T4" fmla="*/ 4597 w 80009"/>
                  <a:gd name="T5" fmla="*/ 0 h 208279"/>
                  <a:gd name="T6" fmla="*/ 0 w 80009"/>
                  <a:gd name="T7" fmla="*/ 0 h 208279"/>
                  <a:gd name="T8" fmla="*/ 0 w 80009"/>
                  <a:gd name="T9" fmla="*/ 4597 h 208279"/>
                  <a:gd name="T10" fmla="*/ 75133 w 80009"/>
                  <a:gd name="T11" fmla="*/ 207898 h 208279"/>
                  <a:gd name="T12" fmla="*/ 79730 w 80009"/>
                  <a:gd name="T13" fmla="*/ 207898 h 208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09" h="208279">
                    <a:moveTo>
                      <a:pt x="79730" y="207898"/>
                    </a:moveTo>
                    <a:lnTo>
                      <a:pt x="79730" y="203301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207898"/>
                    </a:lnTo>
                    <a:lnTo>
                      <a:pt x="79730" y="2078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8" name="object 209">
                <a:extLst>
                  <a:ext uri="{FF2B5EF4-FFF2-40B4-BE49-F238E27FC236}">
                    <a16:creationId xmlns:a16="http://schemas.microsoft.com/office/drawing/2014/main" id="{0D77D51B-3F9B-4B17-A571-9649398CA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5173" y="4857153"/>
                <a:ext cx="57785" cy="57785"/>
              </a:xfrm>
              <a:custGeom>
                <a:avLst/>
                <a:gdLst>
                  <a:gd name="T0" fmla="*/ 57454 w 57784"/>
                  <a:gd name="T1" fmla="*/ 57454 h 57785"/>
                  <a:gd name="T2" fmla="*/ 57454 w 57784"/>
                  <a:gd name="T3" fmla="*/ 0 h 57785"/>
                  <a:gd name="T4" fmla="*/ 0 w 57784"/>
                  <a:gd name="T5" fmla="*/ 0 h 57785"/>
                  <a:gd name="T6" fmla="*/ 0 w 57784"/>
                  <a:gd name="T7" fmla="*/ 57454 h 57785"/>
                  <a:gd name="T8" fmla="*/ 57454 w 57784"/>
                  <a:gd name="T9" fmla="*/ 57454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784" h="57785">
                    <a:moveTo>
                      <a:pt x="57454" y="57454"/>
                    </a:moveTo>
                    <a:lnTo>
                      <a:pt x="57454" y="0"/>
                    </a:lnTo>
                    <a:lnTo>
                      <a:pt x="0" y="0"/>
                    </a:lnTo>
                    <a:lnTo>
                      <a:pt x="0" y="57454"/>
                    </a:lnTo>
                    <a:lnTo>
                      <a:pt x="57454" y="574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09" name="object 210">
                <a:extLst>
                  <a:ext uri="{FF2B5EF4-FFF2-40B4-BE49-F238E27FC236}">
                    <a16:creationId xmlns:a16="http://schemas.microsoft.com/office/drawing/2014/main" id="{928CB9BF-9139-4CE4-B3E9-893A788A9C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7383" y="4859362"/>
                <a:ext cx="35560" cy="35560"/>
              </a:xfrm>
              <a:custGeom>
                <a:avLst/>
                <a:gdLst>
                  <a:gd name="T0" fmla="*/ 35356 w 35559"/>
                  <a:gd name="T1" fmla="*/ 0 h 35560"/>
                  <a:gd name="T2" fmla="*/ 35356 w 35559"/>
                  <a:gd name="T3" fmla="*/ 35356 h 35560"/>
                  <a:gd name="T4" fmla="*/ 0 w 35559"/>
                  <a:gd name="T5" fmla="*/ 35356 h 35560"/>
                  <a:gd name="T6" fmla="*/ 0 w 35559"/>
                  <a:gd name="T7" fmla="*/ 0 h 35560"/>
                  <a:gd name="T8" fmla="*/ 35356 w 35559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59" h="35560">
                    <a:moveTo>
                      <a:pt x="35356" y="0"/>
                    </a:moveTo>
                    <a:lnTo>
                      <a:pt x="3535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535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10" name="object 211">
                <a:extLst>
                  <a:ext uri="{FF2B5EF4-FFF2-40B4-BE49-F238E27FC236}">
                    <a16:creationId xmlns:a16="http://schemas.microsoft.com/office/drawing/2014/main" id="{F294893D-E291-4FCF-99EB-33B0142D77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5887" y="5056034"/>
                <a:ext cx="62230" cy="62230"/>
              </a:xfrm>
              <a:custGeom>
                <a:avLst/>
                <a:gdLst>
                  <a:gd name="T0" fmla="*/ 61874 w 62229"/>
                  <a:gd name="T1" fmla="*/ 61874 h 62229"/>
                  <a:gd name="T2" fmla="*/ 61874 w 62229"/>
                  <a:gd name="T3" fmla="*/ 0 h 62229"/>
                  <a:gd name="T4" fmla="*/ 0 w 62229"/>
                  <a:gd name="T5" fmla="*/ 0 h 62229"/>
                  <a:gd name="T6" fmla="*/ 0 w 62229"/>
                  <a:gd name="T7" fmla="*/ 61874 h 62229"/>
                  <a:gd name="T8" fmla="*/ 61874 w 62229"/>
                  <a:gd name="T9" fmla="*/ 61874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29" h="62229">
                    <a:moveTo>
                      <a:pt x="61874" y="61874"/>
                    </a:moveTo>
                    <a:lnTo>
                      <a:pt x="61874" y="0"/>
                    </a:lnTo>
                    <a:lnTo>
                      <a:pt x="0" y="0"/>
                    </a:lnTo>
                    <a:lnTo>
                      <a:pt x="0" y="61874"/>
                    </a:lnTo>
                    <a:lnTo>
                      <a:pt x="61874" y="618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11" name="object 212">
                <a:extLst>
                  <a:ext uri="{FF2B5EF4-FFF2-40B4-BE49-F238E27FC236}">
                    <a16:creationId xmlns:a16="http://schemas.microsoft.com/office/drawing/2014/main" id="{6B774604-49FA-48E2-AC44-74B665F078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8097" y="5058244"/>
                <a:ext cx="40005" cy="40005"/>
              </a:xfrm>
              <a:custGeom>
                <a:avLst/>
                <a:gdLst>
                  <a:gd name="T0" fmla="*/ 39776 w 40004"/>
                  <a:gd name="T1" fmla="*/ 0 h 40004"/>
                  <a:gd name="T2" fmla="*/ 39776 w 40004"/>
                  <a:gd name="T3" fmla="*/ 39776 h 40004"/>
                  <a:gd name="T4" fmla="*/ 0 w 40004"/>
                  <a:gd name="T5" fmla="*/ 39776 h 40004"/>
                  <a:gd name="T6" fmla="*/ 0 w 40004"/>
                  <a:gd name="T7" fmla="*/ 0 h 40004"/>
                  <a:gd name="T8" fmla="*/ 39776 w 40004"/>
                  <a:gd name="T9" fmla="*/ 0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40004">
                    <a:moveTo>
                      <a:pt x="39776" y="0"/>
                    </a:moveTo>
                    <a:lnTo>
                      <a:pt x="39776" y="39776"/>
                    </a:lnTo>
                    <a:lnTo>
                      <a:pt x="0" y="3977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12" name="object 213">
                <a:extLst>
                  <a:ext uri="{FF2B5EF4-FFF2-40B4-BE49-F238E27FC236}">
                    <a16:creationId xmlns:a16="http://schemas.microsoft.com/office/drawing/2014/main" id="{6202CCD0-0C10-4CED-B5C5-C7D39440D2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1338" y="4105820"/>
                <a:ext cx="22275" cy="11360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13" name="object 214">
                <a:extLst>
                  <a:ext uri="{FF2B5EF4-FFF2-40B4-BE49-F238E27FC236}">
                    <a16:creationId xmlns:a16="http://schemas.microsoft.com/office/drawing/2014/main" id="{BEDDCF21-9333-4539-AA93-A44C1A42F7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8359" y="4945545"/>
                <a:ext cx="8889" cy="7780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14" name="object 215">
                <a:extLst>
                  <a:ext uri="{FF2B5EF4-FFF2-40B4-BE49-F238E27FC236}">
                    <a16:creationId xmlns:a16="http://schemas.microsoft.com/office/drawing/2014/main" id="{71F4E0FA-F5B2-4792-821F-6ADCB5288C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36028" y="5197462"/>
                <a:ext cx="4597" cy="5968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15" name="object 216">
                <a:extLst>
                  <a:ext uri="{FF2B5EF4-FFF2-40B4-BE49-F238E27FC236}">
                    <a16:creationId xmlns:a16="http://schemas.microsoft.com/office/drawing/2014/main" id="{5C888A30-F564-42CC-AB2A-B039839582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98435" y="5170944"/>
                <a:ext cx="4597" cy="10741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16" name="object 217">
                <a:extLst>
                  <a:ext uri="{FF2B5EF4-FFF2-40B4-BE49-F238E27FC236}">
                    <a16:creationId xmlns:a16="http://schemas.microsoft.com/office/drawing/2014/main" id="{A9892DB4-8184-4A6D-9A5B-0CEA50B0E5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34589" y="4004170"/>
                <a:ext cx="5080" cy="381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17" name="object 218">
                <a:extLst>
                  <a:ext uri="{FF2B5EF4-FFF2-40B4-BE49-F238E27FC236}">
                    <a16:creationId xmlns:a16="http://schemas.microsoft.com/office/drawing/2014/main" id="{43A25163-095E-4F4A-896B-2666806150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39669" y="4479302"/>
                <a:ext cx="5079" cy="408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18" name="object 219">
                <a:extLst>
                  <a:ext uri="{FF2B5EF4-FFF2-40B4-BE49-F238E27FC236}">
                    <a16:creationId xmlns:a16="http://schemas.microsoft.com/office/drawing/2014/main" id="{02FEC12C-741D-49FB-9040-7DB0E5C91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724" y="4587557"/>
                <a:ext cx="7111365" cy="1812289"/>
              </a:xfrm>
              <a:custGeom>
                <a:avLst/>
                <a:gdLst>
                  <a:gd name="T0" fmla="*/ 77431 w 7111365"/>
                  <a:gd name="T1" fmla="*/ 1776857 h 1812289"/>
                  <a:gd name="T2" fmla="*/ 223278 w 7111365"/>
                  <a:gd name="T3" fmla="*/ 1776857 h 1812289"/>
                  <a:gd name="T4" fmla="*/ 373545 w 7111365"/>
                  <a:gd name="T5" fmla="*/ 1812213 h 1812289"/>
                  <a:gd name="T6" fmla="*/ 519391 w 7111365"/>
                  <a:gd name="T7" fmla="*/ 1776857 h 1812289"/>
                  <a:gd name="T8" fmla="*/ 669658 w 7111365"/>
                  <a:gd name="T9" fmla="*/ 1776857 h 1812289"/>
                  <a:gd name="T10" fmla="*/ 815505 w 7111365"/>
                  <a:gd name="T11" fmla="*/ 1776857 h 1812289"/>
                  <a:gd name="T12" fmla="*/ 965771 w 7111365"/>
                  <a:gd name="T13" fmla="*/ 1776857 h 1812289"/>
                  <a:gd name="T14" fmla="*/ 1111618 w 7111365"/>
                  <a:gd name="T15" fmla="*/ 1812213 h 1812289"/>
                  <a:gd name="T16" fmla="*/ 1261884 w 7111365"/>
                  <a:gd name="T17" fmla="*/ 1776857 h 1812289"/>
                  <a:gd name="T18" fmla="*/ 1407731 w 7111365"/>
                  <a:gd name="T19" fmla="*/ 1776857 h 1812289"/>
                  <a:gd name="T20" fmla="*/ 1557997 w 7111365"/>
                  <a:gd name="T21" fmla="*/ 1776857 h 1812289"/>
                  <a:gd name="T22" fmla="*/ 1703844 w 7111365"/>
                  <a:gd name="T23" fmla="*/ 1776857 h 1812289"/>
                  <a:gd name="T24" fmla="*/ 1854111 w 7111365"/>
                  <a:gd name="T25" fmla="*/ 1812213 h 1812289"/>
                  <a:gd name="T26" fmla="*/ 1999957 w 7111365"/>
                  <a:gd name="T27" fmla="*/ 1776857 h 1812289"/>
                  <a:gd name="T28" fmla="*/ 2150224 w 7111365"/>
                  <a:gd name="T29" fmla="*/ 1776857 h 1812289"/>
                  <a:gd name="T30" fmla="*/ 2296071 w 7111365"/>
                  <a:gd name="T31" fmla="*/ 1776857 h 1812289"/>
                  <a:gd name="T32" fmla="*/ 2446337 w 7111365"/>
                  <a:gd name="T33" fmla="*/ 1776857 h 1812289"/>
                  <a:gd name="T34" fmla="*/ 2592184 w 7111365"/>
                  <a:gd name="T35" fmla="*/ 1812213 h 1812289"/>
                  <a:gd name="T36" fmla="*/ 2742450 w 7111365"/>
                  <a:gd name="T37" fmla="*/ 1776857 h 1812289"/>
                  <a:gd name="T38" fmla="*/ 2888297 w 7111365"/>
                  <a:gd name="T39" fmla="*/ 1776857 h 1812289"/>
                  <a:gd name="T40" fmla="*/ 3038563 w 7111365"/>
                  <a:gd name="T41" fmla="*/ 1776857 h 1812289"/>
                  <a:gd name="T42" fmla="*/ 3184410 w 7111365"/>
                  <a:gd name="T43" fmla="*/ 1776857 h 1812289"/>
                  <a:gd name="T44" fmla="*/ 3334677 w 7111365"/>
                  <a:gd name="T45" fmla="*/ 1812213 h 1812289"/>
                  <a:gd name="T46" fmla="*/ 3480523 w 7111365"/>
                  <a:gd name="T47" fmla="*/ 1776857 h 1812289"/>
                  <a:gd name="T48" fmla="*/ 3630790 w 7111365"/>
                  <a:gd name="T49" fmla="*/ 1776857 h 1812289"/>
                  <a:gd name="T50" fmla="*/ 3776637 w 7111365"/>
                  <a:gd name="T51" fmla="*/ 1776857 h 1812289"/>
                  <a:gd name="T52" fmla="*/ 3926903 w 7111365"/>
                  <a:gd name="T53" fmla="*/ 1776857 h 1812289"/>
                  <a:gd name="T54" fmla="*/ 4072750 w 7111365"/>
                  <a:gd name="T55" fmla="*/ 1812213 h 1812289"/>
                  <a:gd name="T56" fmla="*/ 4223016 w 7111365"/>
                  <a:gd name="T57" fmla="*/ 1776857 h 1812289"/>
                  <a:gd name="T58" fmla="*/ 4368863 w 7111365"/>
                  <a:gd name="T59" fmla="*/ 1776856 h 1812289"/>
                  <a:gd name="T60" fmla="*/ 4519129 w 7111365"/>
                  <a:gd name="T61" fmla="*/ 1776856 h 1812289"/>
                  <a:gd name="T62" fmla="*/ 4664976 w 7111365"/>
                  <a:gd name="T63" fmla="*/ 1776856 h 1812289"/>
                  <a:gd name="T64" fmla="*/ 4815243 w 7111365"/>
                  <a:gd name="T65" fmla="*/ 1812213 h 1812289"/>
                  <a:gd name="T66" fmla="*/ 4961089 w 7111365"/>
                  <a:gd name="T67" fmla="*/ 1776856 h 1812289"/>
                  <a:gd name="T68" fmla="*/ 5111356 w 7111365"/>
                  <a:gd name="T69" fmla="*/ 1776856 h 1812289"/>
                  <a:gd name="T70" fmla="*/ 5257203 w 7111365"/>
                  <a:gd name="T71" fmla="*/ 1776856 h 1812289"/>
                  <a:gd name="T72" fmla="*/ 5407469 w 7111365"/>
                  <a:gd name="T73" fmla="*/ 1776856 h 1812289"/>
                  <a:gd name="T74" fmla="*/ 5553316 w 7111365"/>
                  <a:gd name="T75" fmla="*/ 1812213 h 1812289"/>
                  <a:gd name="T76" fmla="*/ 5703582 w 7111365"/>
                  <a:gd name="T77" fmla="*/ 1776856 h 1812289"/>
                  <a:gd name="T78" fmla="*/ 5849429 w 7111365"/>
                  <a:gd name="T79" fmla="*/ 1776856 h 1812289"/>
                  <a:gd name="T80" fmla="*/ 5999695 w 7111365"/>
                  <a:gd name="T81" fmla="*/ 1776856 h 1812289"/>
                  <a:gd name="T82" fmla="*/ 6145542 w 7111365"/>
                  <a:gd name="T83" fmla="*/ 1776856 h 1812289"/>
                  <a:gd name="T84" fmla="*/ 6295809 w 7111365"/>
                  <a:gd name="T85" fmla="*/ 1812213 h 1812289"/>
                  <a:gd name="T86" fmla="*/ 6441655 w 7111365"/>
                  <a:gd name="T87" fmla="*/ 1776856 h 1812289"/>
                  <a:gd name="T88" fmla="*/ 6591922 w 7111365"/>
                  <a:gd name="T89" fmla="*/ 1776856 h 1812289"/>
                  <a:gd name="T90" fmla="*/ 6737769 w 7111365"/>
                  <a:gd name="T91" fmla="*/ 1776856 h 1812289"/>
                  <a:gd name="T92" fmla="*/ 6888035 w 7111365"/>
                  <a:gd name="T93" fmla="*/ 1776856 h 1812289"/>
                  <a:gd name="T94" fmla="*/ 7033882 w 7111365"/>
                  <a:gd name="T95" fmla="*/ 1812213 h 1812289"/>
                  <a:gd name="T96" fmla="*/ 7031596 w 7111365"/>
                  <a:gd name="T97" fmla="*/ 1739201 h 1812289"/>
                  <a:gd name="T98" fmla="*/ 7031596 w 7111365"/>
                  <a:gd name="T99" fmla="*/ 1553578 h 1812289"/>
                  <a:gd name="T100" fmla="*/ 7031596 w 7111365"/>
                  <a:gd name="T101" fmla="*/ 1390053 h 1812289"/>
                  <a:gd name="T102" fmla="*/ 7031596 w 7111365"/>
                  <a:gd name="T103" fmla="*/ 1226527 h 1812289"/>
                  <a:gd name="T104" fmla="*/ 7031596 w 7111365"/>
                  <a:gd name="T105" fmla="*/ 1040904 h 1812289"/>
                  <a:gd name="T106" fmla="*/ 7031596 w 7111365"/>
                  <a:gd name="T107" fmla="*/ 859701 h 1812289"/>
                  <a:gd name="T108" fmla="*/ 7031596 w 7111365"/>
                  <a:gd name="T109" fmla="*/ 696175 h 1812289"/>
                  <a:gd name="T110" fmla="*/ 7031596 w 7111365"/>
                  <a:gd name="T111" fmla="*/ 532650 h 1812289"/>
                  <a:gd name="T112" fmla="*/ 7031596 w 7111365"/>
                  <a:gd name="T113" fmla="*/ 347027 h 1812289"/>
                  <a:gd name="T114" fmla="*/ 7031596 w 7111365"/>
                  <a:gd name="T115" fmla="*/ 165823 h 1812289"/>
                  <a:gd name="T116" fmla="*/ 7031596 w 7111365"/>
                  <a:gd name="T117" fmla="*/ 2298 h 1812289"/>
                  <a:gd name="T118" fmla="*/ 7033882 w 7111365"/>
                  <a:gd name="T119" fmla="*/ 1741500 h 1812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111365" h="1812289">
                    <a:moveTo>
                      <a:pt x="2298" y="1736902"/>
                    </a:moveTo>
                    <a:lnTo>
                      <a:pt x="2298" y="1812213"/>
                    </a:lnTo>
                  </a:path>
                  <a:path w="7111365" h="1812289">
                    <a:moveTo>
                      <a:pt x="77431" y="1736902"/>
                    </a:moveTo>
                    <a:lnTo>
                      <a:pt x="77431" y="1776857"/>
                    </a:lnTo>
                  </a:path>
                  <a:path w="7111365" h="1812289">
                    <a:moveTo>
                      <a:pt x="152565" y="1736902"/>
                    </a:moveTo>
                    <a:lnTo>
                      <a:pt x="152565" y="1776857"/>
                    </a:lnTo>
                  </a:path>
                  <a:path w="7111365" h="1812289">
                    <a:moveTo>
                      <a:pt x="223278" y="1736902"/>
                    </a:moveTo>
                    <a:lnTo>
                      <a:pt x="223278" y="1776857"/>
                    </a:lnTo>
                  </a:path>
                  <a:path w="7111365" h="1812289">
                    <a:moveTo>
                      <a:pt x="298411" y="1736902"/>
                    </a:moveTo>
                    <a:lnTo>
                      <a:pt x="298411" y="1776857"/>
                    </a:lnTo>
                  </a:path>
                  <a:path w="7111365" h="1812289">
                    <a:moveTo>
                      <a:pt x="373545" y="1736902"/>
                    </a:moveTo>
                    <a:lnTo>
                      <a:pt x="373545" y="1812213"/>
                    </a:lnTo>
                  </a:path>
                  <a:path w="7111365" h="1812289">
                    <a:moveTo>
                      <a:pt x="448678" y="1736902"/>
                    </a:moveTo>
                    <a:lnTo>
                      <a:pt x="448678" y="1776857"/>
                    </a:lnTo>
                  </a:path>
                  <a:path w="7111365" h="1812289">
                    <a:moveTo>
                      <a:pt x="519391" y="1736902"/>
                    </a:moveTo>
                    <a:lnTo>
                      <a:pt x="519391" y="1776857"/>
                    </a:lnTo>
                  </a:path>
                  <a:path w="7111365" h="1812289">
                    <a:moveTo>
                      <a:pt x="594525" y="1736902"/>
                    </a:moveTo>
                    <a:lnTo>
                      <a:pt x="594525" y="1776857"/>
                    </a:lnTo>
                  </a:path>
                  <a:path w="7111365" h="1812289">
                    <a:moveTo>
                      <a:pt x="669658" y="1736902"/>
                    </a:moveTo>
                    <a:lnTo>
                      <a:pt x="669658" y="1776857"/>
                    </a:lnTo>
                  </a:path>
                  <a:path w="7111365" h="1812289">
                    <a:moveTo>
                      <a:pt x="744791" y="1736902"/>
                    </a:moveTo>
                    <a:lnTo>
                      <a:pt x="744791" y="1812213"/>
                    </a:lnTo>
                  </a:path>
                  <a:path w="7111365" h="1812289">
                    <a:moveTo>
                      <a:pt x="815505" y="1736902"/>
                    </a:moveTo>
                    <a:lnTo>
                      <a:pt x="815505" y="1776857"/>
                    </a:lnTo>
                  </a:path>
                  <a:path w="7111365" h="1812289">
                    <a:moveTo>
                      <a:pt x="890638" y="1736902"/>
                    </a:moveTo>
                    <a:lnTo>
                      <a:pt x="890638" y="1776857"/>
                    </a:lnTo>
                  </a:path>
                  <a:path w="7111365" h="1812289">
                    <a:moveTo>
                      <a:pt x="965771" y="1736902"/>
                    </a:moveTo>
                    <a:lnTo>
                      <a:pt x="965771" y="1776857"/>
                    </a:lnTo>
                  </a:path>
                  <a:path w="7111365" h="1812289">
                    <a:moveTo>
                      <a:pt x="1040904" y="1736902"/>
                    </a:moveTo>
                    <a:lnTo>
                      <a:pt x="1040904" y="1776857"/>
                    </a:lnTo>
                  </a:path>
                  <a:path w="7111365" h="1812289">
                    <a:moveTo>
                      <a:pt x="1111618" y="1736902"/>
                    </a:moveTo>
                    <a:lnTo>
                      <a:pt x="1111618" y="1812213"/>
                    </a:lnTo>
                  </a:path>
                  <a:path w="7111365" h="1812289">
                    <a:moveTo>
                      <a:pt x="1186751" y="1736902"/>
                    </a:moveTo>
                    <a:lnTo>
                      <a:pt x="1186751" y="1776857"/>
                    </a:lnTo>
                  </a:path>
                  <a:path w="7111365" h="1812289">
                    <a:moveTo>
                      <a:pt x="1261884" y="1736902"/>
                    </a:moveTo>
                    <a:lnTo>
                      <a:pt x="1261884" y="1776857"/>
                    </a:lnTo>
                  </a:path>
                  <a:path w="7111365" h="1812289">
                    <a:moveTo>
                      <a:pt x="1337017" y="1736902"/>
                    </a:moveTo>
                    <a:lnTo>
                      <a:pt x="1337017" y="1776857"/>
                    </a:lnTo>
                  </a:path>
                  <a:path w="7111365" h="1812289">
                    <a:moveTo>
                      <a:pt x="1407731" y="1736902"/>
                    </a:moveTo>
                    <a:lnTo>
                      <a:pt x="1407731" y="1776857"/>
                    </a:lnTo>
                  </a:path>
                  <a:path w="7111365" h="1812289">
                    <a:moveTo>
                      <a:pt x="1482864" y="1736902"/>
                    </a:moveTo>
                    <a:lnTo>
                      <a:pt x="1482864" y="1812213"/>
                    </a:lnTo>
                  </a:path>
                  <a:path w="7111365" h="1812289">
                    <a:moveTo>
                      <a:pt x="1557997" y="1736902"/>
                    </a:moveTo>
                    <a:lnTo>
                      <a:pt x="1557997" y="1776857"/>
                    </a:lnTo>
                  </a:path>
                  <a:path w="7111365" h="1812289">
                    <a:moveTo>
                      <a:pt x="1633131" y="1736902"/>
                    </a:moveTo>
                    <a:lnTo>
                      <a:pt x="1633131" y="1776857"/>
                    </a:lnTo>
                  </a:path>
                  <a:path w="7111365" h="1812289">
                    <a:moveTo>
                      <a:pt x="1703844" y="1736902"/>
                    </a:moveTo>
                    <a:lnTo>
                      <a:pt x="1703844" y="1776857"/>
                    </a:lnTo>
                  </a:path>
                  <a:path w="7111365" h="1812289">
                    <a:moveTo>
                      <a:pt x="1778977" y="1736902"/>
                    </a:moveTo>
                    <a:lnTo>
                      <a:pt x="1778977" y="1776857"/>
                    </a:lnTo>
                  </a:path>
                  <a:path w="7111365" h="1812289">
                    <a:moveTo>
                      <a:pt x="1854111" y="1736902"/>
                    </a:moveTo>
                    <a:lnTo>
                      <a:pt x="1854111" y="1812213"/>
                    </a:lnTo>
                  </a:path>
                  <a:path w="7111365" h="1812289">
                    <a:moveTo>
                      <a:pt x="1929244" y="1736902"/>
                    </a:moveTo>
                    <a:lnTo>
                      <a:pt x="1929244" y="1776857"/>
                    </a:lnTo>
                  </a:path>
                  <a:path w="7111365" h="1812289">
                    <a:moveTo>
                      <a:pt x="1999957" y="1736902"/>
                    </a:moveTo>
                    <a:lnTo>
                      <a:pt x="1999957" y="1776857"/>
                    </a:lnTo>
                  </a:path>
                  <a:path w="7111365" h="1812289">
                    <a:moveTo>
                      <a:pt x="2075091" y="1736902"/>
                    </a:moveTo>
                    <a:lnTo>
                      <a:pt x="2075091" y="1776857"/>
                    </a:lnTo>
                  </a:path>
                  <a:path w="7111365" h="1812289">
                    <a:moveTo>
                      <a:pt x="2150224" y="1736902"/>
                    </a:moveTo>
                    <a:lnTo>
                      <a:pt x="2150224" y="1776857"/>
                    </a:lnTo>
                  </a:path>
                  <a:path w="7111365" h="1812289">
                    <a:moveTo>
                      <a:pt x="2225357" y="1736902"/>
                    </a:moveTo>
                    <a:lnTo>
                      <a:pt x="2225357" y="1812213"/>
                    </a:lnTo>
                  </a:path>
                  <a:path w="7111365" h="1812289">
                    <a:moveTo>
                      <a:pt x="2296071" y="1736902"/>
                    </a:moveTo>
                    <a:lnTo>
                      <a:pt x="2296071" y="1776857"/>
                    </a:lnTo>
                  </a:path>
                  <a:path w="7111365" h="1812289">
                    <a:moveTo>
                      <a:pt x="2371204" y="1736902"/>
                    </a:moveTo>
                    <a:lnTo>
                      <a:pt x="2371204" y="1776857"/>
                    </a:lnTo>
                  </a:path>
                  <a:path w="7111365" h="1812289">
                    <a:moveTo>
                      <a:pt x="2446337" y="1736902"/>
                    </a:moveTo>
                    <a:lnTo>
                      <a:pt x="2446337" y="1776857"/>
                    </a:lnTo>
                  </a:path>
                  <a:path w="7111365" h="1812289">
                    <a:moveTo>
                      <a:pt x="2521470" y="1736902"/>
                    </a:moveTo>
                    <a:lnTo>
                      <a:pt x="2521470" y="1776857"/>
                    </a:lnTo>
                  </a:path>
                  <a:path w="7111365" h="1812289">
                    <a:moveTo>
                      <a:pt x="2592184" y="1736902"/>
                    </a:moveTo>
                    <a:lnTo>
                      <a:pt x="2592184" y="1812213"/>
                    </a:lnTo>
                  </a:path>
                  <a:path w="7111365" h="1812289">
                    <a:moveTo>
                      <a:pt x="2667317" y="1736902"/>
                    </a:moveTo>
                    <a:lnTo>
                      <a:pt x="2667317" y="1776857"/>
                    </a:lnTo>
                  </a:path>
                  <a:path w="7111365" h="1812289">
                    <a:moveTo>
                      <a:pt x="2742450" y="1736902"/>
                    </a:moveTo>
                    <a:lnTo>
                      <a:pt x="2742450" y="1776857"/>
                    </a:lnTo>
                  </a:path>
                  <a:path w="7111365" h="1812289">
                    <a:moveTo>
                      <a:pt x="2817583" y="1736902"/>
                    </a:moveTo>
                    <a:lnTo>
                      <a:pt x="2817583" y="1776857"/>
                    </a:lnTo>
                  </a:path>
                  <a:path w="7111365" h="1812289">
                    <a:moveTo>
                      <a:pt x="2888297" y="1736902"/>
                    </a:moveTo>
                    <a:lnTo>
                      <a:pt x="2888297" y="1776857"/>
                    </a:lnTo>
                  </a:path>
                  <a:path w="7111365" h="1812289">
                    <a:moveTo>
                      <a:pt x="2963430" y="1736902"/>
                    </a:moveTo>
                    <a:lnTo>
                      <a:pt x="2963430" y="1812213"/>
                    </a:lnTo>
                  </a:path>
                  <a:path w="7111365" h="1812289">
                    <a:moveTo>
                      <a:pt x="3038563" y="1736902"/>
                    </a:moveTo>
                    <a:lnTo>
                      <a:pt x="3038563" y="1776857"/>
                    </a:lnTo>
                  </a:path>
                  <a:path w="7111365" h="1812289">
                    <a:moveTo>
                      <a:pt x="3113697" y="1736902"/>
                    </a:moveTo>
                    <a:lnTo>
                      <a:pt x="3113697" y="1776857"/>
                    </a:lnTo>
                  </a:path>
                  <a:path w="7111365" h="1812289">
                    <a:moveTo>
                      <a:pt x="3184410" y="1736902"/>
                    </a:moveTo>
                    <a:lnTo>
                      <a:pt x="3184410" y="1776857"/>
                    </a:lnTo>
                  </a:path>
                  <a:path w="7111365" h="1812289">
                    <a:moveTo>
                      <a:pt x="3259543" y="1736902"/>
                    </a:moveTo>
                    <a:lnTo>
                      <a:pt x="3259543" y="1776857"/>
                    </a:lnTo>
                  </a:path>
                  <a:path w="7111365" h="1812289">
                    <a:moveTo>
                      <a:pt x="3334677" y="1736902"/>
                    </a:moveTo>
                    <a:lnTo>
                      <a:pt x="3334677" y="1812213"/>
                    </a:lnTo>
                  </a:path>
                  <a:path w="7111365" h="1812289">
                    <a:moveTo>
                      <a:pt x="3409810" y="1736902"/>
                    </a:moveTo>
                    <a:lnTo>
                      <a:pt x="3409810" y="1776857"/>
                    </a:lnTo>
                  </a:path>
                  <a:path w="7111365" h="1812289">
                    <a:moveTo>
                      <a:pt x="3480523" y="1736902"/>
                    </a:moveTo>
                    <a:lnTo>
                      <a:pt x="3480523" y="1776857"/>
                    </a:lnTo>
                  </a:path>
                  <a:path w="7111365" h="1812289">
                    <a:moveTo>
                      <a:pt x="3555657" y="1736902"/>
                    </a:moveTo>
                    <a:lnTo>
                      <a:pt x="3555657" y="1776857"/>
                    </a:lnTo>
                  </a:path>
                  <a:path w="7111365" h="1812289">
                    <a:moveTo>
                      <a:pt x="3630790" y="1736902"/>
                    </a:moveTo>
                    <a:lnTo>
                      <a:pt x="3630790" y="1776857"/>
                    </a:lnTo>
                  </a:path>
                  <a:path w="7111365" h="1812289">
                    <a:moveTo>
                      <a:pt x="3705923" y="1736902"/>
                    </a:moveTo>
                    <a:lnTo>
                      <a:pt x="3705923" y="1812213"/>
                    </a:lnTo>
                  </a:path>
                  <a:path w="7111365" h="1812289">
                    <a:moveTo>
                      <a:pt x="3776637" y="1736902"/>
                    </a:moveTo>
                    <a:lnTo>
                      <a:pt x="3776637" y="1776857"/>
                    </a:lnTo>
                  </a:path>
                  <a:path w="7111365" h="1812289">
                    <a:moveTo>
                      <a:pt x="3851770" y="1736902"/>
                    </a:moveTo>
                    <a:lnTo>
                      <a:pt x="3851770" y="1776857"/>
                    </a:lnTo>
                  </a:path>
                  <a:path w="7111365" h="1812289">
                    <a:moveTo>
                      <a:pt x="3926903" y="1736902"/>
                    </a:moveTo>
                    <a:lnTo>
                      <a:pt x="3926903" y="1776857"/>
                    </a:lnTo>
                  </a:path>
                  <a:path w="7111365" h="1812289">
                    <a:moveTo>
                      <a:pt x="4002036" y="1736902"/>
                    </a:moveTo>
                    <a:lnTo>
                      <a:pt x="4002036" y="1776857"/>
                    </a:lnTo>
                  </a:path>
                  <a:path w="7111365" h="1812289">
                    <a:moveTo>
                      <a:pt x="4072750" y="1736902"/>
                    </a:moveTo>
                    <a:lnTo>
                      <a:pt x="4072750" y="1812213"/>
                    </a:lnTo>
                  </a:path>
                  <a:path w="7111365" h="1812289">
                    <a:moveTo>
                      <a:pt x="4147883" y="1736902"/>
                    </a:moveTo>
                    <a:lnTo>
                      <a:pt x="4147883" y="1776857"/>
                    </a:lnTo>
                  </a:path>
                  <a:path w="7111365" h="1812289">
                    <a:moveTo>
                      <a:pt x="4223016" y="1736902"/>
                    </a:moveTo>
                    <a:lnTo>
                      <a:pt x="4223016" y="1776857"/>
                    </a:lnTo>
                  </a:path>
                  <a:path w="7111365" h="1812289">
                    <a:moveTo>
                      <a:pt x="4298149" y="1736902"/>
                    </a:moveTo>
                    <a:lnTo>
                      <a:pt x="4298149" y="1776857"/>
                    </a:lnTo>
                  </a:path>
                  <a:path w="7111365" h="1812289">
                    <a:moveTo>
                      <a:pt x="4368863" y="1736902"/>
                    </a:moveTo>
                    <a:lnTo>
                      <a:pt x="4368863" y="1776856"/>
                    </a:lnTo>
                  </a:path>
                  <a:path w="7111365" h="1812289">
                    <a:moveTo>
                      <a:pt x="4443996" y="1736902"/>
                    </a:moveTo>
                    <a:lnTo>
                      <a:pt x="4443996" y="1812213"/>
                    </a:lnTo>
                  </a:path>
                  <a:path w="7111365" h="1812289">
                    <a:moveTo>
                      <a:pt x="4519129" y="1736902"/>
                    </a:moveTo>
                    <a:lnTo>
                      <a:pt x="4519129" y="1776856"/>
                    </a:lnTo>
                  </a:path>
                  <a:path w="7111365" h="1812289">
                    <a:moveTo>
                      <a:pt x="4594263" y="1736902"/>
                    </a:moveTo>
                    <a:lnTo>
                      <a:pt x="4594263" y="1776856"/>
                    </a:lnTo>
                  </a:path>
                  <a:path w="7111365" h="1812289">
                    <a:moveTo>
                      <a:pt x="4664976" y="1736902"/>
                    </a:moveTo>
                    <a:lnTo>
                      <a:pt x="4664976" y="1776856"/>
                    </a:lnTo>
                  </a:path>
                  <a:path w="7111365" h="1812289">
                    <a:moveTo>
                      <a:pt x="4740109" y="1736902"/>
                    </a:moveTo>
                    <a:lnTo>
                      <a:pt x="4740109" y="1776856"/>
                    </a:lnTo>
                  </a:path>
                  <a:path w="7111365" h="1812289">
                    <a:moveTo>
                      <a:pt x="4815243" y="1736902"/>
                    </a:moveTo>
                    <a:lnTo>
                      <a:pt x="4815243" y="1812213"/>
                    </a:lnTo>
                  </a:path>
                  <a:path w="7111365" h="1812289">
                    <a:moveTo>
                      <a:pt x="4890376" y="1736902"/>
                    </a:moveTo>
                    <a:lnTo>
                      <a:pt x="4890376" y="1776856"/>
                    </a:lnTo>
                  </a:path>
                  <a:path w="7111365" h="1812289">
                    <a:moveTo>
                      <a:pt x="4961089" y="1736902"/>
                    </a:moveTo>
                    <a:lnTo>
                      <a:pt x="4961089" y="1776856"/>
                    </a:lnTo>
                  </a:path>
                  <a:path w="7111365" h="1812289">
                    <a:moveTo>
                      <a:pt x="5036223" y="1736902"/>
                    </a:moveTo>
                    <a:lnTo>
                      <a:pt x="5036223" y="1776856"/>
                    </a:lnTo>
                  </a:path>
                  <a:path w="7111365" h="1812289">
                    <a:moveTo>
                      <a:pt x="5111356" y="1736902"/>
                    </a:moveTo>
                    <a:lnTo>
                      <a:pt x="5111356" y="1776856"/>
                    </a:lnTo>
                  </a:path>
                  <a:path w="7111365" h="1812289">
                    <a:moveTo>
                      <a:pt x="5186489" y="1736902"/>
                    </a:moveTo>
                    <a:lnTo>
                      <a:pt x="5186489" y="1812213"/>
                    </a:lnTo>
                  </a:path>
                  <a:path w="7111365" h="1812289">
                    <a:moveTo>
                      <a:pt x="5257203" y="1736902"/>
                    </a:moveTo>
                    <a:lnTo>
                      <a:pt x="5257203" y="1776856"/>
                    </a:lnTo>
                  </a:path>
                  <a:path w="7111365" h="1812289">
                    <a:moveTo>
                      <a:pt x="5332336" y="1736902"/>
                    </a:moveTo>
                    <a:lnTo>
                      <a:pt x="5332336" y="1776856"/>
                    </a:lnTo>
                  </a:path>
                  <a:path w="7111365" h="1812289">
                    <a:moveTo>
                      <a:pt x="5407469" y="1736902"/>
                    </a:moveTo>
                    <a:lnTo>
                      <a:pt x="5407469" y="1776856"/>
                    </a:lnTo>
                  </a:path>
                  <a:path w="7111365" h="1812289">
                    <a:moveTo>
                      <a:pt x="5482602" y="1736902"/>
                    </a:moveTo>
                    <a:lnTo>
                      <a:pt x="5482602" y="1776856"/>
                    </a:lnTo>
                  </a:path>
                  <a:path w="7111365" h="1812289">
                    <a:moveTo>
                      <a:pt x="5553316" y="1736902"/>
                    </a:moveTo>
                    <a:lnTo>
                      <a:pt x="5553316" y="1812213"/>
                    </a:lnTo>
                  </a:path>
                  <a:path w="7111365" h="1812289">
                    <a:moveTo>
                      <a:pt x="5628449" y="1736902"/>
                    </a:moveTo>
                    <a:lnTo>
                      <a:pt x="5628449" y="1776856"/>
                    </a:lnTo>
                  </a:path>
                  <a:path w="7111365" h="1812289">
                    <a:moveTo>
                      <a:pt x="5703582" y="1736902"/>
                    </a:moveTo>
                    <a:lnTo>
                      <a:pt x="5703582" y="1776856"/>
                    </a:lnTo>
                  </a:path>
                  <a:path w="7111365" h="1812289">
                    <a:moveTo>
                      <a:pt x="5778715" y="1736902"/>
                    </a:moveTo>
                    <a:lnTo>
                      <a:pt x="5778715" y="1776856"/>
                    </a:lnTo>
                  </a:path>
                  <a:path w="7111365" h="1812289">
                    <a:moveTo>
                      <a:pt x="5849429" y="1736902"/>
                    </a:moveTo>
                    <a:lnTo>
                      <a:pt x="5849429" y="1776856"/>
                    </a:lnTo>
                  </a:path>
                  <a:path w="7111365" h="1812289">
                    <a:moveTo>
                      <a:pt x="5924562" y="1736902"/>
                    </a:moveTo>
                    <a:lnTo>
                      <a:pt x="5924562" y="1812213"/>
                    </a:lnTo>
                  </a:path>
                  <a:path w="7111365" h="1812289">
                    <a:moveTo>
                      <a:pt x="5999695" y="1736902"/>
                    </a:moveTo>
                    <a:lnTo>
                      <a:pt x="5999695" y="1776856"/>
                    </a:lnTo>
                  </a:path>
                  <a:path w="7111365" h="1812289">
                    <a:moveTo>
                      <a:pt x="6074829" y="1736902"/>
                    </a:moveTo>
                    <a:lnTo>
                      <a:pt x="6074829" y="1776856"/>
                    </a:lnTo>
                  </a:path>
                  <a:path w="7111365" h="1812289">
                    <a:moveTo>
                      <a:pt x="6145542" y="1736902"/>
                    </a:moveTo>
                    <a:lnTo>
                      <a:pt x="6145542" y="1776856"/>
                    </a:lnTo>
                  </a:path>
                  <a:path w="7111365" h="1812289">
                    <a:moveTo>
                      <a:pt x="6220675" y="1736902"/>
                    </a:moveTo>
                    <a:lnTo>
                      <a:pt x="6220675" y="1776856"/>
                    </a:lnTo>
                  </a:path>
                  <a:path w="7111365" h="1812289">
                    <a:moveTo>
                      <a:pt x="6295809" y="1736902"/>
                    </a:moveTo>
                    <a:lnTo>
                      <a:pt x="6295809" y="1812213"/>
                    </a:lnTo>
                  </a:path>
                  <a:path w="7111365" h="1812289">
                    <a:moveTo>
                      <a:pt x="6370942" y="1736902"/>
                    </a:moveTo>
                    <a:lnTo>
                      <a:pt x="6370942" y="1776856"/>
                    </a:lnTo>
                  </a:path>
                  <a:path w="7111365" h="1812289">
                    <a:moveTo>
                      <a:pt x="6441655" y="1736902"/>
                    </a:moveTo>
                    <a:lnTo>
                      <a:pt x="6441655" y="1776856"/>
                    </a:lnTo>
                  </a:path>
                  <a:path w="7111365" h="1812289">
                    <a:moveTo>
                      <a:pt x="6516789" y="1736902"/>
                    </a:moveTo>
                    <a:lnTo>
                      <a:pt x="6516789" y="1776856"/>
                    </a:lnTo>
                  </a:path>
                  <a:path w="7111365" h="1812289">
                    <a:moveTo>
                      <a:pt x="6591922" y="1736902"/>
                    </a:moveTo>
                    <a:lnTo>
                      <a:pt x="6591922" y="1776856"/>
                    </a:lnTo>
                  </a:path>
                  <a:path w="7111365" h="1812289">
                    <a:moveTo>
                      <a:pt x="6667055" y="1736902"/>
                    </a:moveTo>
                    <a:lnTo>
                      <a:pt x="6667055" y="1812213"/>
                    </a:lnTo>
                  </a:path>
                  <a:path w="7111365" h="1812289">
                    <a:moveTo>
                      <a:pt x="6737769" y="1736902"/>
                    </a:moveTo>
                    <a:lnTo>
                      <a:pt x="6737769" y="1776856"/>
                    </a:lnTo>
                  </a:path>
                  <a:path w="7111365" h="1812289">
                    <a:moveTo>
                      <a:pt x="6812902" y="1736902"/>
                    </a:moveTo>
                    <a:lnTo>
                      <a:pt x="6812902" y="1776856"/>
                    </a:lnTo>
                  </a:path>
                  <a:path w="7111365" h="1812289">
                    <a:moveTo>
                      <a:pt x="6888035" y="1736902"/>
                    </a:moveTo>
                    <a:lnTo>
                      <a:pt x="6888035" y="1776856"/>
                    </a:lnTo>
                  </a:path>
                  <a:path w="7111365" h="1812289">
                    <a:moveTo>
                      <a:pt x="6963168" y="1736902"/>
                    </a:moveTo>
                    <a:lnTo>
                      <a:pt x="6963168" y="1776856"/>
                    </a:lnTo>
                  </a:path>
                  <a:path w="7111365" h="1812289">
                    <a:moveTo>
                      <a:pt x="7033882" y="1736902"/>
                    </a:moveTo>
                    <a:lnTo>
                      <a:pt x="7033882" y="1812213"/>
                    </a:lnTo>
                  </a:path>
                  <a:path w="7111365" h="1812289">
                    <a:moveTo>
                      <a:pt x="7036181" y="1739201"/>
                    </a:moveTo>
                    <a:lnTo>
                      <a:pt x="0" y="1739201"/>
                    </a:lnTo>
                  </a:path>
                  <a:path w="7111365" h="1812289">
                    <a:moveTo>
                      <a:pt x="7111314" y="1739201"/>
                    </a:moveTo>
                    <a:lnTo>
                      <a:pt x="7031596" y="1739201"/>
                    </a:lnTo>
                  </a:path>
                  <a:path w="7111365" h="1812289">
                    <a:moveTo>
                      <a:pt x="7075957" y="1646389"/>
                    </a:moveTo>
                    <a:lnTo>
                      <a:pt x="7031583" y="1646389"/>
                    </a:lnTo>
                  </a:path>
                  <a:path w="7111365" h="1812289">
                    <a:moveTo>
                      <a:pt x="7111314" y="1553578"/>
                    </a:moveTo>
                    <a:lnTo>
                      <a:pt x="7031596" y="1553578"/>
                    </a:lnTo>
                  </a:path>
                  <a:path w="7111365" h="1812289">
                    <a:moveTo>
                      <a:pt x="7075957" y="1482864"/>
                    </a:moveTo>
                    <a:lnTo>
                      <a:pt x="7031583" y="1482864"/>
                    </a:lnTo>
                  </a:path>
                  <a:path w="7111365" h="1812289">
                    <a:moveTo>
                      <a:pt x="7111314" y="1390053"/>
                    </a:moveTo>
                    <a:lnTo>
                      <a:pt x="7031596" y="1390053"/>
                    </a:lnTo>
                  </a:path>
                  <a:path w="7111365" h="1812289">
                    <a:moveTo>
                      <a:pt x="7075957" y="1297241"/>
                    </a:moveTo>
                    <a:lnTo>
                      <a:pt x="7031583" y="1297241"/>
                    </a:lnTo>
                  </a:path>
                  <a:path w="7111365" h="1812289">
                    <a:moveTo>
                      <a:pt x="7111314" y="1226527"/>
                    </a:moveTo>
                    <a:lnTo>
                      <a:pt x="7031596" y="1226527"/>
                    </a:lnTo>
                  </a:path>
                  <a:path w="7111365" h="1812289">
                    <a:moveTo>
                      <a:pt x="7075957" y="1133716"/>
                    </a:moveTo>
                    <a:lnTo>
                      <a:pt x="7031583" y="1133716"/>
                    </a:lnTo>
                  </a:path>
                  <a:path w="7111365" h="1812289">
                    <a:moveTo>
                      <a:pt x="7111314" y="1040904"/>
                    </a:moveTo>
                    <a:lnTo>
                      <a:pt x="7031596" y="1040904"/>
                    </a:lnTo>
                  </a:path>
                  <a:path w="7111365" h="1812289">
                    <a:moveTo>
                      <a:pt x="7075957" y="952512"/>
                    </a:moveTo>
                    <a:lnTo>
                      <a:pt x="7031583" y="952512"/>
                    </a:lnTo>
                  </a:path>
                  <a:path w="7111365" h="1812289">
                    <a:moveTo>
                      <a:pt x="7111314" y="859701"/>
                    </a:moveTo>
                    <a:lnTo>
                      <a:pt x="7031596" y="859701"/>
                    </a:lnTo>
                  </a:path>
                  <a:path w="7111365" h="1812289">
                    <a:moveTo>
                      <a:pt x="7075957" y="788987"/>
                    </a:moveTo>
                    <a:lnTo>
                      <a:pt x="7031583" y="788987"/>
                    </a:lnTo>
                  </a:path>
                  <a:path w="7111365" h="1812289">
                    <a:moveTo>
                      <a:pt x="7111314" y="696175"/>
                    </a:moveTo>
                    <a:lnTo>
                      <a:pt x="7031596" y="696175"/>
                    </a:lnTo>
                  </a:path>
                  <a:path w="7111365" h="1812289">
                    <a:moveTo>
                      <a:pt x="7075957" y="603364"/>
                    </a:moveTo>
                    <a:lnTo>
                      <a:pt x="7031583" y="603364"/>
                    </a:lnTo>
                  </a:path>
                  <a:path w="7111365" h="1812289">
                    <a:moveTo>
                      <a:pt x="7111314" y="532650"/>
                    </a:moveTo>
                    <a:lnTo>
                      <a:pt x="7031596" y="532650"/>
                    </a:lnTo>
                  </a:path>
                  <a:path w="7111365" h="1812289">
                    <a:moveTo>
                      <a:pt x="7075957" y="439839"/>
                    </a:moveTo>
                    <a:lnTo>
                      <a:pt x="7031583" y="439839"/>
                    </a:lnTo>
                  </a:path>
                  <a:path w="7111365" h="1812289">
                    <a:moveTo>
                      <a:pt x="7111314" y="347027"/>
                    </a:moveTo>
                    <a:lnTo>
                      <a:pt x="7031596" y="347027"/>
                    </a:lnTo>
                  </a:path>
                  <a:path w="7111365" h="1812289">
                    <a:moveTo>
                      <a:pt x="7075957" y="258635"/>
                    </a:moveTo>
                    <a:lnTo>
                      <a:pt x="7031583" y="258635"/>
                    </a:lnTo>
                  </a:path>
                  <a:path w="7111365" h="1812289">
                    <a:moveTo>
                      <a:pt x="7111314" y="165823"/>
                    </a:moveTo>
                    <a:lnTo>
                      <a:pt x="7031596" y="165823"/>
                    </a:lnTo>
                  </a:path>
                  <a:path w="7111365" h="1812289">
                    <a:moveTo>
                      <a:pt x="7075957" y="95110"/>
                    </a:moveTo>
                    <a:lnTo>
                      <a:pt x="7031583" y="95110"/>
                    </a:lnTo>
                  </a:path>
                  <a:path w="7111365" h="1812289">
                    <a:moveTo>
                      <a:pt x="7111314" y="2298"/>
                    </a:moveTo>
                    <a:lnTo>
                      <a:pt x="7031596" y="2298"/>
                    </a:lnTo>
                  </a:path>
                  <a:path w="7111365" h="1812289">
                    <a:moveTo>
                      <a:pt x="7036181" y="1739201"/>
                    </a:moveTo>
                    <a:lnTo>
                      <a:pt x="7031583" y="1739201"/>
                    </a:lnTo>
                  </a:path>
                  <a:path w="7111365" h="1812289">
                    <a:moveTo>
                      <a:pt x="7033882" y="0"/>
                    </a:moveTo>
                    <a:lnTo>
                      <a:pt x="7033882" y="1741500"/>
                    </a:lnTo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19" name="object 220">
                <a:extLst>
                  <a:ext uri="{FF2B5EF4-FFF2-40B4-BE49-F238E27FC236}">
                    <a16:creationId xmlns:a16="http://schemas.microsoft.com/office/drawing/2014/main" id="{17F80E3F-5D28-4E16-B113-6A9A647D56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3839" y="4897297"/>
                <a:ext cx="40005" cy="40005"/>
              </a:xfrm>
              <a:custGeom>
                <a:avLst/>
                <a:gdLst>
                  <a:gd name="T0" fmla="*/ 39776 w 40005"/>
                  <a:gd name="T1" fmla="*/ 19888 h 40004"/>
                  <a:gd name="T2" fmla="*/ 38211 w 40005"/>
                  <a:gd name="T3" fmla="*/ 12151 h 40004"/>
                  <a:gd name="T4" fmla="*/ 33947 w 40005"/>
                  <a:gd name="T5" fmla="*/ 5829 h 40004"/>
                  <a:gd name="T6" fmla="*/ 27624 w 40005"/>
                  <a:gd name="T7" fmla="*/ 1564 h 40004"/>
                  <a:gd name="T8" fmla="*/ 19888 w 40005"/>
                  <a:gd name="T9" fmla="*/ 0 h 40004"/>
                  <a:gd name="T10" fmla="*/ 12151 w 40005"/>
                  <a:gd name="T11" fmla="*/ 1564 h 40004"/>
                  <a:gd name="T12" fmla="*/ 5829 w 40005"/>
                  <a:gd name="T13" fmla="*/ 5829 h 40004"/>
                  <a:gd name="T14" fmla="*/ 1564 w 40005"/>
                  <a:gd name="T15" fmla="*/ 12151 h 40004"/>
                  <a:gd name="T16" fmla="*/ 0 w 40005"/>
                  <a:gd name="T17" fmla="*/ 19888 h 40004"/>
                  <a:gd name="T18" fmla="*/ 1564 w 40005"/>
                  <a:gd name="T19" fmla="*/ 27624 h 40004"/>
                  <a:gd name="T20" fmla="*/ 5829 w 40005"/>
                  <a:gd name="T21" fmla="*/ 33947 h 40004"/>
                  <a:gd name="T22" fmla="*/ 12151 w 40005"/>
                  <a:gd name="T23" fmla="*/ 38211 h 40004"/>
                  <a:gd name="T24" fmla="*/ 19888 w 40005"/>
                  <a:gd name="T25" fmla="*/ 39776 h 40004"/>
                  <a:gd name="T26" fmla="*/ 27624 w 40005"/>
                  <a:gd name="T27" fmla="*/ 38211 h 40004"/>
                  <a:gd name="T28" fmla="*/ 33947 w 40005"/>
                  <a:gd name="T29" fmla="*/ 33947 h 40004"/>
                  <a:gd name="T30" fmla="*/ 38211 w 40005"/>
                  <a:gd name="T31" fmla="*/ 27624 h 40004"/>
                  <a:gd name="T32" fmla="*/ 39776 w 40005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5" h="40004">
                    <a:moveTo>
                      <a:pt x="39776" y="19888"/>
                    </a:moveTo>
                    <a:lnTo>
                      <a:pt x="38211" y="12151"/>
                    </a:lnTo>
                    <a:lnTo>
                      <a:pt x="33947" y="5829"/>
                    </a:lnTo>
                    <a:lnTo>
                      <a:pt x="27624" y="1564"/>
                    </a:lnTo>
                    <a:lnTo>
                      <a:pt x="19888" y="0"/>
                    </a:lnTo>
                    <a:lnTo>
                      <a:pt x="12151" y="1564"/>
                    </a:lnTo>
                    <a:lnTo>
                      <a:pt x="5829" y="5829"/>
                    </a:lnTo>
                    <a:lnTo>
                      <a:pt x="1564" y="12151"/>
                    </a:lnTo>
                    <a:lnTo>
                      <a:pt x="0" y="19888"/>
                    </a:lnTo>
                    <a:lnTo>
                      <a:pt x="1564" y="27624"/>
                    </a:lnTo>
                    <a:lnTo>
                      <a:pt x="5829" y="33947"/>
                    </a:lnTo>
                    <a:lnTo>
                      <a:pt x="12151" y="38211"/>
                    </a:lnTo>
                    <a:lnTo>
                      <a:pt x="19888" y="39776"/>
                    </a:lnTo>
                    <a:lnTo>
                      <a:pt x="27624" y="38211"/>
                    </a:lnTo>
                    <a:lnTo>
                      <a:pt x="33947" y="33947"/>
                    </a:lnTo>
                    <a:lnTo>
                      <a:pt x="38211" y="27624"/>
                    </a:lnTo>
                    <a:lnTo>
                      <a:pt x="3977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20" name="object 221">
                <a:extLst>
                  <a:ext uri="{FF2B5EF4-FFF2-40B4-BE49-F238E27FC236}">
                    <a16:creationId xmlns:a16="http://schemas.microsoft.com/office/drawing/2014/main" id="{61DE12EC-8A87-42C2-B397-D4ABA5775D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5287" y="4898745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1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2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1 h 35560"/>
                  <a:gd name="T22" fmla="*/ 27432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21" name="object 222">
                <a:extLst>
                  <a:ext uri="{FF2B5EF4-FFF2-40B4-BE49-F238E27FC236}">
                    <a16:creationId xmlns:a16="http://schemas.microsoft.com/office/drawing/2014/main" id="{A358EE87-6531-42A3-8115-57F15D61BF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58619" y="5228005"/>
                <a:ext cx="318795" cy="332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22" name="object 223">
                <a:extLst>
                  <a:ext uri="{FF2B5EF4-FFF2-40B4-BE49-F238E27FC236}">
                    <a16:creationId xmlns:a16="http://schemas.microsoft.com/office/drawing/2014/main" id="{CA92E9C1-0A64-4F29-846E-D2A57C567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5799" y="4680368"/>
                <a:ext cx="97155" cy="768985"/>
              </a:xfrm>
              <a:custGeom>
                <a:avLst/>
                <a:gdLst>
                  <a:gd name="T0" fmla="*/ 96748 w 97155"/>
                  <a:gd name="T1" fmla="*/ 0 h 768985"/>
                  <a:gd name="T2" fmla="*/ 92151 w 97155"/>
                  <a:gd name="T3" fmla="*/ 0 h 768985"/>
                  <a:gd name="T4" fmla="*/ 18796 w 97155"/>
                  <a:gd name="T5" fmla="*/ 729221 h 768985"/>
                  <a:gd name="T6" fmla="*/ 12141 w 97155"/>
                  <a:gd name="T7" fmla="*/ 730567 h 768985"/>
                  <a:gd name="T8" fmla="*/ 5829 w 97155"/>
                  <a:gd name="T9" fmla="*/ 734822 h 768985"/>
                  <a:gd name="T10" fmla="*/ 1562 w 97155"/>
                  <a:gd name="T11" fmla="*/ 741146 h 768985"/>
                  <a:gd name="T12" fmla="*/ 0 w 97155"/>
                  <a:gd name="T13" fmla="*/ 748880 h 768985"/>
                  <a:gd name="T14" fmla="*/ 1562 w 97155"/>
                  <a:gd name="T15" fmla="*/ 756627 h 768985"/>
                  <a:gd name="T16" fmla="*/ 5829 w 97155"/>
                  <a:gd name="T17" fmla="*/ 762939 h 768985"/>
                  <a:gd name="T18" fmla="*/ 12141 w 97155"/>
                  <a:gd name="T19" fmla="*/ 767207 h 768985"/>
                  <a:gd name="T20" fmla="*/ 19888 w 97155"/>
                  <a:gd name="T21" fmla="*/ 768769 h 768985"/>
                  <a:gd name="T22" fmla="*/ 27622 w 97155"/>
                  <a:gd name="T23" fmla="*/ 767207 h 768985"/>
                  <a:gd name="T24" fmla="*/ 33947 w 97155"/>
                  <a:gd name="T25" fmla="*/ 762939 h 768985"/>
                  <a:gd name="T26" fmla="*/ 38201 w 97155"/>
                  <a:gd name="T27" fmla="*/ 756627 h 768985"/>
                  <a:gd name="T28" fmla="*/ 39776 w 97155"/>
                  <a:gd name="T29" fmla="*/ 748880 h 768985"/>
                  <a:gd name="T30" fmla="*/ 38201 w 97155"/>
                  <a:gd name="T31" fmla="*/ 741146 h 768985"/>
                  <a:gd name="T32" fmla="*/ 33947 w 97155"/>
                  <a:gd name="T33" fmla="*/ 734822 h 768985"/>
                  <a:gd name="T34" fmla="*/ 27622 w 97155"/>
                  <a:gd name="T35" fmla="*/ 730567 h 768985"/>
                  <a:gd name="T36" fmla="*/ 23799 w 97155"/>
                  <a:gd name="T37" fmla="*/ 729792 h 768985"/>
                  <a:gd name="T38" fmla="*/ 96748 w 97155"/>
                  <a:gd name="T39" fmla="*/ 4597 h 768985"/>
                  <a:gd name="T40" fmla="*/ 96748 w 97155"/>
                  <a:gd name="T41" fmla="*/ 0 h 768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155" h="768985">
                    <a:moveTo>
                      <a:pt x="96748" y="0"/>
                    </a:moveTo>
                    <a:lnTo>
                      <a:pt x="92151" y="0"/>
                    </a:lnTo>
                    <a:lnTo>
                      <a:pt x="18796" y="729221"/>
                    </a:lnTo>
                    <a:lnTo>
                      <a:pt x="12141" y="730567"/>
                    </a:lnTo>
                    <a:lnTo>
                      <a:pt x="5829" y="734822"/>
                    </a:lnTo>
                    <a:lnTo>
                      <a:pt x="1562" y="741146"/>
                    </a:lnTo>
                    <a:lnTo>
                      <a:pt x="0" y="748880"/>
                    </a:lnTo>
                    <a:lnTo>
                      <a:pt x="1562" y="756627"/>
                    </a:lnTo>
                    <a:lnTo>
                      <a:pt x="5829" y="762939"/>
                    </a:lnTo>
                    <a:lnTo>
                      <a:pt x="12141" y="767207"/>
                    </a:lnTo>
                    <a:lnTo>
                      <a:pt x="19888" y="768769"/>
                    </a:lnTo>
                    <a:lnTo>
                      <a:pt x="27622" y="767207"/>
                    </a:lnTo>
                    <a:lnTo>
                      <a:pt x="33947" y="762939"/>
                    </a:lnTo>
                    <a:lnTo>
                      <a:pt x="38201" y="756627"/>
                    </a:lnTo>
                    <a:lnTo>
                      <a:pt x="39776" y="748880"/>
                    </a:lnTo>
                    <a:lnTo>
                      <a:pt x="38201" y="741146"/>
                    </a:lnTo>
                    <a:lnTo>
                      <a:pt x="33947" y="734822"/>
                    </a:lnTo>
                    <a:lnTo>
                      <a:pt x="27622" y="730567"/>
                    </a:lnTo>
                    <a:lnTo>
                      <a:pt x="23799" y="729792"/>
                    </a:lnTo>
                    <a:lnTo>
                      <a:pt x="96748" y="4597"/>
                    </a:lnTo>
                    <a:lnTo>
                      <a:pt x="967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23" name="object 224">
                <a:extLst>
                  <a:ext uri="{FF2B5EF4-FFF2-40B4-BE49-F238E27FC236}">
                    <a16:creationId xmlns:a16="http://schemas.microsoft.com/office/drawing/2014/main" id="{D16B46D7-A08A-4D47-85B0-0CD6B6F6F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247" y="5412333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1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1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1 h 35560"/>
                  <a:gd name="T22" fmla="*/ 27431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24" name="object 225">
                <a:extLst>
                  <a:ext uri="{FF2B5EF4-FFF2-40B4-BE49-F238E27FC236}">
                    <a16:creationId xmlns:a16="http://schemas.microsoft.com/office/drawing/2014/main" id="{60C03854-2BDE-40A8-937F-5FA5D7D5D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475" y="4658105"/>
                <a:ext cx="97790" cy="535305"/>
              </a:xfrm>
              <a:custGeom>
                <a:avLst/>
                <a:gdLst>
                  <a:gd name="T0" fmla="*/ 97205 w 97789"/>
                  <a:gd name="T1" fmla="*/ 530517 h 535304"/>
                  <a:gd name="T2" fmla="*/ 25133 w 97789"/>
                  <a:gd name="T3" fmla="*/ 43027 h 535304"/>
                  <a:gd name="T4" fmla="*/ 27622 w 97789"/>
                  <a:gd name="T5" fmla="*/ 42468 h 535304"/>
                  <a:gd name="T6" fmla="*/ 33947 w 97789"/>
                  <a:gd name="T7" fmla="*/ 37719 h 535304"/>
                  <a:gd name="T8" fmla="*/ 38201 w 97789"/>
                  <a:gd name="T9" fmla="*/ 30695 h 535304"/>
                  <a:gd name="T10" fmla="*/ 39776 w 97789"/>
                  <a:gd name="T11" fmla="*/ 22098 h 535304"/>
                  <a:gd name="T12" fmla="*/ 38201 w 97789"/>
                  <a:gd name="T13" fmla="*/ 13512 h 535304"/>
                  <a:gd name="T14" fmla="*/ 33947 w 97789"/>
                  <a:gd name="T15" fmla="*/ 6477 h 535304"/>
                  <a:gd name="T16" fmla="*/ 27622 w 97789"/>
                  <a:gd name="T17" fmla="*/ 1739 h 535304"/>
                  <a:gd name="T18" fmla="*/ 19888 w 97789"/>
                  <a:gd name="T19" fmla="*/ 0 h 535304"/>
                  <a:gd name="T20" fmla="*/ 12141 w 97789"/>
                  <a:gd name="T21" fmla="*/ 1739 h 535304"/>
                  <a:gd name="T22" fmla="*/ 5829 w 97789"/>
                  <a:gd name="T23" fmla="*/ 6477 h 535304"/>
                  <a:gd name="T24" fmla="*/ 1562 w 97789"/>
                  <a:gd name="T25" fmla="*/ 13512 h 535304"/>
                  <a:gd name="T26" fmla="*/ 0 w 97789"/>
                  <a:gd name="T27" fmla="*/ 22098 h 535304"/>
                  <a:gd name="T28" fmla="*/ 1562 w 97789"/>
                  <a:gd name="T29" fmla="*/ 30695 h 535304"/>
                  <a:gd name="T30" fmla="*/ 5829 w 97789"/>
                  <a:gd name="T31" fmla="*/ 37719 h 535304"/>
                  <a:gd name="T32" fmla="*/ 12141 w 97789"/>
                  <a:gd name="T33" fmla="*/ 42468 h 535304"/>
                  <a:gd name="T34" fmla="*/ 19888 w 97789"/>
                  <a:gd name="T35" fmla="*/ 44196 h 535304"/>
                  <a:gd name="T36" fmla="*/ 20027 w 97789"/>
                  <a:gd name="T37" fmla="*/ 44170 h 535304"/>
                  <a:gd name="T38" fmla="*/ 92608 w 97789"/>
                  <a:gd name="T39" fmla="*/ 535114 h 535304"/>
                  <a:gd name="T40" fmla="*/ 97205 w 97789"/>
                  <a:gd name="T41" fmla="*/ 535114 h 535304"/>
                  <a:gd name="T42" fmla="*/ 97205 w 97789"/>
                  <a:gd name="T43" fmla="*/ 530517 h 535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7789" h="535304">
                    <a:moveTo>
                      <a:pt x="97205" y="530517"/>
                    </a:moveTo>
                    <a:lnTo>
                      <a:pt x="25133" y="43027"/>
                    </a:lnTo>
                    <a:lnTo>
                      <a:pt x="27622" y="42468"/>
                    </a:lnTo>
                    <a:lnTo>
                      <a:pt x="33947" y="37719"/>
                    </a:lnTo>
                    <a:lnTo>
                      <a:pt x="38201" y="30695"/>
                    </a:lnTo>
                    <a:lnTo>
                      <a:pt x="39776" y="22098"/>
                    </a:lnTo>
                    <a:lnTo>
                      <a:pt x="38201" y="13512"/>
                    </a:lnTo>
                    <a:lnTo>
                      <a:pt x="33947" y="6477"/>
                    </a:lnTo>
                    <a:lnTo>
                      <a:pt x="27622" y="1739"/>
                    </a:lnTo>
                    <a:lnTo>
                      <a:pt x="19888" y="0"/>
                    </a:lnTo>
                    <a:lnTo>
                      <a:pt x="12141" y="1739"/>
                    </a:lnTo>
                    <a:lnTo>
                      <a:pt x="5829" y="6477"/>
                    </a:lnTo>
                    <a:lnTo>
                      <a:pt x="1562" y="13512"/>
                    </a:lnTo>
                    <a:lnTo>
                      <a:pt x="0" y="22098"/>
                    </a:lnTo>
                    <a:lnTo>
                      <a:pt x="1562" y="30695"/>
                    </a:lnTo>
                    <a:lnTo>
                      <a:pt x="5829" y="37719"/>
                    </a:lnTo>
                    <a:lnTo>
                      <a:pt x="12141" y="42468"/>
                    </a:lnTo>
                    <a:lnTo>
                      <a:pt x="19888" y="44196"/>
                    </a:lnTo>
                    <a:lnTo>
                      <a:pt x="20027" y="44170"/>
                    </a:lnTo>
                    <a:lnTo>
                      <a:pt x="92608" y="535114"/>
                    </a:lnTo>
                    <a:lnTo>
                      <a:pt x="97205" y="535114"/>
                    </a:lnTo>
                    <a:lnTo>
                      <a:pt x="97205" y="53051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25" name="object 226">
                <a:extLst>
                  <a:ext uri="{FF2B5EF4-FFF2-40B4-BE49-F238E27FC236}">
                    <a16:creationId xmlns:a16="http://schemas.microsoft.com/office/drawing/2014/main" id="{EADA91AC-0D3B-434B-9470-FCE0DF4FA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2685" y="4661077"/>
                <a:ext cx="35560" cy="40005"/>
              </a:xfrm>
              <a:custGeom>
                <a:avLst/>
                <a:gdLst>
                  <a:gd name="T0" fmla="*/ 17678 w 35560"/>
                  <a:gd name="T1" fmla="*/ 39776 h 40004"/>
                  <a:gd name="T2" fmla="*/ 10801 w 35560"/>
                  <a:gd name="T3" fmla="*/ 38211 h 40004"/>
                  <a:gd name="T4" fmla="*/ 5181 w 35560"/>
                  <a:gd name="T5" fmla="*/ 33947 h 40004"/>
                  <a:gd name="T6" fmla="*/ 1390 w 35560"/>
                  <a:gd name="T7" fmla="*/ 27624 h 40004"/>
                  <a:gd name="T8" fmla="*/ 0 w 35560"/>
                  <a:gd name="T9" fmla="*/ 19888 h 40004"/>
                  <a:gd name="T10" fmla="*/ 1390 w 35560"/>
                  <a:gd name="T11" fmla="*/ 12151 h 40004"/>
                  <a:gd name="T12" fmla="*/ 5181 w 35560"/>
                  <a:gd name="T13" fmla="*/ 5829 h 40004"/>
                  <a:gd name="T14" fmla="*/ 10801 w 35560"/>
                  <a:gd name="T15" fmla="*/ 1564 h 40004"/>
                  <a:gd name="T16" fmla="*/ 17678 w 35560"/>
                  <a:gd name="T17" fmla="*/ 0 h 40004"/>
                  <a:gd name="T18" fmla="*/ 24555 w 35560"/>
                  <a:gd name="T19" fmla="*/ 1564 h 40004"/>
                  <a:gd name="T20" fmla="*/ 30175 w 35560"/>
                  <a:gd name="T21" fmla="*/ 5829 h 40004"/>
                  <a:gd name="T22" fmla="*/ 33966 w 35560"/>
                  <a:gd name="T23" fmla="*/ 12151 h 40004"/>
                  <a:gd name="T24" fmla="*/ 35356 w 35560"/>
                  <a:gd name="T25" fmla="*/ 19888 h 40004"/>
                  <a:gd name="T26" fmla="*/ 33966 w 35560"/>
                  <a:gd name="T27" fmla="*/ 27624 h 40004"/>
                  <a:gd name="T28" fmla="*/ 30175 w 35560"/>
                  <a:gd name="T29" fmla="*/ 33947 h 40004"/>
                  <a:gd name="T30" fmla="*/ 24555 w 35560"/>
                  <a:gd name="T31" fmla="*/ 38211 h 40004"/>
                  <a:gd name="T32" fmla="*/ 17678 w 35560"/>
                  <a:gd name="T33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560" h="40004">
                    <a:moveTo>
                      <a:pt x="17678" y="39776"/>
                    </a:moveTo>
                    <a:lnTo>
                      <a:pt x="10801" y="38211"/>
                    </a:lnTo>
                    <a:lnTo>
                      <a:pt x="5181" y="33947"/>
                    </a:lnTo>
                    <a:lnTo>
                      <a:pt x="1390" y="27624"/>
                    </a:lnTo>
                    <a:lnTo>
                      <a:pt x="0" y="19888"/>
                    </a:lnTo>
                    <a:lnTo>
                      <a:pt x="1390" y="12151"/>
                    </a:lnTo>
                    <a:lnTo>
                      <a:pt x="5181" y="5829"/>
                    </a:lnTo>
                    <a:lnTo>
                      <a:pt x="10801" y="1564"/>
                    </a:lnTo>
                    <a:lnTo>
                      <a:pt x="17678" y="0"/>
                    </a:lnTo>
                    <a:lnTo>
                      <a:pt x="24555" y="1564"/>
                    </a:lnTo>
                    <a:lnTo>
                      <a:pt x="30175" y="5829"/>
                    </a:lnTo>
                    <a:lnTo>
                      <a:pt x="33966" y="12151"/>
                    </a:lnTo>
                    <a:lnTo>
                      <a:pt x="35356" y="19888"/>
                    </a:lnTo>
                    <a:lnTo>
                      <a:pt x="33966" y="27624"/>
                    </a:lnTo>
                    <a:lnTo>
                      <a:pt x="30175" y="33947"/>
                    </a:lnTo>
                    <a:lnTo>
                      <a:pt x="24555" y="38211"/>
                    </a:lnTo>
                    <a:lnTo>
                      <a:pt x="17678" y="3977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26" name="object 227">
                <a:extLst>
                  <a:ext uri="{FF2B5EF4-FFF2-40B4-BE49-F238E27FC236}">
                    <a16:creationId xmlns:a16="http://schemas.microsoft.com/office/drawing/2014/main" id="{EA377426-84AE-4649-8969-CD745A335A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151" y="5171617"/>
                <a:ext cx="40005" cy="40005"/>
              </a:xfrm>
              <a:custGeom>
                <a:avLst/>
                <a:gdLst>
                  <a:gd name="T0" fmla="*/ 39776 w 40005"/>
                  <a:gd name="T1" fmla="*/ 19888 h 40004"/>
                  <a:gd name="T2" fmla="*/ 38211 w 40005"/>
                  <a:gd name="T3" fmla="*/ 12151 h 40004"/>
                  <a:gd name="T4" fmla="*/ 33947 w 40005"/>
                  <a:gd name="T5" fmla="*/ 5829 h 40004"/>
                  <a:gd name="T6" fmla="*/ 27624 w 40005"/>
                  <a:gd name="T7" fmla="*/ 1564 h 40004"/>
                  <a:gd name="T8" fmla="*/ 19888 w 40005"/>
                  <a:gd name="T9" fmla="*/ 0 h 40004"/>
                  <a:gd name="T10" fmla="*/ 12151 w 40005"/>
                  <a:gd name="T11" fmla="*/ 1564 h 40004"/>
                  <a:gd name="T12" fmla="*/ 5829 w 40005"/>
                  <a:gd name="T13" fmla="*/ 5829 h 40004"/>
                  <a:gd name="T14" fmla="*/ 1564 w 40005"/>
                  <a:gd name="T15" fmla="*/ 12151 h 40004"/>
                  <a:gd name="T16" fmla="*/ 0 w 40005"/>
                  <a:gd name="T17" fmla="*/ 19888 h 40004"/>
                  <a:gd name="T18" fmla="*/ 1564 w 40005"/>
                  <a:gd name="T19" fmla="*/ 27624 h 40004"/>
                  <a:gd name="T20" fmla="*/ 5829 w 40005"/>
                  <a:gd name="T21" fmla="*/ 33947 h 40004"/>
                  <a:gd name="T22" fmla="*/ 12151 w 40005"/>
                  <a:gd name="T23" fmla="*/ 38211 h 40004"/>
                  <a:gd name="T24" fmla="*/ 19888 w 40005"/>
                  <a:gd name="T25" fmla="*/ 39776 h 40004"/>
                  <a:gd name="T26" fmla="*/ 27624 w 40005"/>
                  <a:gd name="T27" fmla="*/ 38211 h 40004"/>
                  <a:gd name="T28" fmla="*/ 33947 w 40005"/>
                  <a:gd name="T29" fmla="*/ 33947 h 40004"/>
                  <a:gd name="T30" fmla="*/ 38211 w 40005"/>
                  <a:gd name="T31" fmla="*/ 27624 h 40004"/>
                  <a:gd name="T32" fmla="*/ 39776 w 40005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5" h="40004">
                    <a:moveTo>
                      <a:pt x="39776" y="19888"/>
                    </a:moveTo>
                    <a:lnTo>
                      <a:pt x="38211" y="12151"/>
                    </a:lnTo>
                    <a:lnTo>
                      <a:pt x="33947" y="5829"/>
                    </a:lnTo>
                    <a:lnTo>
                      <a:pt x="27624" y="1564"/>
                    </a:lnTo>
                    <a:lnTo>
                      <a:pt x="19888" y="0"/>
                    </a:lnTo>
                    <a:lnTo>
                      <a:pt x="12151" y="1564"/>
                    </a:lnTo>
                    <a:lnTo>
                      <a:pt x="5829" y="5829"/>
                    </a:lnTo>
                    <a:lnTo>
                      <a:pt x="1564" y="12151"/>
                    </a:lnTo>
                    <a:lnTo>
                      <a:pt x="0" y="19888"/>
                    </a:lnTo>
                    <a:lnTo>
                      <a:pt x="1564" y="27624"/>
                    </a:lnTo>
                    <a:lnTo>
                      <a:pt x="5829" y="33947"/>
                    </a:lnTo>
                    <a:lnTo>
                      <a:pt x="12151" y="38211"/>
                    </a:lnTo>
                    <a:lnTo>
                      <a:pt x="19888" y="39776"/>
                    </a:lnTo>
                    <a:lnTo>
                      <a:pt x="27624" y="38211"/>
                    </a:lnTo>
                    <a:lnTo>
                      <a:pt x="33947" y="33947"/>
                    </a:lnTo>
                    <a:lnTo>
                      <a:pt x="38211" y="27624"/>
                    </a:lnTo>
                    <a:lnTo>
                      <a:pt x="3977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27" name="object 228">
                <a:extLst>
                  <a:ext uri="{FF2B5EF4-FFF2-40B4-BE49-F238E27FC236}">
                    <a16:creationId xmlns:a16="http://schemas.microsoft.com/office/drawing/2014/main" id="{08CD9E8E-03B8-4F37-AD6A-53B817C5A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123" y="5173065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2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1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2 h 35560"/>
                  <a:gd name="T22" fmla="*/ 27431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2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2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28" name="object 229">
                <a:extLst>
                  <a:ext uri="{FF2B5EF4-FFF2-40B4-BE49-F238E27FC236}">
                    <a16:creationId xmlns:a16="http://schemas.microsoft.com/office/drawing/2014/main" id="{E9FFDAFB-C9A0-4114-A3BE-CA8D526740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1366" y="4768761"/>
                <a:ext cx="247561" cy="190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29" name="object 230">
                <a:extLst>
                  <a:ext uri="{FF2B5EF4-FFF2-40B4-BE49-F238E27FC236}">
                    <a16:creationId xmlns:a16="http://schemas.microsoft.com/office/drawing/2014/main" id="{E4B6B697-011E-4E3B-8061-0660D709A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2512" y="4750993"/>
                <a:ext cx="97155" cy="442595"/>
              </a:xfrm>
              <a:custGeom>
                <a:avLst/>
                <a:gdLst>
                  <a:gd name="T0" fmla="*/ 97129 w 97155"/>
                  <a:gd name="T1" fmla="*/ 437629 h 442595"/>
                  <a:gd name="T2" fmla="*/ 29883 w 97155"/>
                  <a:gd name="T3" fmla="*/ 38366 h 442595"/>
                  <a:gd name="T4" fmla="*/ 30683 w 97155"/>
                  <a:gd name="T5" fmla="*/ 38214 h 442595"/>
                  <a:gd name="T6" fmla="*/ 37719 w 97155"/>
                  <a:gd name="T7" fmla="*/ 33947 h 442595"/>
                  <a:gd name="T8" fmla="*/ 42456 w 97155"/>
                  <a:gd name="T9" fmla="*/ 27635 h 442595"/>
                  <a:gd name="T10" fmla="*/ 44196 w 97155"/>
                  <a:gd name="T11" fmla="*/ 19888 h 442595"/>
                  <a:gd name="T12" fmla="*/ 42456 w 97155"/>
                  <a:gd name="T13" fmla="*/ 12153 h 442595"/>
                  <a:gd name="T14" fmla="*/ 37719 w 97155"/>
                  <a:gd name="T15" fmla="*/ 5829 h 442595"/>
                  <a:gd name="T16" fmla="*/ 30683 w 97155"/>
                  <a:gd name="T17" fmla="*/ 1574 h 442595"/>
                  <a:gd name="T18" fmla="*/ 22098 w 97155"/>
                  <a:gd name="T19" fmla="*/ 0 h 442595"/>
                  <a:gd name="T20" fmla="*/ 13500 w 97155"/>
                  <a:gd name="T21" fmla="*/ 1574 h 442595"/>
                  <a:gd name="T22" fmla="*/ 6477 w 97155"/>
                  <a:gd name="T23" fmla="*/ 5829 h 442595"/>
                  <a:gd name="T24" fmla="*/ 1727 w 97155"/>
                  <a:gd name="T25" fmla="*/ 12153 h 442595"/>
                  <a:gd name="T26" fmla="*/ 0 w 97155"/>
                  <a:gd name="T27" fmla="*/ 19888 h 442595"/>
                  <a:gd name="T28" fmla="*/ 1727 w 97155"/>
                  <a:gd name="T29" fmla="*/ 27635 h 442595"/>
                  <a:gd name="T30" fmla="*/ 6477 w 97155"/>
                  <a:gd name="T31" fmla="*/ 33959 h 442595"/>
                  <a:gd name="T32" fmla="*/ 13500 w 97155"/>
                  <a:gd name="T33" fmla="*/ 38214 h 442595"/>
                  <a:gd name="T34" fmla="*/ 22098 w 97155"/>
                  <a:gd name="T35" fmla="*/ 39776 h 442595"/>
                  <a:gd name="T36" fmla="*/ 24663 w 97155"/>
                  <a:gd name="T37" fmla="*/ 39319 h 442595"/>
                  <a:gd name="T38" fmla="*/ 92532 w 97155"/>
                  <a:gd name="T39" fmla="*/ 442226 h 442595"/>
                  <a:gd name="T40" fmla="*/ 97129 w 97155"/>
                  <a:gd name="T41" fmla="*/ 442226 h 442595"/>
                  <a:gd name="T42" fmla="*/ 97129 w 97155"/>
                  <a:gd name="T43" fmla="*/ 437629 h 442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7155" h="442595">
                    <a:moveTo>
                      <a:pt x="97129" y="437629"/>
                    </a:moveTo>
                    <a:lnTo>
                      <a:pt x="29883" y="38366"/>
                    </a:lnTo>
                    <a:lnTo>
                      <a:pt x="30683" y="38214"/>
                    </a:lnTo>
                    <a:lnTo>
                      <a:pt x="37719" y="33947"/>
                    </a:lnTo>
                    <a:lnTo>
                      <a:pt x="42456" y="27635"/>
                    </a:lnTo>
                    <a:lnTo>
                      <a:pt x="44196" y="19888"/>
                    </a:lnTo>
                    <a:lnTo>
                      <a:pt x="42456" y="12153"/>
                    </a:lnTo>
                    <a:lnTo>
                      <a:pt x="37719" y="5829"/>
                    </a:lnTo>
                    <a:lnTo>
                      <a:pt x="30683" y="1574"/>
                    </a:lnTo>
                    <a:lnTo>
                      <a:pt x="22098" y="0"/>
                    </a:lnTo>
                    <a:lnTo>
                      <a:pt x="13500" y="1574"/>
                    </a:lnTo>
                    <a:lnTo>
                      <a:pt x="6477" y="5829"/>
                    </a:lnTo>
                    <a:lnTo>
                      <a:pt x="1727" y="12153"/>
                    </a:lnTo>
                    <a:lnTo>
                      <a:pt x="0" y="19888"/>
                    </a:lnTo>
                    <a:lnTo>
                      <a:pt x="1727" y="27635"/>
                    </a:lnTo>
                    <a:lnTo>
                      <a:pt x="6477" y="33959"/>
                    </a:lnTo>
                    <a:lnTo>
                      <a:pt x="13500" y="38214"/>
                    </a:lnTo>
                    <a:lnTo>
                      <a:pt x="22098" y="39776"/>
                    </a:lnTo>
                    <a:lnTo>
                      <a:pt x="24663" y="39319"/>
                    </a:lnTo>
                    <a:lnTo>
                      <a:pt x="92532" y="442226"/>
                    </a:lnTo>
                    <a:lnTo>
                      <a:pt x="97129" y="442226"/>
                    </a:lnTo>
                    <a:lnTo>
                      <a:pt x="97129" y="4376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30" name="object 231">
                <a:extLst>
                  <a:ext uri="{FF2B5EF4-FFF2-40B4-BE49-F238E27FC236}">
                    <a16:creationId xmlns:a16="http://schemas.microsoft.com/office/drawing/2014/main" id="{EBA248BC-87CD-400E-85D3-95DD6CB26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3959" y="4753203"/>
                <a:ext cx="40005" cy="35560"/>
              </a:xfrm>
              <a:custGeom>
                <a:avLst/>
                <a:gdLst>
                  <a:gd name="T0" fmla="*/ 19888 w 40005"/>
                  <a:gd name="T1" fmla="*/ 35356 h 35560"/>
                  <a:gd name="T2" fmla="*/ 12151 w 40005"/>
                  <a:gd name="T3" fmla="*/ 33966 h 35560"/>
                  <a:gd name="T4" fmla="*/ 5829 w 40005"/>
                  <a:gd name="T5" fmla="*/ 30175 h 35560"/>
                  <a:gd name="T6" fmla="*/ 1564 w 40005"/>
                  <a:gd name="T7" fmla="*/ 24555 h 35560"/>
                  <a:gd name="T8" fmla="*/ 0 w 40005"/>
                  <a:gd name="T9" fmla="*/ 17678 h 35560"/>
                  <a:gd name="T10" fmla="*/ 1564 w 40005"/>
                  <a:gd name="T11" fmla="*/ 10801 h 35560"/>
                  <a:gd name="T12" fmla="*/ 5829 w 40005"/>
                  <a:gd name="T13" fmla="*/ 5181 h 35560"/>
                  <a:gd name="T14" fmla="*/ 12151 w 40005"/>
                  <a:gd name="T15" fmla="*/ 1390 h 35560"/>
                  <a:gd name="T16" fmla="*/ 19888 w 40005"/>
                  <a:gd name="T17" fmla="*/ 0 h 35560"/>
                  <a:gd name="T18" fmla="*/ 27624 w 40005"/>
                  <a:gd name="T19" fmla="*/ 1390 h 35560"/>
                  <a:gd name="T20" fmla="*/ 33947 w 40005"/>
                  <a:gd name="T21" fmla="*/ 5181 h 35560"/>
                  <a:gd name="T22" fmla="*/ 38211 w 40005"/>
                  <a:gd name="T23" fmla="*/ 10801 h 35560"/>
                  <a:gd name="T24" fmla="*/ 39776 w 40005"/>
                  <a:gd name="T25" fmla="*/ 17678 h 35560"/>
                  <a:gd name="T26" fmla="*/ 38211 w 40005"/>
                  <a:gd name="T27" fmla="*/ 24555 h 35560"/>
                  <a:gd name="T28" fmla="*/ 33947 w 40005"/>
                  <a:gd name="T29" fmla="*/ 30175 h 35560"/>
                  <a:gd name="T30" fmla="*/ 27624 w 40005"/>
                  <a:gd name="T31" fmla="*/ 33966 h 35560"/>
                  <a:gd name="T32" fmla="*/ 19888 w 40005"/>
                  <a:gd name="T33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5" h="35560">
                    <a:moveTo>
                      <a:pt x="19888" y="35356"/>
                    </a:moveTo>
                    <a:lnTo>
                      <a:pt x="12151" y="33966"/>
                    </a:lnTo>
                    <a:lnTo>
                      <a:pt x="5829" y="30175"/>
                    </a:lnTo>
                    <a:lnTo>
                      <a:pt x="1564" y="24555"/>
                    </a:lnTo>
                    <a:lnTo>
                      <a:pt x="0" y="17678"/>
                    </a:lnTo>
                    <a:lnTo>
                      <a:pt x="1564" y="10801"/>
                    </a:lnTo>
                    <a:lnTo>
                      <a:pt x="5829" y="5181"/>
                    </a:lnTo>
                    <a:lnTo>
                      <a:pt x="12151" y="1390"/>
                    </a:lnTo>
                    <a:lnTo>
                      <a:pt x="19888" y="0"/>
                    </a:lnTo>
                    <a:lnTo>
                      <a:pt x="27624" y="1390"/>
                    </a:lnTo>
                    <a:lnTo>
                      <a:pt x="33947" y="5181"/>
                    </a:lnTo>
                    <a:lnTo>
                      <a:pt x="38211" y="10801"/>
                    </a:lnTo>
                    <a:lnTo>
                      <a:pt x="39776" y="17678"/>
                    </a:lnTo>
                    <a:lnTo>
                      <a:pt x="38211" y="24555"/>
                    </a:lnTo>
                    <a:lnTo>
                      <a:pt x="33947" y="30175"/>
                    </a:lnTo>
                    <a:lnTo>
                      <a:pt x="27624" y="33966"/>
                    </a:lnTo>
                    <a:lnTo>
                      <a:pt x="1988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31" name="object 232">
                <a:extLst>
                  <a:ext uri="{FF2B5EF4-FFF2-40B4-BE49-F238E27FC236}">
                    <a16:creationId xmlns:a16="http://schemas.microsoft.com/office/drawing/2014/main" id="{54987ABF-5844-4B4A-9D71-D230223C61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7111" y="5170766"/>
                <a:ext cx="190652" cy="208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32" name="object 233">
                <a:extLst>
                  <a:ext uri="{FF2B5EF4-FFF2-40B4-BE49-F238E27FC236}">
                    <a16:creationId xmlns:a16="http://schemas.microsoft.com/office/drawing/2014/main" id="{37C06E20-A7B2-4F25-AF71-549CC00D70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43440" y="4932286"/>
                <a:ext cx="97447" cy="795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33" name="object 234">
                <a:extLst>
                  <a:ext uri="{FF2B5EF4-FFF2-40B4-BE49-F238E27FC236}">
                    <a16:creationId xmlns:a16="http://schemas.microsoft.com/office/drawing/2014/main" id="{0504EA87-92DF-4E69-BC9C-D5395A64C9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967" y="4914137"/>
                <a:ext cx="97155" cy="610870"/>
              </a:xfrm>
              <a:custGeom>
                <a:avLst/>
                <a:gdLst>
                  <a:gd name="T0" fmla="*/ 97053 w 97155"/>
                  <a:gd name="T1" fmla="*/ 605955 h 610870"/>
                  <a:gd name="T2" fmla="*/ 25095 w 97155"/>
                  <a:gd name="T3" fmla="*/ 43040 h 610870"/>
                  <a:gd name="T4" fmla="*/ 27622 w 97155"/>
                  <a:gd name="T5" fmla="*/ 42468 h 610870"/>
                  <a:gd name="T6" fmla="*/ 33947 w 97155"/>
                  <a:gd name="T7" fmla="*/ 37731 h 610870"/>
                  <a:gd name="T8" fmla="*/ 38201 w 97155"/>
                  <a:gd name="T9" fmla="*/ 30708 h 610870"/>
                  <a:gd name="T10" fmla="*/ 39776 w 97155"/>
                  <a:gd name="T11" fmla="*/ 22098 h 610870"/>
                  <a:gd name="T12" fmla="*/ 38201 w 97155"/>
                  <a:gd name="T13" fmla="*/ 13512 h 610870"/>
                  <a:gd name="T14" fmla="*/ 33947 w 97155"/>
                  <a:gd name="T15" fmla="*/ 6489 h 610870"/>
                  <a:gd name="T16" fmla="*/ 27622 w 97155"/>
                  <a:gd name="T17" fmla="*/ 1739 h 610870"/>
                  <a:gd name="T18" fmla="*/ 19888 w 97155"/>
                  <a:gd name="T19" fmla="*/ 0 h 610870"/>
                  <a:gd name="T20" fmla="*/ 12141 w 97155"/>
                  <a:gd name="T21" fmla="*/ 1739 h 610870"/>
                  <a:gd name="T22" fmla="*/ 5829 w 97155"/>
                  <a:gd name="T23" fmla="*/ 6477 h 610870"/>
                  <a:gd name="T24" fmla="*/ 1562 w 97155"/>
                  <a:gd name="T25" fmla="*/ 13512 h 610870"/>
                  <a:gd name="T26" fmla="*/ 0 w 97155"/>
                  <a:gd name="T27" fmla="*/ 22098 h 610870"/>
                  <a:gd name="T28" fmla="*/ 1562 w 97155"/>
                  <a:gd name="T29" fmla="*/ 30708 h 610870"/>
                  <a:gd name="T30" fmla="*/ 5829 w 97155"/>
                  <a:gd name="T31" fmla="*/ 37731 h 610870"/>
                  <a:gd name="T32" fmla="*/ 12141 w 97155"/>
                  <a:gd name="T33" fmla="*/ 42468 h 610870"/>
                  <a:gd name="T34" fmla="*/ 19888 w 97155"/>
                  <a:gd name="T35" fmla="*/ 44196 h 610870"/>
                  <a:gd name="T36" fmla="*/ 20053 w 97155"/>
                  <a:gd name="T37" fmla="*/ 44157 h 610870"/>
                  <a:gd name="T38" fmla="*/ 92456 w 97155"/>
                  <a:gd name="T39" fmla="*/ 610552 h 610870"/>
                  <a:gd name="T40" fmla="*/ 97053 w 97155"/>
                  <a:gd name="T41" fmla="*/ 610552 h 610870"/>
                  <a:gd name="T42" fmla="*/ 97053 w 97155"/>
                  <a:gd name="T43" fmla="*/ 605955 h 6108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7155" h="610870">
                    <a:moveTo>
                      <a:pt x="97053" y="605955"/>
                    </a:moveTo>
                    <a:lnTo>
                      <a:pt x="25095" y="43040"/>
                    </a:lnTo>
                    <a:lnTo>
                      <a:pt x="27622" y="42468"/>
                    </a:lnTo>
                    <a:lnTo>
                      <a:pt x="33947" y="37731"/>
                    </a:lnTo>
                    <a:lnTo>
                      <a:pt x="38201" y="30708"/>
                    </a:lnTo>
                    <a:lnTo>
                      <a:pt x="39776" y="22098"/>
                    </a:lnTo>
                    <a:lnTo>
                      <a:pt x="38201" y="13512"/>
                    </a:lnTo>
                    <a:lnTo>
                      <a:pt x="33947" y="6489"/>
                    </a:lnTo>
                    <a:lnTo>
                      <a:pt x="27622" y="1739"/>
                    </a:lnTo>
                    <a:lnTo>
                      <a:pt x="19888" y="0"/>
                    </a:lnTo>
                    <a:lnTo>
                      <a:pt x="12141" y="1739"/>
                    </a:lnTo>
                    <a:lnTo>
                      <a:pt x="5829" y="6477"/>
                    </a:lnTo>
                    <a:lnTo>
                      <a:pt x="1562" y="13512"/>
                    </a:lnTo>
                    <a:lnTo>
                      <a:pt x="0" y="22098"/>
                    </a:lnTo>
                    <a:lnTo>
                      <a:pt x="1562" y="30708"/>
                    </a:lnTo>
                    <a:lnTo>
                      <a:pt x="5829" y="37731"/>
                    </a:lnTo>
                    <a:lnTo>
                      <a:pt x="12141" y="42468"/>
                    </a:lnTo>
                    <a:lnTo>
                      <a:pt x="19888" y="44196"/>
                    </a:lnTo>
                    <a:lnTo>
                      <a:pt x="20053" y="44157"/>
                    </a:lnTo>
                    <a:lnTo>
                      <a:pt x="92456" y="610552"/>
                    </a:lnTo>
                    <a:lnTo>
                      <a:pt x="97053" y="610552"/>
                    </a:lnTo>
                    <a:lnTo>
                      <a:pt x="97053" y="6059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34" name="object 235">
                <a:extLst>
                  <a:ext uri="{FF2B5EF4-FFF2-40B4-BE49-F238E27FC236}">
                    <a16:creationId xmlns:a16="http://schemas.microsoft.com/office/drawing/2014/main" id="{BF8AA390-3086-4772-BCF7-CD7361D5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415" y="4917109"/>
                <a:ext cx="35560" cy="40005"/>
              </a:xfrm>
              <a:custGeom>
                <a:avLst/>
                <a:gdLst>
                  <a:gd name="T0" fmla="*/ 17678 w 35560"/>
                  <a:gd name="T1" fmla="*/ 39776 h 40004"/>
                  <a:gd name="T2" fmla="*/ 10801 w 35560"/>
                  <a:gd name="T3" fmla="*/ 38211 h 40004"/>
                  <a:gd name="T4" fmla="*/ 5181 w 35560"/>
                  <a:gd name="T5" fmla="*/ 33947 h 40004"/>
                  <a:gd name="T6" fmla="*/ 1390 w 35560"/>
                  <a:gd name="T7" fmla="*/ 27624 h 40004"/>
                  <a:gd name="T8" fmla="*/ 0 w 35560"/>
                  <a:gd name="T9" fmla="*/ 19888 h 40004"/>
                  <a:gd name="T10" fmla="*/ 1390 w 35560"/>
                  <a:gd name="T11" fmla="*/ 12151 h 40004"/>
                  <a:gd name="T12" fmla="*/ 5181 w 35560"/>
                  <a:gd name="T13" fmla="*/ 5829 h 40004"/>
                  <a:gd name="T14" fmla="*/ 10801 w 35560"/>
                  <a:gd name="T15" fmla="*/ 1564 h 40004"/>
                  <a:gd name="T16" fmla="*/ 17678 w 35560"/>
                  <a:gd name="T17" fmla="*/ 0 h 40004"/>
                  <a:gd name="T18" fmla="*/ 24555 w 35560"/>
                  <a:gd name="T19" fmla="*/ 1564 h 40004"/>
                  <a:gd name="T20" fmla="*/ 30175 w 35560"/>
                  <a:gd name="T21" fmla="*/ 5829 h 40004"/>
                  <a:gd name="T22" fmla="*/ 33966 w 35560"/>
                  <a:gd name="T23" fmla="*/ 12151 h 40004"/>
                  <a:gd name="T24" fmla="*/ 35356 w 35560"/>
                  <a:gd name="T25" fmla="*/ 19888 h 40004"/>
                  <a:gd name="T26" fmla="*/ 33966 w 35560"/>
                  <a:gd name="T27" fmla="*/ 27624 h 40004"/>
                  <a:gd name="T28" fmla="*/ 30175 w 35560"/>
                  <a:gd name="T29" fmla="*/ 33947 h 40004"/>
                  <a:gd name="T30" fmla="*/ 24555 w 35560"/>
                  <a:gd name="T31" fmla="*/ 38211 h 40004"/>
                  <a:gd name="T32" fmla="*/ 17678 w 35560"/>
                  <a:gd name="T33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560" h="40004">
                    <a:moveTo>
                      <a:pt x="17678" y="39776"/>
                    </a:moveTo>
                    <a:lnTo>
                      <a:pt x="10801" y="38211"/>
                    </a:lnTo>
                    <a:lnTo>
                      <a:pt x="5181" y="33947"/>
                    </a:lnTo>
                    <a:lnTo>
                      <a:pt x="1390" y="27624"/>
                    </a:lnTo>
                    <a:lnTo>
                      <a:pt x="0" y="19888"/>
                    </a:lnTo>
                    <a:lnTo>
                      <a:pt x="1390" y="12151"/>
                    </a:lnTo>
                    <a:lnTo>
                      <a:pt x="5181" y="5829"/>
                    </a:lnTo>
                    <a:lnTo>
                      <a:pt x="10801" y="1564"/>
                    </a:lnTo>
                    <a:lnTo>
                      <a:pt x="17678" y="0"/>
                    </a:lnTo>
                    <a:lnTo>
                      <a:pt x="24555" y="1564"/>
                    </a:lnTo>
                    <a:lnTo>
                      <a:pt x="30175" y="5829"/>
                    </a:lnTo>
                    <a:lnTo>
                      <a:pt x="33966" y="12151"/>
                    </a:lnTo>
                    <a:lnTo>
                      <a:pt x="35356" y="19888"/>
                    </a:lnTo>
                    <a:lnTo>
                      <a:pt x="33966" y="27624"/>
                    </a:lnTo>
                    <a:lnTo>
                      <a:pt x="30175" y="33947"/>
                    </a:lnTo>
                    <a:lnTo>
                      <a:pt x="24555" y="38211"/>
                    </a:lnTo>
                    <a:lnTo>
                      <a:pt x="17678" y="3977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35" name="object 236">
                <a:extLst>
                  <a:ext uri="{FF2B5EF4-FFF2-40B4-BE49-F238E27FC236}">
                    <a16:creationId xmlns:a16="http://schemas.microsoft.com/office/drawing/2014/main" id="{998EB073-6DBC-4828-9DB7-F7BC5BADA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3643" y="5100230"/>
                <a:ext cx="97790" cy="441959"/>
              </a:xfrm>
              <a:custGeom>
                <a:avLst/>
                <a:gdLst>
                  <a:gd name="T0" fmla="*/ 97510 w 97789"/>
                  <a:gd name="T1" fmla="*/ 0 h 441960"/>
                  <a:gd name="T2" fmla="*/ 92913 w 97789"/>
                  <a:gd name="T3" fmla="*/ 0 h 441960"/>
                  <a:gd name="T4" fmla="*/ 20916 w 97789"/>
                  <a:gd name="T5" fmla="*/ 402310 h 441960"/>
                  <a:gd name="T6" fmla="*/ 19888 w 97789"/>
                  <a:gd name="T7" fmla="*/ 402094 h 441960"/>
                  <a:gd name="T8" fmla="*/ 12141 w 97789"/>
                  <a:gd name="T9" fmla="*/ 403669 h 441960"/>
                  <a:gd name="T10" fmla="*/ 5829 w 97789"/>
                  <a:gd name="T11" fmla="*/ 407924 h 441960"/>
                  <a:gd name="T12" fmla="*/ 1562 w 97789"/>
                  <a:gd name="T13" fmla="*/ 414248 h 441960"/>
                  <a:gd name="T14" fmla="*/ 0 w 97789"/>
                  <a:gd name="T15" fmla="*/ 421982 h 441960"/>
                  <a:gd name="T16" fmla="*/ 1562 w 97789"/>
                  <a:gd name="T17" fmla="*/ 429729 h 441960"/>
                  <a:gd name="T18" fmla="*/ 5829 w 97789"/>
                  <a:gd name="T19" fmla="*/ 436041 h 441960"/>
                  <a:gd name="T20" fmla="*/ 12141 w 97789"/>
                  <a:gd name="T21" fmla="*/ 440309 h 441960"/>
                  <a:gd name="T22" fmla="*/ 19888 w 97789"/>
                  <a:gd name="T23" fmla="*/ 441871 h 441960"/>
                  <a:gd name="T24" fmla="*/ 27622 w 97789"/>
                  <a:gd name="T25" fmla="*/ 440309 h 441960"/>
                  <a:gd name="T26" fmla="*/ 33947 w 97789"/>
                  <a:gd name="T27" fmla="*/ 436041 h 441960"/>
                  <a:gd name="T28" fmla="*/ 38201 w 97789"/>
                  <a:gd name="T29" fmla="*/ 429729 h 441960"/>
                  <a:gd name="T30" fmla="*/ 39776 w 97789"/>
                  <a:gd name="T31" fmla="*/ 421982 h 441960"/>
                  <a:gd name="T32" fmla="*/ 38201 w 97789"/>
                  <a:gd name="T33" fmla="*/ 414248 h 441960"/>
                  <a:gd name="T34" fmla="*/ 33947 w 97789"/>
                  <a:gd name="T35" fmla="*/ 407924 h 441960"/>
                  <a:gd name="T36" fmla="*/ 27622 w 97789"/>
                  <a:gd name="T37" fmla="*/ 403669 h 441960"/>
                  <a:gd name="T38" fmla="*/ 26149 w 97789"/>
                  <a:gd name="T39" fmla="*/ 403377 h 441960"/>
                  <a:gd name="T40" fmla="*/ 97510 w 97789"/>
                  <a:gd name="T41" fmla="*/ 4597 h 441960"/>
                  <a:gd name="T42" fmla="*/ 97510 w 97789"/>
                  <a:gd name="T43" fmla="*/ 0 h 441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7789" h="441960">
                    <a:moveTo>
                      <a:pt x="97510" y="0"/>
                    </a:moveTo>
                    <a:lnTo>
                      <a:pt x="92913" y="0"/>
                    </a:lnTo>
                    <a:lnTo>
                      <a:pt x="20916" y="402310"/>
                    </a:lnTo>
                    <a:lnTo>
                      <a:pt x="19888" y="402094"/>
                    </a:lnTo>
                    <a:lnTo>
                      <a:pt x="12141" y="403669"/>
                    </a:lnTo>
                    <a:lnTo>
                      <a:pt x="5829" y="407924"/>
                    </a:lnTo>
                    <a:lnTo>
                      <a:pt x="1562" y="414248"/>
                    </a:lnTo>
                    <a:lnTo>
                      <a:pt x="0" y="421982"/>
                    </a:lnTo>
                    <a:lnTo>
                      <a:pt x="1562" y="429729"/>
                    </a:lnTo>
                    <a:lnTo>
                      <a:pt x="5829" y="436041"/>
                    </a:lnTo>
                    <a:lnTo>
                      <a:pt x="12141" y="440309"/>
                    </a:lnTo>
                    <a:lnTo>
                      <a:pt x="19888" y="441871"/>
                    </a:lnTo>
                    <a:lnTo>
                      <a:pt x="27622" y="440309"/>
                    </a:lnTo>
                    <a:lnTo>
                      <a:pt x="33947" y="436041"/>
                    </a:lnTo>
                    <a:lnTo>
                      <a:pt x="38201" y="429729"/>
                    </a:lnTo>
                    <a:lnTo>
                      <a:pt x="39776" y="421982"/>
                    </a:lnTo>
                    <a:lnTo>
                      <a:pt x="38201" y="414248"/>
                    </a:lnTo>
                    <a:lnTo>
                      <a:pt x="33947" y="407924"/>
                    </a:lnTo>
                    <a:lnTo>
                      <a:pt x="27622" y="403669"/>
                    </a:lnTo>
                    <a:lnTo>
                      <a:pt x="26149" y="403377"/>
                    </a:lnTo>
                    <a:lnTo>
                      <a:pt x="97510" y="4597"/>
                    </a:lnTo>
                    <a:lnTo>
                      <a:pt x="975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36" name="object 237">
                <a:extLst>
                  <a:ext uri="{FF2B5EF4-FFF2-40B4-BE49-F238E27FC236}">
                    <a16:creationId xmlns:a16="http://schemas.microsoft.com/office/drawing/2014/main" id="{C8F0CEFA-FAC6-469C-8553-FDED68540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6615" y="5504535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2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1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2 h 35560"/>
                  <a:gd name="T22" fmla="*/ 27431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2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2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37" name="object 238">
                <a:extLst>
                  <a:ext uri="{FF2B5EF4-FFF2-40B4-BE49-F238E27FC236}">
                    <a16:creationId xmlns:a16="http://schemas.microsoft.com/office/drawing/2014/main" id="{72A177F6-31F7-40C2-BFBD-ED21AC096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5348" y="5083225"/>
                <a:ext cx="96520" cy="313690"/>
              </a:xfrm>
              <a:custGeom>
                <a:avLst/>
                <a:gdLst>
                  <a:gd name="T0" fmla="*/ 96520 w 96520"/>
                  <a:gd name="T1" fmla="*/ 308698 h 313689"/>
                  <a:gd name="T2" fmla="*/ 30911 w 96520"/>
                  <a:gd name="T3" fmla="*/ 38087 h 313689"/>
                  <a:gd name="T4" fmla="*/ 37719 w 96520"/>
                  <a:gd name="T5" fmla="*/ 33947 h 313689"/>
                  <a:gd name="T6" fmla="*/ 42456 w 96520"/>
                  <a:gd name="T7" fmla="*/ 27635 h 313689"/>
                  <a:gd name="T8" fmla="*/ 44196 w 96520"/>
                  <a:gd name="T9" fmla="*/ 19888 h 313689"/>
                  <a:gd name="T10" fmla="*/ 42456 w 96520"/>
                  <a:gd name="T11" fmla="*/ 12153 h 313689"/>
                  <a:gd name="T12" fmla="*/ 37719 w 96520"/>
                  <a:gd name="T13" fmla="*/ 5829 h 313689"/>
                  <a:gd name="T14" fmla="*/ 30695 w 96520"/>
                  <a:gd name="T15" fmla="*/ 1574 h 313689"/>
                  <a:gd name="T16" fmla="*/ 22098 w 96520"/>
                  <a:gd name="T17" fmla="*/ 0 h 313689"/>
                  <a:gd name="T18" fmla="*/ 13500 w 96520"/>
                  <a:gd name="T19" fmla="*/ 1574 h 313689"/>
                  <a:gd name="T20" fmla="*/ 6477 w 96520"/>
                  <a:gd name="T21" fmla="*/ 5829 h 313689"/>
                  <a:gd name="T22" fmla="*/ 1727 w 96520"/>
                  <a:gd name="T23" fmla="*/ 12153 h 313689"/>
                  <a:gd name="T24" fmla="*/ 0 w 96520"/>
                  <a:gd name="T25" fmla="*/ 19888 h 313689"/>
                  <a:gd name="T26" fmla="*/ 1727 w 96520"/>
                  <a:gd name="T27" fmla="*/ 27635 h 313689"/>
                  <a:gd name="T28" fmla="*/ 6477 w 96520"/>
                  <a:gd name="T29" fmla="*/ 33947 h 313689"/>
                  <a:gd name="T30" fmla="*/ 13500 w 96520"/>
                  <a:gd name="T31" fmla="*/ 38214 h 313689"/>
                  <a:gd name="T32" fmla="*/ 22098 w 96520"/>
                  <a:gd name="T33" fmla="*/ 39776 h 313689"/>
                  <a:gd name="T34" fmla="*/ 25463 w 96520"/>
                  <a:gd name="T35" fmla="*/ 39166 h 313689"/>
                  <a:gd name="T36" fmla="*/ 91922 w 96520"/>
                  <a:gd name="T37" fmla="*/ 313296 h 313689"/>
                  <a:gd name="T38" fmla="*/ 96520 w 96520"/>
                  <a:gd name="T39" fmla="*/ 313296 h 313689"/>
                  <a:gd name="T40" fmla="*/ 96520 w 96520"/>
                  <a:gd name="T41" fmla="*/ 308698 h 313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6520" h="313689">
                    <a:moveTo>
                      <a:pt x="96520" y="308698"/>
                    </a:moveTo>
                    <a:lnTo>
                      <a:pt x="30911" y="38087"/>
                    </a:lnTo>
                    <a:lnTo>
                      <a:pt x="37719" y="33947"/>
                    </a:lnTo>
                    <a:lnTo>
                      <a:pt x="42456" y="27635"/>
                    </a:lnTo>
                    <a:lnTo>
                      <a:pt x="44196" y="19888"/>
                    </a:lnTo>
                    <a:lnTo>
                      <a:pt x="42456" y="12153"/>
                    </a:lnTo>
                    <a:lnTo>
                      <a:pt x="37719" y="5829"/>
                    </a:lnTo>
                    <a:lnTo>
                      <a:pt x="30695" y="1574"/>
                    </a:lnTo>
                    <a:lnTo>
                      <a:pt x="22098" y="0"/>
                    </a:lnTo>
                    <a:lnTo>
                      <a:pt x="13500" y="1574"/>
                    </a:lnTo>
                    <a:lnTo>
                      <a:pt x="6477" y="5829"/>
                    </a:lnTo>
                    <a:lnTo>
                      <a:pt x="1727" y="12153"/>
                    </a:lnTo>
                    <a:lnTo>
                      <a:pt x="0" y="19888"/>
                    </a:lnTo>
                    <a:lnTo>
                      <a:pt x="1727" y="27635"/>
                    </a:lnTo>
                    <a:lnTo>
                      <a:pt x="6477" y="33947"/>
                    </a:lnTo>
                    <a:lnTo>
                      <a:pt x="13500" y="38214"/>
                    </a:lnTo>
                    <a:lnTo>
                      <a:pt x="22098" y="39776"/>
                    </a:lnTo>
                    <a:lnTo>
                      <a:pt x="25463" y="39166"/>
                    </a:lnTo>
                    <a:lnTo>
                      <a:pt x="91922" y="313296"/>
                    </a:lnTo>
                    <a:lnTo>
                      <a:pt x="96520" y="313296"/>
                    </a:lnTo>
                    <a:lnTo>
                      <a:pt x="96520" y="3086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38" name="object 239">
                <a:extLst>
                  <a:ext uri="{FF2B5EF4-FFF2-40B4-BE49-F238E27FC236}">
                    <a16:creationId xmlns:a16="http://schemas.microsoft.com/office/drawing/2014/main" id="{1F4409EC-7EAD-422B-9C5C-9F6858D07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6795" y="5084673"/>
                <a:ext cx="40005" cy="35560"/>
              </a:xfrm>
              <a:custGeom>
                <a:avLst/>
                <a:gdLst>
                  <a:gd name="T0" fmla="*/ 19888 w 40005"/>
                  <a:gd name="T1" fmla="*/ 35356 h 35560"/>
                  <a:gd name="T2" fmla="*/ 12151 w 40005"/>
                  <a:gd name="T3" fmla="*/ 33966 h 35560"/>
                  <a:gd name="T4" fmla="*/ 5829 w 40005"/>
                  <a:gd name="T5" fmla="*/ 30175 h 35560"/>
                  <a:gd name="T6" fmla="*/ 1564 w 40005"/>
                  <a:gd name="T7" fmla="*/ 24555 h 35560"/>
                  <a:gd name="T8" fmla="*/ 0 w 40005"/>
                  <a:gd name="T9" fmla="*/ 17678 h 35560"/>
                  <a:gd name="T10" fmla="*/ 1564 w 40005"/>
                  <a:gd name="T11" fmla="*/ 10801 h 35560"/>
                  <a:gd name="T12" fmla="*/ 5829 w 40005"/>
                  <a:gd name="T13" fmla="*/ 5181 h 35560"/>
                  <a:gd name="T14" fmla="*/ 12151 w 40005"/>
                  <a:gd name="T15" fmla="*/ 1390 h 35560"/>
                  <a:gd name="T16" fmla="*/ 19888 w 40005"/>
                  <a:gd name="T17" fmla="*/ 0 h 35560"/>
                  <a:gd name="T18" fmla="*/ 27624 w 40005"/>
                  <a:gd name="T19" fmla="*/ 1390 h 35560"/>
                  <a:gd name="T20" fmla="*/ 33947 w 40005"/>
                  <a:gd name="T21" fmla="*/ 5181 h 35560"/>
                  <a:gd name="T22" fmla="*/ 38211 w 40005"/>
                  <a:gd name="T23" fmla="*/ 10801 h 35560"/>
                  <a:gd name="T24" fmla="*/ 39776 w 40005"/>
                  <a:gd name="T25" fmla="*/ 17678 h 35560"/>
                  <a:gd name="T26" fmla="*/ 38211 w 40005"/>
                  <a:gd name="T27" fmla="*/ 24555 h 35560"/>
                  <a:gd name="T28" fmla="*/ 33947 w 40005"/>
                  <a:gd name="T29" fmla="*/ 30175 h 35560"/>
                  <a:gd name="T30" fmla="*/ 27624 w 40005"/>
                  <a:gd name="T31" fmla="*/ 33966 h 35560"/>
                  <a:gd name="T32" fmla="*/ 19888 w 40005"/>
                  <a:gd name="T33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5" h="35560">
                    <a:moveTo>
                      <a:pt x="19888" y="35356"/>
                    </a:moveTo>
                    <a:lnTo>
                      <a:pt x="12151" y="33966"/>
                    </a:lnTo>
                    <a:lnTo>
                      <a:pt x="5829" y="30175"/>
                    </a:lnTo>
                    <a:lnTo>
                      <a:pt x="1564" y="24555"/>
                    </a:lnTo>
                    <a:lnTo>
                      <a:pt x="0" y="17678"/>
                    </a:lnTo>
                    <a:lnTo>
                      <a:pt x="1564" y="10801"/>
                    </a:lnTo>
                    <a:lnTo>
                      <a:pt x="5829" y="5181"/>
                    </a:lnTo>
                    <a:lnTo>
                      <a:pt x="12151" y="1390"/>
                    </a:lnTo>
                    <a:lnTo>
                      <a:pt x="19888" y="0"/>
                    </a:lnTo>
                    <a:lnTo>
                      <a:pt x="27624" y="1390"/>
                    </a:lnTo>
                    <a:lnTo>
                      <a:pt x="33947" y="5181"/>
                    </a:lnTo>
                    <a:lnTo>
                      <a:pt x="38211" y="10801"/>
                    </a:lnTo>
                    <a:lnTo>
                      <a:pt x="39776" y="17678"/>
                    </a:lnTo>
                    <a:lnTo>
                      <a:pt x="38211" y="24555"/>
                    </a:lnTo>
                    <a:lnTo>
                      <a:pt x="33947" y="30175"/>
                    </a:lnTo>
                    <a:lnTo>
                      <a:pt x="27624" y="33966"/>
                    </a:lnTo>
                    <a:lnTo>
                      <a:pt x="1988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39" name="object 240">
                <a:extLst>
                  <a:ext uri="{FF2B5EF4-FFF2-40B4-BE49-F238E27FC236}">
                    <a16:creationId xmlns:a16="http://schemas.microsoft.com/office/drawing/2014/main" id="{6A8D935D-C5D9-4509-B7AD-B78B7D17A4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39096" y="5246077"/>
                <a:ext cx="173037" cy="1862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40" name="object 241">
                <a:extLst>
                  <a:ext uri="{FF2B5EF4-FFF2-40B4-BE49-F238E27FC236}">
                    <a16:creationId xmlns:a16="http://schemas.microsoft.com/office/drawing/2014/main" id="{803C9AFF-106B-40FD-9354-0D74FD263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0061" y="4932286"/>
                <a:ext cx="97790" cy="335915"/>
              </a:xfrm>
              <a:custGeom>
                <a:avLst/>
                <a:gdLst>
                  <a:gd name="T0" fmla="*/ 97205 w 97789"/>
                  <a:gd name="T1" fmla="*/ 0 h 335914"/>
                  <a:gd name="T2" fmla="*/ 92608 w 97789"/>
                  <a:gd name="T3" fmla="*/ 0 h 335914"/>
                  <a:gd name="T4" fmla="*/ 21704 w 97789"/>
                  <a:gd name="T5" fmla="*/ 296100 h 335914"/>
                  <a:gd name="T6" fmla="*/ 19888 w 97789"/>
                  <a:gd name="T7" fmla="*/ 295719 h 335914"/>
                  <a:gd name="T8" fmla="*/ 12141 w 97789"/>
                  <a:gd name="T9" fmla="*/ 297294 h 335914"/>
                  <a:gd name="T10" fmla="*/ 5829 w 97789"/>
                  <a:gd name="T11" fmla="*/ 301548 h 335914"/>
                  <a:gd name="T12" fmla="*/ 1562 w 97789"/>
                  <a:gd name="T13" fmla="*/ 307873 h 335914"/>
                  <a:gd name="T14" fmla="*/ 0 w 97789"/>
                  <a:gd name="T15" fmla="*/ 315607 h 335914"/>
                  <a:gd name="T16" fmla="*/ 1562 w 97789"/>
                  <a:gd name="T17" fmla="*/ 323354 h 335914"/>
                  <a:gd name="T18" fmla="*/ 5829 w 97789"/>
                  <a:gd name="T19" fmla="*/ 329679 h 335914"/>
                  <a:gd name="T20" fmla="*/ 12141 w 97789"/>
                  <a:gd name="T21" fmla="*/ 333933 h 335914"/>
                  <a:gd name="T22" fmla="*/ 19888 w 97789"/>
                  <a:gd name="T23" fmla="*/ 335495 h 335914"/>
                  <a:gd name="T24" fmla="*/ 27622 w 97789"/>
                  <a:gd name="T25" fmla="*/ 333933 h 335914"/>
                  <a:gd name="T26" fmla="*/ 33947 w 97789"/>
                  <a:gd name="T27" fmla="*/ 329666 h 335914"/>
                  <a:gd name="T28" fmla="*/ 38201 w 97789"/>
                  <a:gd name="T29" fmla="*/ 323354 h 335914"/>
                  <a:gd name="T30" fmla="*/ 39776 w 97789"/>
                  <a:gd name="T31" fmla="*/ 315607 h 335914"/>
                  <a:gd name="T32" fmla="*/ 38201 w 97789"/>
                  <a:gd name="T33" fmla="*/ 307873 h 335914"/>
                  <a:gd name="T34" fmla="*/ 33947 w 97789"/>
                  <a:gd name="T35" fmla="*/ 301548 h 335914"/>
                  <a:gd name="T36" fmla="*/ 27622 w 97789"/>
                  <a:gd name="T37" fmla="*/ 297294 h 335914"/>
                  <a:gd name="T38" fmla="*/ 27139 w 97789"/>
                  <a:gd name="T39" fmla="*/ 297205 h 335914"/>
                  <a:gd name="T40" fmla="*/ 97205 w 97789"/>
                  <a:gd name="T41" fmla="*/ 4597 h 335914"/>
                  <a:gd name="T42" fmla="*/ 97205 w 97789"/>
                  <a:gd name="T43" fmla="*/ 0 h 3359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7789" h="335914">
                    <a:moveTo>
                      <a:pt x="97205" y="0"/>
                    </a:moveTo>
                    <a:lnTo>
                      <a:pt x="92608" y="0"/>
                    </a:lnTo>
                    <a:lnTo>
                      <a:pt x="21704" y="296100"/>
                    </a:lnTo>
                    <a:lnTo>
                      <a:pt x="19888" y="295719"/>
                    </a:lnTo>
                    <a:lnTo>
                      <a:pt x="12141" y="297294"/>
                    </a:lnTo>
                    <a:lnTo>
                      <a:pt x="5829" y="301548"/>
                    </a:lnTo>
                    <a:lnTo>
                      <a:pt x="1562" y="307873"/>
                    </a:lnTo>
                    <a:lnTo>
                      <a:pt x="0" y="315607"/>
                    </a:lnTo>
                    <a:lnTo>
                      <a:pt x="1562" y="323354"/>
                    </a:lnTo>
                    <a:lnTo>
                      <a:pt x="5829" y="329679"/>
                    </a:lnTo>
                    <a:lnTo>
                      <a:pt x="12141" y="333933"/>
                    </a:lnTo>
                    <a:lnTo>
                      <a:pt x="19888" y="335495"/>
                    </a:lnTo>
                    <a:lnTo>
                      <a:pt x="27622" y="333933"/>
                    </a:lnTo>
                    <a:lnTo>
                      <a:pt x="33947" y="329666"/>
                    </a:lnTo>
                    <a:lnTo>
                      <a:pt x="38201" y="323354"/>
                    </a:lnTo>
                    <a:lnTo>
                      <a:pt x="39776" y="315607"/>
                    </a:lnTo>
                    <a:lnTo>
                      <a:pt x="38201" y="307873"/>
                    </a:lnTo>
                    <a:lnTo>
                      <a:pt x="33947" y="301548"/>
                    </a:lnTo>
                    <a:lnTo>
                      <a:pt x="27622" y="297294"/>
                    </a:lnTo>
                    <a:lnTo>
                      <a:pt x="27139" y="297205"/>
                    </a:lnTo>
                    <a:lnTo>
                      <a:pt x="97205" y="4597"/>
                    </a:lnTo>
                    <a:lnTo>
                      <a:pt x="972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41" name="object 242">
                <a:extLst>
                  <a:ext uri="{FF2B5EF4-FFF2-40B4-BE49-F238E27FC236}">
                    <a16:creationId xmlns:a16="http://schemas.microsoft.com/office/drawing/2014/main" id="{A637FD76-43AD-4B4D-B9DF-001452A82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271" y="5230977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2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1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2 h 35560"/>
                  <a:gd name="T22" fmla="*/ 27431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2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2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42" name="object 243">
                <a:extLst>
                  <a:ext uri="{FF2B5EF4-FFF2-40B4-BE49-F238E27FC236}">
                    <a16:creationId xmlns:a16="http://schemas.microsoft.com/office/drawing/2014/main" id="{FC2A222C-FF98-4F78-9FAC-7A0D9996D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004" y="4914137"/>
                <a:ext cx="97155" cy="628650"/>
              </a:xfrm>
              <a:custGeom>
                <a:avLst/>
                <a:gdLst>
                  <a:gd name="T0" fmla="*/ 96977 w 97154"/>
                  <a:gd name="T1" fmla="*/ 623633 h 628650"/>
                  <a:gd name="T2" fmla="*/ 29133 w 97154"/>
                  <a:gd name="T3" fmla="*/ 42786 h 628650"/>
                  <a:gd name="T4" fmla="*/ 30695 w 97154"/>
                  <a:gd name="T5" fmla="*/ 42468 h 628650"/>
                  <a:gd name="T6" fmla="*/ 37719 w 97154"/>
                  <a:gd name="T7" fmla="*/ 37731 h 628650"/>
                  <a:gd name="T8" fmla="*/ 42456 w 97154"/>
                  <a:gd name="T9" fmla="*/ 30708 h 628650"/>
                  <a:gd name="T10" fmla="*/ 44196 w 97154"/>
                  <a:gd name="T11" fmla="*/ 22098 h 628650"/>
                  <a:gd name="T12" fmla="*/ 42456 w 97154"/>
                  <a:gd name="T13" fmla="*/ 13512 h 628650"/>
                  <a:gd name="T14" fmla="*/ 37719 w 97154"/>
                  <a:gd name="T15" fmla="*/ 6489 h 628650"/>
                  <a:gd name="T16" fmla="*/ 30695 w 97154"/>
                  <a:gd name="T17" fmla="*/ 1739 h 628650"/>
                  <a:gd name="T18" fmla="*/ 22098 w 97154"/>
                  <a:gd name="T19" fmla="*/ 0 h 628650"/>
                  <a:gd name="T20" fmla="*/ 13500 w 97154"/>
                  <a:gd name="T21" fmla="*/ 1739 h 628650"/>
                  <a:gd name="T22" fmla="*/ 6477 w 97154"/>
                  <a:gd name="T23" fmla="*/ 6477 h 628650"/>
                  <a:gd name="T24" fmla="*/ 1727 w 97154"/>
                  <a:gd name="T25" fmla="*/ 13512 h 628650"/>
                  <a:gd name="T26" fmla="*/ 0 w 97154"/>
                  <a:gd name="T27" fmla="*/ 22098 h 628650"/>
                  <a:gd name="T28" fmla="*/ 1727 w 97154"/>
                  <a:gd name="T29" fmla="*/ 30708 h 628650"/>
                  <a:gd name="T30" fmla="*/ 6477 w 97154"/>
                  <a:gd name="T31" fmla="*/ 37731 h 628650"/>
                  <a:gd name="T32" fmla="*/ 13500 w 97154"/>
                  <a:gd name="T33" fmla="*/ 42468 h 628650"/>
                  <a:gd name="T34" fmla="*/ 22098 w 97154"/>
                  <a:gd name="T35" fmla="*/ 44196 h 628650"/>
                  <a:gd name="T36" fmla="*/ 24117 w 97154"/>
                  <a:gd name="T37" fmla="*/ 43789 h 628650"/>
                  <a:gd name="T38" fmla="*/ 92379 w 97154"/>
                  <a:gd name="T39" fmla="*/ 628230 h 628650"/>
                  <a:gd name="T40" fmla="*/ 96977 w 97154"/>
                  <a:gd name="T41" fmla="*/ 628230 h 628650"/>
                  <a:gd name="T42" fmla="*/ 96977 w 97154"/>
                  <a:gd name="T43" fmla="*/ 623633 h 628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7154" h="628650">
                    <a:moveTo>
                      <a:pt x="96977" y="623633"/>
                    </a:moveTo>
                    <a:lnTo>
                      <a:pt x="29133" y="42786"/>
                    </a:lnTo>
                    <a:lnTo>
                      <a:pt x="30695" y="42468"/>
                    </a:lnTo>
                    <a:lnTo>
                      <a:pt x="37719" y="37731"/>
                    </a:lnTo>
                    <a:lnTo>
                      <a:pt x="42456" y="30708"/>
                    </a:lnTo>
                    <a:lnTo>
                      <a:pt x="44196" y="22098"/>
                    </a:lnTo>
                    <a:lnTo>
                      <a:pt x="42456" y="13512"/>
                    </a:lnTo>
                    <a:lnTo>
                      <a:pt x="37719" y="6489"/>
                    </a:lnTo>
                    <a:lnTo>
                      <a:pt x="30695" y="1739"/>
                    </a:lnTo>
                    <a:lnTo>
                      <a:pt x="22098" y="0"/>
                    </a:lnTo>
                    <a:lnTo>
                      <a:pt x="13500" y="1739"/>
                    </a:lnTo>
                    <a:lnTo>
                      <a:pt x="6477" y="6477"/>
                    </a:lnTo>
                    <a:lnTo>
                      <a:pt x="1727" y="13512"/>
                    </a:lnTo>
                    <a:lnTo>
                      <a:pt x="0" y="22098"/>
                    </a:lnTo>
                    <a:lnTo>
                      <a:pt x="1727" y="30708"/>
                    </a:lnTo>
                    <a:lnTo>
                      <a:pt x="6477" y="37731"/>
                    </a:lnTo>
                    <a:lnTo>
                      <a:pt x="13500" y="42468"/>
                    </a:lnTo>
                    <a:lnTo>
                      <a:pt x="22098" y="44196"/>
                    </a:lnTo>
                    <a:lnTo>
                      <a:pt x="24117" y="43789"/>
                    </a:lnTo>
                    <a:lnTo>
                      <a:pt x="92379" y="628230"/>
                    </a:lnTo>
                    <a:lnTo>
                      <a:pt x="96977" y="628230"/>
                    </a:lnTo>
                    <a:lnTo>
                      <a:pt x="96977" y="6236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43" name="object 244">
                <a:extLst>
                  <a:ext uri="{FF2B5EF4-FFF2-40B4-BE49-F238E27FC236}">
                    <a16:creationId xmlns:a16="http://schemas.microsoft.com/office/drawing/2014/main" id="{6C92FAB6-0FD4-4D17-B13B-73263B37C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451" y="4917109"/>
                <a:ext cx="40005" cy="40005"/>
              </a:xfrm>
              <a:custGeom>
                <a:avLst/>
                <a:gdLst>
                  <a:gd name="T0" fmla="*/ 19888 w 40004"/>
                  <a:gd name="T1" fmla="*/ 39776 h 40004"/>
                  <a:gd name="T2" fmla="*/ 12151 w 40004"/>
                  <a:gd name="T3" fmla="*/ 38211 h 40004"/>
                  <a:gd name="T4" fmla="*/ 5829 w 40004"/>
                  <a:gd name="T5" fmla="*/ 33947 h 40004"/>
                  <a:gd name="T6" fmla="*/ 1564 w 40004"/>
                  <a:gd name="T7" fmla="*/ 27624 h 40004"/>
                  <a:gd name="T8" fmla="*/ 0 w 40004"/>
                  <a:gd name="T9" fmla="*/ 19888 h 40004"/>
                  <a:gd name="T10" fmla="*/ 1564 w 40004"/>
                  <a:gd name="T11" fmla="*/ 12151 h 40004"/>
                  <a:gd name="T12" fmla="*/ 5829 w 40004"/>
                  <a:gd name="T13" fmla="*/ 5829 h 40004"/>
                  <a:gd name="T14" fmla="*/ 12151 w 40004"/>
                  <a:gd name="T15" fmla="*/ 1564 h 40004"/>
                  <a:gd name="T16" fmla="*/ 19888 w 40004"/>
                  <a:gd name="T17" fmla="*/ 0 h 40004"/>
                  <a:gd name="T18" fmla="*/ 27624 w 40004"/>
                  <a:gd name="T19" fmla="*/ 1564 h 40004"/>
                  <a:gd name="T20" fmla="*/ 33947 w 40004"/>
                  <a:gd name="T21" fmla="*/ 5829 h 40004"/>
                  <a:gd name="T22" fmla="*/ 38211 w 40004"/>
                  <a:gd name="T23" fmla="*/ 12151 h 40004"/>
                  <a:gd name="T24" fmla="*/ 39776 w 40004"/>
                  <a:gd name="T25" fmla="*/ 19888 h 40004"/>
                  <a:gd name="T26" fmla="*/ 38211 w 40004"/>
                  <a:gd name="T27" fmla="*/ 27624 h 40004"/>
                  <a:gd name="T28" fmla="*/ 33947 w 40004"/>
                  <a:gd name="T29" fmla="*/ 33947 h 40004"/>
                  <a:gd name="T30" fmla="*/ 27624 w 40004"/>
                  <a:gd name="T31" fmla="*/ 38211 h 40004"/>
                  <a:gd name="T32" fmla="*/ 19888 w 40004"/>
                  <a:gd name="T33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40004">
                    <a:moveTo>
                      <a:pt x="19888" y="39776"/>
                    </a:moveTo>
                    <a:lnTo>
                      <a:pt x="12151" y="38211"/>
                    </a:lnTo>
                    <a:lnTo>
                      <a:pt x="5829" y="33947"/>
                    </a:lnTo>
                    <a:lnTo>
                      <a:pt x="1564" y="27624"/>
                    </a:lnTo>
                    <a:lnTo>
                      <a:pt x="0" y="19888"/>
                    </a:lnTo>
                    <a:lnTo>
                      <a:pt x="1564" y="12151"/>
                    </a:lnTo>
                    <a:lnTo>
                      <a:pt x="5829" y="5829"/>
                    </a:lnTo>
                    <a:lnTo>
                      <a:pt x="12151" y="1564"/>
                    </a:lnTo>
                    <a:lnTo>
                      <a:pt x="19888" y="0"/>
                    </a:lnTo>
                    <a:lnTo>
                      <a:pt x="27624" y="1564"/>
                    </a:lnTo>
                    <a:lnTo>
                      <a:pt x="33947" y="5829"/>
                    </a:lnTo>
                    <a:lnTo>
                      <a:pt x="38211" y="12151"/>
                    </a:lnTo>
                    <a:lnTo>
                      <a:pt x="39776" y="19888"/>
                    </a:lnTo>
                    <a:lnTo>
                      <a:pt x="38211" y="27624"/>
                    </a:lnTo>
                    <a:lnTo>
                      <a:pt x="33947" y="33947"/>
                    </a:lnTo>
                    <a:lnTo>
                      <a:pt x="27624" y="38211"/>
                    </a:lnTo>
                    <a:lnTo>
                      <a:pt x="19888" y="3977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44" name="object 245">
                <a:extLst>
                  <a:ext uri="{FF2B5EF4-FFF2-40B4-BE49-F238E27FC236}">
                    <a16:creationId xmlns:a16="http://schemas.microsoft.com/office/drawing/2014/main" id="{A2E876C2-207C-48E0-8622-F4279DFA4B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35603" y="5426798"/>
                <a:ext cx="468756" cy="354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45" name="object 246">
                <a:extLst>
                  <a:ext uri="{FF2B5EF4-FFF2-40B4-BE49-F238E27FC236}">
                    <a16:creationId xmlns:a16="http://schemas.microsoft.com/office/drawing/2014/main" id="{905D23AF-876D-4BEA-AC9E-AFD9A94B8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763" y="5736653"/>
                <a:ext cx="80010" cy="278765"/>
              </a:xfrm>
              <a:custGeom>
                <a:avLst/>
                <a:gdLst>
                  <a:gd name="T0" fmla="*/ 79730 w 80010"/>
                  <a:gd name="T1" fmla="*/ 278612 h 278764"/>
                  <a:gd name="T2" fmla="*/ 79730 w 80010"/>
                  <a:gd name="T3" fmla="*/ 274015 h 278764"/>
                  <a:gd name="T4" fmla="*/ 4597 w 80010"/>
                  <a:gd name="T5" fmla="*/ 0 h 278764"/>
                  <a:gd name="T6" fmla="*/ 0 w 80010"/>
                  <a:gd name="T7" fmla="*/ 0 h 278764"/>
                  <a:gd name="T8" fmla="*/ 0 w 80010"/>
                  <a:gd name="T9" fmla="*/ 4597 h 278764"/>
                  <a:gd name="T10" fmla="*/ 75133 w 80010"/>
                  <a:gd name="T11" fmla="*/ 278612 h 278764"/>
                  <a:gd name="T12" fmla="*/ 79730 w 80010"/>
                  <a:gd name="T13" fmla="*/ 278612 h 278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010" h="278764">
                    <a:moveTo>
                      <a:pt x="79730" y="278612"/>
                    </a:moveTo>
                    <a:lnTo>
                      <a:pt x="79730" y="274015"/>
                    </a:lnTo>
                    <a:lnTo>
                      <a:pt x="4597" y="0"/>
                    </a:lnTo>
                    <a:lnTo>
                      <a:pt x="0" y="0"/>
                    </a:lnTo>
                    <a:lnTo>
                      <a:pt x="0" y="4597"/>
                    </a:lnTo>
                    <a:lnTo>
                      <a:pt x="75133" y="278612"/>
                    </a:lnTo>
                    <a:lnTo>
                      <a:pt x="79730" y="2786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46" name="object 247">
                <a:extLst>
                  <a:ext uri="{FF2B5EF4-FFF2-40B4-BE49-F238E27FC236}">
                    <a16:creationId xmlns:a16="http://schemas.microsoft.com/office/drawing/2014/main" id="{155E64C2-7909-42A2-B034-F029E374AB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74896" y="4790859"/>
                <a:ext cx="4597" cy="11669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47" name="object 248">
                <a:extLst>
                  <a:ext uri="{FF2B5EF4-FFF2-40B4-BE49-F238E27FC236}">
                    <a16:creationId xmlns:a16="http://schemas.microsoft.com/office/drawing/2014/main" id="{A1D0B1B1-CBE7-463B-AB61-BA79455FD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2135" y="5718733"/>
                <a:ext cx="40005" cy="40005"/>
              </a:xfrm>
              <a:custGeom>
                <a:avLst/>
                <a:gdLst>
                  <a:gd name="T0" fmla="*/ 39776 w 40004"/>
                  <a:gd name="T1" fmla="*/ 19888 h 40004"/>
                  <a:gd name="T2" fmla="*/ 38211 w 40004"/>
                  <a:gd name="T3" fmla="*/ 12151 h 40004"/>
                  <a:gd name="T4" fmla="*/ 33947 w 40004"/>
                  <a:gd name="T5" fmla="*/ 5829 h 40004"/>
                  <a:gd name="T6" fmla="*/ 27624 w 40004"/>
                  <a:gd name="T7" fmla="*/ 1564 h 40004"/>
                  <a:gd name="T8" fmla="*/ 19888 w 40004"/>
                  <a:gd name="T9" fmla="*/ 0 h 40004"/>
                  <a:gd name="T10" fmla="*/ 12151 w 40004"/>
                  <a:gd name="T11" fmla="*/ 1564 h 40004"/>
                  <a:gd name="T12" fmla="*/ 5829 w 40004"/>
                  <a:gd name="T13" fmla="*/ 5829 h 40004"/>
                  <a:gd name="T14" fmla="*/ 1564 w 40004"/>
                  <a:gd name="T15" fmla="*/ 12151 h 40004"/>
                  <a:gd name="T16" fmla="*/ 0 w 40004"/>
                  <a:gd name="T17" fmla="*/ 19888 h 40004"/>
                  <a:gd name="T18" fmla="*/ 1564 w 40004"/>
                  <a:gd name="T19" fmla="*/ 27624 h 40004"/>
                  <a:gd name="T20" fmla="*/ 5829 w 40004"/>
                  <a:gd name="T21" fmla="*/ 33947 h 40004"/>
                  <a:gd name="T22" fmla="*/ 12151 w 40004"/>
                  <a:gd name="T23" fmla="*/ 38211 h 40004"/>
                  <a:gd name="T24" fmla="*/ 19888 w 40004"/>
                  <a:gd name="T25" fmla="*/ 39776 h 40004"/>
                  <a:gd name="T26" fmla="*/ 27624 w 40004"/>
                  <a:gd name="T27" fmla="*/ 38211 h 40004"/>
                  <a:gd name="T28" fmla="*/ 33947 w 40004"/>
                  <a:gd name="T29" fmla="*/ 33947 h 40004"/>
                  <a:gd name="T30" fmla="*/ 38211 w 40004"/>
                  <a:gd name="T31" fmla="*/ 27624 h 40004"/>
                  <a:gd name="T32" fmla="*/ 39776 w 40004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40004">
                    <a:moveTo>
                      <a:pt x="39776" y="19888"/>
                    </a:moveTo>
                    <a:lnTo>
                      <a:pt x="38211" y="12151"/>
                    </a:lnTo>
                    <a:lnTo>
                      <a:pt x="33947" y="5829"/>
                    </a:lnTo>
                    <a:lnTo>
                      <a:pt x="27624" y="1564"/>
                    </a:lnTo>
                    <a:lnTo>
                      <a:pt x="19888" y="0"/>
                    </a:lnTo>
                    <a:lnTo>
                      <a:pt x="12151" y="1564"/>
                    </a:lnTo>
                    <a:lnTo>
                      <a:pt x="5829" y="5829"/>
                    </a:lnTo>
                    <a:lnTo>
                      <a:pt x="1564" y="12151"/>
                    </a:lnTo>
                    <a:lnTo>
                      <a:pt x="0" y="19888"/>
                    </a:lnTo>
                    <a:lnTo>
                      <a:pt x="1564" y="27624"/>
                    </a:lnTo>
                    <a:lnTo>
                      <a:pt x="5829" y="33947"/>
                    </a:lnTo>
                    <a:lnTo>
                      <a:pt x="12151" y="38211"/>
                    </a:lnTo>
                    <a:lnTo>
                      <a:pt x="19888" y="39776"/>
                    </a:lnTo>
                    <a:lnTo>
                      <a:pt x="27624" y="38211"/>
                    </a:lnTo>
                    <a:lnTo>
                      <a:pt x="33947" y="33947"/>
                    </a:lnTo>
                    <a:lnTo>
                      <a:pt x="38211" y="27624"/>
                    </a:lnTo>
                    <a:lnTo>
                      <a:pt x="3977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48" name="object 249">
                <a:extLst>
                  <a:ext uri="{FF2B5EF4-FFF2-40B4-BE49-F238E27FC236}">
                    <a16:creationId xmlns:a16="http://schemas.microsoft.com/office/drawing/2014/main" id="{DE5E7081-DEE6-4073-8091-985848167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345" y="5721705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1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1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1 h 35560"/>
                  <a:gd name="T22" fmla="*/ 27431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49" name="object 250">
                <a:extLst>
                  <a:ext uri="{FF2B5EF4-FFF2-40B4-BE49-F238E27FC236}">
                    <a16:creationId xmlns:a16="http://schemas.microsoft.com/office/drawing/2014/main" id="{85984ACE-E97C-4795-94D5-23DF612E3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2316" y="5718974"/>
                <a:ext cx="98425" cy="314325"/>
              </a:xfrm>
              <a:custGeom>
                <a:avLst/>
                <a:gdLst>
                  <a:gd name="T0" fmla="*/ 97891 w 98425"/>
                  <a:gd name="T1" fmla="*/ 0 h 314325"/>
                  <a:gd name="T2" fmla="*/ 93294 w 98425"/>
                  <a:gd name="T3" fmla="*/ 0 h 314325"/>
                  <a:gd name="T4" fmla="*/ 26644 w 98425"/>
                  <a:gd name="T5" fmla="*/ 274916 h 314325"/>
                  <a:gd name="T6" fmla="*/ 22098 w 98425"/>
                  <a:gd name="T7" fmla="*/ 274078 h 314325"/>
                  <a:gd name="T8" fmla="*/ 13500 w 98425"/>
                  <a:gd name="T9" fmla="*/ 275653 h 314325"/>
                  <a:gd name="T10" fmla="*/ 6477 w 98425"/>
                  <a:gd name="T11" fmla="*/ 279908 h 314325"/>
                  <a:gd name="T12" fmla="*/ 1727 w 98425"/>
                  <a:gd name="T13" fmla="*/ 286232 h 314325"/>
                  <a:gd name="T14" fmla="*/ 0 w 98425"/>
                  <a:gd name="T15" fmla="*/ 293966 h 314325"/>
                  <a:gd name="T16" fmla="*/ 1727 w 98425"/>
                  <a:gd name="T17" fmla="*/ 301713 h 314325"/>
                  <a:gd name="T18" fmla="*/ 6477 w 98425"/>
                  <a:gd name="T19" fmla="*/ 308025 h 314325"/>
                  <a:gd name="T20" fmla="*/ 13500 w 98425"/>
                  <a:gd name="T21" fmla="*/ 312293 h 314325"/>
                  <a:gd name="T22" fmla="*/ 22098 w 98425"/>
                  <a:gd name="T23" fmla="*/ 313855 h 314325"/>
                  <a:gd name="T24" fmla="*/ 30695 w 98425"/>
                  <a:gd name="T25" fmla="*/ 312293 h 314325"/>
                  <a:gd name="T26" fmla="*/ 37719 w 98425"/>
                  <a:gd name="T27" fmla="*/ 308025 h 314325"/>
                  <a:gd name="T28" fmla="*/ 42456 w 98425"/>
                  <a:gd name="T29" fmla="*/ 301713 h 314325"/>
                  <a:gd name="T30" fmla="*/ 44196 w 98425"/>
                  <a:gd name="T31" fmla="*/ 293966 h 314325"/>
                  <a:gd name="T32" fmla="*/ 42456 w 98425"/>
                  <a:gd name="T33" fmla="*/ 286232 h 314325"/>
                  <a:gd name="T34" fmla="*/ 37719 w 98425"/>
                  <a:gd name="T35" fmla="*/ 279908 h 314325"/>
                  <a:gd name="T36" fmla="*/ 31978 w 98425"/>
                  <a:gd name="T37" fmla="*/ 276440 h 314325"/>
                  <a:gd name="T38" fmla="*/ 97891 w 98425"/>
                  <a:gd name="T39" fmla="*/ 4584 h 314325"/>
                  <a:gd name="T40" fmla="*/ 97891 w 98425"/>
                  <a:gd name="T41" fmla="*/ 0 h 314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8425" h="314325">
                    <a:moveTo>
                      <a:pt x="97891" y="0"/>
                    </a:moveTo>
                    <a:lnTo>
                      <a:pt x="93294" y="0"/>
                    </a:lnTo>
                    <a:lnTo>
                      <a:pt x="26644" y="274916"/>
                    </a:lnTo>
                    <a:lnTo>
                      <a:pt x="22098" y="274078"/>
                    </a:lnTo>
                    <a:lnTo>
                      <a:pt x="13500" y="275653"/>
                    </a:lnTo>
                    <a:lnTo>
                      <a:pt x="6477" y="279908"/>
                    </a:lnTo>
                    <a:lnTo>
                      <a:pt x="1727" y="286232"/>
                    </a:lnTo>
                    <a:lnTo>
                      <a:pt x="0" y="293966"/>
                    </a:lnTo>
                    <a:lnTo>
                      <a:pt x="1727" y="301713"/>
                    </a:lnTo>
                    <a:lnTo>
                      <a:pt x="6477" y="308025"/>
                    </a:lnTo>
                    <a:lnTo>
                      <a:pt x="13500" y="312293"/>
                    </a:lnTo>
                    <a:lnTo>
                      <a:pt x="22098" y="313855"/>
                    </a:lnTo>
                    <a:lnTo>
                      <a:pt x="30695" y="312293"/>
                    </a:lnTo>
                    <a:lnTo>
                      <a:pt x="37719" y="308025"/>
                    </a:lnTo>
                    <a:lnTo>
                      <a:pt x="42456" y="301713"/>
                    </a:lnTo>
                    <a:lnTo>
                      <a:pt x="44196" y="293966"/>
                    </a:lnTo>
                    <a:lnTo>
                      <a:pt x="42456" y="286232"/>
                    </a:lnTo>
                    <a:lnTo>
                      <a:pt x="37719" y="279908"/>
                    </a:lnTo>
                    <a:lnTo>
                      <a:pt x="31978" y="276440"/>
                    </a:lnTo>
                    <a:lnTo>
                      <a:pt x="97891" y="4584"/>
                    </a:lnTo>
                    <a:lnTo>
                      <a:pt x="9789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50" name="object 251">
                <a:extLst>
                  <a:ext uri="{FF2B5EF4-FFF2-40B4-BE49-F238E27FC236}">
                    <a16:creationId xmlns:a16="http://schemas.microsoft.com/office/drawing/2014/main" id="{BD91645D-390E-419B-B624-2AC7AE29B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5287" y="5995263"/>
                <a:ext cx="40005" cy="35560"/>
              </a:xfrm>
              <a:custGeom>
                <a:avLst/>
                <a:gdLst>
                  <a:gd name="T0" fmla="*/ 19888 w 40004"/>
                  <a:gd name="T1" fmla="*/ 35356 h 35560"/>
                  <a:gd name="T2" fmla="*/ 12151 w 40004"/>
                  <a:gd name="T3" fmla="*/ 33966 h 35560"/>
                  <a:gd name="T4" fmla="*/ 5829 w 40004"/>
                  <a:gd name="T5" fmla="*/ 30175 h 35560"/>
                  <a:gd name="T6" fmla="*/ 1564 w 40004"/>
                  <a:gd name="T7" fmla="*/ 24555 h 35560"/>
                  <a:gd name="T8" fmla="*/ 0 w 40004"/>
                  <a:gd name="T9" fmla="*/ 17678 h 35560"/>
                  <a:gd name="T10" fmla="*/ 1564 w 40004"/>
                  <a:gd name="T11" fmla="*/ 10801 h 35560"/>
                  <a:gd name="T12" fmla="*/ 5829 w 40004"/>
                  <a:gd name="T13" fmla="*/ 5181 h 35560"/>
                  <a:gd name="T14" fmla="*/ 12151 w 40004"/>
                  <a:gd name="T15" fmla="*/ 1390 h 35560"/>
                  <a:gd name="T16" fmla="*/ 19888 w 40004"/>
                  <a:gd name="T17" fmla="*/ 0 h 35560"/>
                  <a:gd name="T18" fmla="*/ 27624 w 40004"/>
                  <a:gd name="T19" fmla="*/ 1390 h 35560"/>
                  <a:gd name="T20" fmla="*/ 33947 w 40004"/>
                  <a:gd name="T21" fmla="*/ 5181 h 35560"/>
                  <a:gd name="T22" fmla="*/ 38211 w 40004"/>
                  <a:gd name="T23" fmla="*/ 10801 h 35560"/>
                  <a:gd name="T24" fmla="*/ 39776 w 40004"/>
                  <a:gd name="T25" fmla="*/ 17678 h 35560"/>
                  <a:gd name="T26" fmla="*/ 38211 w 40004"/>
                  <a:gd name="T27" fmla="*/ 24555 h 35560"/>
                  <a:gd name="T28" fmla="*/ 33947 w 40004"/>
                  <a:gd name="T29" fmla="*/ 30175 h 35560"/>
                  <a:gd name="T30" fmla="*/ 27624 w 40004"/>
                  <a:gd name="T31" fmla="*/ 33966 h 35560"/>
                  <a:gd name="T32" fmla="*/ 19888 w 40004"/>
                  <a:gd name="T33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35560">
                    <a:moveTo>
                      <a:pt x="19888" y="35356"/>
                    </a:moveTo>
                    <a:lnTo>
                      <a:pt x="12151" y="33966"/>
                    </a:lnTo>
                    <a:lnTo>
                      <a:pt x="5829" y="30175"/>
                    </a:lnTo>
                    <a:lnTo>
                      <a:pt x="1564" y="24555"/>
                    </a:lnTo>
                    <a:lnTo>
                      <a:pt x="0" y="17678"/>
                    </a:lnTo>
                    <a:lnTo>
                      <a:pt x="1564" y="10801"/>
                    </a:lnTo>
                    <a:lnTo>
                      <a:pt x="5829" y="5181"/>
                    </a:lnTo>
                    <a:lnTo>
                      <a:pt x="12151" y="1390"/>
                    </a:lnTo>
                    <a:lnTo>
                      <a:pt x="19888" y="0"/>
                    </a:lnTo>
                    <a:lnTo>
                      <a:pt x="27624" y="1390"/>
                    </a:lnTo>
                    <a:lnTo>
                      <a:pt x="33947" y="5181"/>
                    </a:lnTo>
                    <a:lnTo>
                      <a:pt x="38211" y="10801"/>
                    </a:lnTo>
                    <a:lnTo>
                      <a:pt x="39776" y="17678"/>
                    </a:lnTo>
                    <a:lnTo>
                      <a:pt x="38211" y="24555"/>
                    </a:lnTo>
                    <a:lnTo>
                      <a:pt x="33947" y="30175"/>
                    </a:lnTo>
                    <a:lnTo>
                      <a:pt x="27624" y="33966"/>
                    </a:lnTo>
                    <a:lnTo>
                      <a:pt x="1988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51" name="object 252">
                <a:extLst>
                  <a:ext uri="{FF2B5EF4-FFF2-40B4-BE49-F238E27FC236}">
                    <a16:creationId xmlns:a16="http://schemas.microsoft.com/office/drawing/2014/main" id="{207E247C-217A-486B-B716-194DBC78C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439" y="5701969"/>
                <a:ext cx="40005" cy="40005"/>
              </a:xfrm>
              <a:custGeom>
                <a:avLst/>
                <a:gdLst>
                  <a:gd name="T0" fmla="*/ 39776 w 40004"/>
                  <a:gd name="T1" fmla="*/ 19888 h 40004"/>
                  <a:gd name="T2" fmla="*/ 38211 w 40004"/>
                  <a:gd name="T3" fmla="*/ 12151 h 40004"/>
                  <a:gd name="T4" fmla="*/ 33947 w 40004"/>
                  <a:gd name="T5" fmla="*/ 5829 h 40004"/>
                  <a:gd name="T6" fmla="*/ 27624 w 40004"/>
                  <a:gd name="T7" fmla="*/ 1564 h 40004"/>
                  <a:gd name="T8" fmla="*/ 19888 w 40004"/>
                  <a:gd name="T9" fmla="*/ 0 h 40004"/>
                  <a:gd name="T10" fmla="*/ 12151 w 40004"/>
                  <a:gd name="T11" fmla="*/ 1564 h 40004"/>
                  <a:gd name="T12" fmla="*/ 5829 w 40004"/>
                  <a:gd name="T13" fmla="*/ 5829 h 40004"/>
                  <a:gd name="T14" fmla="*/ 1564 w 40004"/>
                  <a:gd name="T15" fmla="*/ 12151 h 40004"/>
                  <a:gd name="T16" fmla="*/ 0 w 40004"/>
                  <a:gd name="T17" fmla="*/ 19888 h 40004"/>
                  <a:gd name="T18" fmla="*/ 1564 w 40004"/>
                  <a:gd name="T19" fmla="*/ 27624 h 40004"/>
                  <a:gd name="T20" fmla="*/ 5829 w 40004"/>
                  <a:gd name="T21" fmla="*/ 33947 h 40004"/>
                  <a:gd name="T22" fmla="*/ 12151 w 40004"/>
                  <a:gd name="T23" fmla="*/ 38211 h 40004"/>
                  <a:gd name="T24" fmla="*/ 19888 w 40004"/>
                  <a:gd name="T25" fmla="*/ 39776 h 40004"/>
                  <a:gd name="T26" fmla="*/ 27624 w 40004"/>
                  <a:gd name="T27" fmla="*/ 38211 h 40004"/>
                  <a:gd name="T28" fmla="*/ 33947 w 40004"/>
                  <a:gd name="T29" fmla="*/ 33947 h 40004"/>
                  <a:gd name="T30" fmla="*/ 38211 w 40004"/>
                  <a:gd name="T31" fmla="*/ 27624 h 40004"/>
                  <a:gd name="T32" fmla="*/ 39776 w 40004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40004">
                    <a:moveTo>
                      <a:pt x="39776" y="19888"/>
                    </a:moveTo>
                    <a:lnTo>
                      <a:pt x="38211" y="12151"/>
                    </a:lnTo>
                    <a:lnTo>
                      <a:pt x="33947" y="5829"/>
                    </a:lnTo>
                    <a:lnTo>
                      <a:pt x="27624" y="1564"/>
                    </a:lnTo>
                    <a:lnTo>
                      <a:pt x="19888" y="0"/>
                    </a:lnTo>
                    <a:lnTo>
                      <a:pt x="12151" y="1564"/>
                    </a:lnTo>
                    <a:lnTo>
                      <a:pt x="5829" y="5829"/>
                    </a:lnTo>
                    <a:lnTo>
                      <a:pt x="1564" y="12151"/>
                    </a:lnTo>
                    <a:lnTo>
                      <a:pt x="0" y="19888"/>
                    </a:lnTo>
                    <a:lnTo>
                      <a:pt x="1564" y="27624"/>
                    </a:lnTo>
                    <a:lnTo>
                      <a:pt x="5829" y="33947"/>
                    </a:lnTo>
                    <a:lnTo>
                      <a:pt x="12151" y="38211"/>
                    </a:lnTo>
                    <a:lnTo>
                      <a:pt x="19888" y="39776"/>
                    </a:lnTo>
                    <a:lnTo>
                      <a:pt x="27624" y="38211"/>
                    </a:lnTo>
                    <a:lnTo>
                      <a:pt x="33947" y="33947"/>
                    </a:lnTo>
                    <a:lnTo>
                      <a:pt x="38211" y="27624"/>
                    </a:lnTo>
                    <a:lnTo>
                      <a:pt x="3977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52" name="object 253">
                <a:extLst>
                  <a:ext uri="{FF2B5EF4-FFF2-40B4-BE49-F238E27FC236}">
                    <a16:creationId xmlns:a16="http://schemas.microsoft.com/office/drawing/2014/main" id="{7B2B5A45-EA48-4CB8-83B7-9B72109CE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887" y="5703417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1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2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1 h 35560"/>
                  <a:gd name="T22" fmla="*/ 27432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53" name="object 254">
                <a:extLst>
                  <a:ext uri="{FF2B5EF4-FFF2-40B4-BE49-F238E27FC236}">
                    <a16:creationId xmlns:a16="http://schemas.microsoft.com/office/drawing/2014/main" id="{091E729D-8204-4384-8A8E-A6D443BE73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7791" y="5333911"/>
                <a:ext cx="411645" cy="464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54" name="object 255">
                <a:extLst>
                  <a:ext uri="{FF2B5EF4-FFF2-40B4-BE49-F238E27FC236}">
                    <a16:creationId xmlns:a16="http://schemas.microsoft.com/office/drawing/2014/main" id="{1263079F-3239-416E-A47E-FCA5DB66BB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95100" y="5794082"/>
                <a:ext cx="393712" cy="2388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55" name="object 256">
                <a:extLst>
                  <a:ext uri="{FF2B5EF4-FFF2-40B4-BE49-F238E27FC236}">
                    <a16:creationId xmlns:a16="http://schemas.microsoft.com/office/drawing/2014/main" id="{9CC82B28-0F91-448F-9EB4-8E6096625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6284" y="5736653"/>
                <a:ext cx="97790" cy="319405"/>
              </a:xfrm>
              <a:custGeom>
                <a:avLst/>
                <a:gdLst>
                  <a:gd name="T0" fmla="*/ 97663 w 97789"/>
                  <a:gd name="T1" fmla="*/ 0 h 319404"/>
                  <a:gd name="T2" fmla="*/ 93065 w 97789"/>
                  <a:gd name="T3" fmla="*/ 0 h 319404"/>
                  <a:gd name="T4" fmla="*/ 22148 w 97789"/>
                  <a:gd name="T5" fmla="*/ 275285 h 319404"/>
                  <a:gd name="T6" fmla="*/ 19888 w 97789"/>
                  <a:gd name="T7" fmla="*/ 274764 h 319404"/>
                  <a:gd name="T8" fmla="*/ 12141 w 97789"/>
                  <a:gd name="T9" fmla="*/ 276504 h 319404"/>
                  <a:gd name="T10" fmla="*/ 5816 w 97789"/>
                  <a:gd name="T11" fmla="*/ 281241 h 319404"/>
                  <a:gd name="T12" fmla="*/ 1562 w 97789"/>
                  <a:gd name="T13" fmla="*/ 288277 h 319404"/>
                  <a:gd name="T14" fmla="*/ 0 w 97789"/>
                  <a:gd name="T15" fmla="*/ 296862 h 319404"/>
                  <a:gd name="T16" fmla="*/ 1562 w 97789"/>
                  <a:gd name="T17" fmla="*/ 305460 h 319404"/>
                  <a:gd name="T18" fmla="*/ 5829 w 97789"/>
                  <a:gd name="T19" fmla="*/ 312483 h 319404"/>
                  <a:gd name="T20" fmla="*/ 12141 w 97789"/>
                  <a:gd name="T21" fmla="*/ 317233 h 319404"/>
                  <a:gd name="T22" fmla="*/ 19888 w 97789"/>
                  <a:gd name="T23" fmla="*/ 318960 h 319404"/>
                  <a:gd name="T24" fmla="*/ 27622 w 97789"/>
                  <a:gd name="T25" fmla="*/ 317233 h 319404"/>
                  <a:gd name="T26" fmla="*/ 33947 w 97789"/>
                  <a:gd name="T27" fmla="*/ 312483 h 319404"/>
                  <a:gd name="T28" fmla="*/ 38201 w 97789"/>
                  <a:gd name="T29" fmla="*/ 305460 h 319404"/>
                  <a:gd name="T30" fmla="*/ 39776 w 97789"/>
                  <a:gd name="T31" fmla="*/ 296862 h 319404"/>
                  <a:gd name="T32" fmla="*/ 38201 w 97789"/>
                  <a:gd name="T33" fmla="*/ 288277 h 319404"/>
                  <a:gd name="T34" fmla="*/ 33947 w 97789"/>
                  <a:gd name="T35" fmla="*/ 281241 h 319404"/>
                  <a:gd name="T36" fmla="*/ 27622 w 97789"/>
                  <a:gd name="T37" fmla="*/ 276517 h 319404"/>
                  <a:gd name="T38" fmla="*/ 97663 w 97789"/>
                  <a:gd name="T39" fmla="*/ 4597 h 319404"/>
                  <a:gd name="T40" fmla="*/ 97663 w 97789"/>
                  <a:gd name="T41" fmla="*/ 0 h 319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89" h="319404">
                    <a:moveTo>
                      <a:pt x="97663" y="0"/>
                    </a:moveTo>
                    <a:lnTo>
                      <a:pt x="93065" y="0"/>
                    </a:lnTo>
                    <a:lnTo>
                      <a:pt x="22148" y="275285"/>
                    </a:lnTo>
                    <a:lnTo>
                      <a:pt x="19888" y="274764"/>
                    </a:lnTo>
                    <a:lnTo>
                      <a:pt x="12141" y="276504"/>
                    </a:lnTo>
                    <a:lnTo>
                      <a:pt x="5816" y="281241"/>
                    </a:lnTo>
                    <a:lnTo>
                      <a:pt x="1562" y="288277"/>
                    </a:lnTo>
                    <a:lnTo>
                      <a:pt x="0" y="296862"/>
                    </a:lnTo>
                    <a:lnTo>
                      <a:pt x="1562" y="305460"/>
                    </a:lnTo>
                    <a:lnTo>
                      <a:pt x="5829" y="312483"/>
                    </a:lnTo>
                    <a:lnTo>
                      <a:pt x="12141" y="317233"/>
                    </a:lnTo>
                    <a:lnTo>
                      <a:pt x="19888" y="318960"/>
                    </a:lnTo>
                    <a:lnTo>
                      <a:pt x="27622" y="317233"/>
                    </a:lnTo>
                    <a:lnTo>
                      <a:pt x="33947" y="312483"/>
                    </a:lnTo>
                    <a:lnTo>
                      <a:pt x="38201" y="305460"/>
                    </a:lnTo>
                    <a:lnTo>
                      <a:pt x="39776" y="296862"/>
                    </a:lnTo>
                    <a:lnTo>
                      <a:pt x="38201" y="288277"/>
                    </a:lnTo>
                    <a:lnTo>
                      <a:pt x="33947" y="281241"/>
                    </a:lnTo>
                    <a:lnTo>
                      <a:pt x="27622" y="276517"/>
                    </a:lnTo>
                    <a:lnTo>
                      <a:pt x="97663" y="4597"/>
                    </a:lnTo>
                    <a:lnTo>
                      <a:pt x="976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56" name="object 257">
                <a:extLst>
                  <a:ext uri="{FF2B5EF4-FFF2-40B4-BE49-F238E27FC236}">
                    <a16:creationId xmlns:a16="http://schemas.microsoft.com/office/drawing/2014/main" id="{4B8E4959-D4A3-4E48-9CDB-EA341990D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9255" y="6012865"/>
                <a:ext cx="35560" cy="40005"/>
              </a:xfrm>
              <a:custGeom>
                <a:avLst/>
                <a:gdLst>
                  <a:gd name="T0" fmla="*/ 17678 w 35560"/>
                  <a:gd name="T1" fmla="*/ 39776 h 40004"/>
                  <a:gd name="T2" fmla="*/ 10801 w 35560"/>
                  <a:gd name="T3" fmla="*/ 38211 h 40004"/>
                  <a:gd name="T4" fmla="*/ 5181 w 35560"/>
                  <a:gd name="T5" fmla="*/ 33947 h 40004"/>
                  <a:gd name="T6" fmla="*/ 1390 w 35560"/>
                  <a:gd name="T7" fmla="*/ 27624 h 40004"/>
                  <a:gd name="T8" fmla="*/ 0 w 35560"/>
                  <a:gd name="T9" fmla="*/ 19888 h 40004"/>
                  <a:gd name="T10" fmla="*/ 1390 w 35560"/>
                  <a:gd name="T11" fmla="*/ 12151 h 40004"/>
                  <a:gd name="T12" fmla="*/ 5181 w 35560"/>
                  <a:gd name="T13" fmla="*/ 5829 h 40004"/>
                  <a:gd name="T14" fmla="*/ 10801 w 35560"/>
                  <a:gd name="T15" fmla="*/ 1564 h 40004"/>
                  <a:gd name="T16" fmla="*/ 17678 w 35560"/>
                  <a:gd name="T17" fmla="*/ 0 h 40004"/>
                  <a:gd name="T18" fmla="*/ 24555 w 35560"/>
                  <a:gd name="T19" fmla="*/ 1564 h 40004"/>
                  <a:gd name="T20" fmla="*/ 30175 w 35560"/>
                  <a:gd name="T21" fmla="*/ 5829 h 40004"/>
                  <a:gd name="T22" fmla="*/ 33966 w 35560"/>
                  <a:gd name="T23" fmla="*/ 12151 h 40004"/>
                  <a:gd name="T24" fmla="*/ 35356 w 35560"/>
                  <a:gd name="T25" fmla="*/ 19888 h 40004"/>
                  <a:gd name="T26" fmla="*/ 33966 w 35560"/>
                  <a:gd name="T27" fmla="*/ 27624 h 40004"/>
                  <a:gd name="T28" fmla="*/ 30175 w 35560"/>
                  <a:gd name="T29" fmla="*/ 33947 h 40004"/>
                  <a:gd name="T30" fmla="*/ 24555 w 35560"/>
                  <a:gd name="T31" fmla="*/ 38211 h 40004"/>
                  <a:gd name="T32" fmla="*/ 17678 w 35560"/>
                  <a:gd name="T33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560" h="40004">
                    <a:moveTo>
                      <a:pt x="17678" y="39776"/>
                    </a:moveTo>
                    <a:lnTo>
                      <a:pt x="10801" y="38211"/>
                    </a:lnTo>
                    <a:lnTo>
                      <a:pt x="5181" y="33947"/>
                    </a:lnTo>
                    <a:lnTo>
                      <a:pt x="1390" y="27624"/>
                    </a:lnTo>
                    <a:lnTo>
                      <a:pt x="0" y="19888"/>
                    </a:lnTo>
                    <a:lnTo>
                      <a:pt x="1390" y="12151"/>
                    </a:lnTo>
                    <a:lnTo>
                      <a:pt x="5181" y="5829"/>
                    </a:lnTo>
                    <a:lnTo>
                      <a:pt x="10801" y="1564"/>
                    </a:lnTo>
                    <a:lnTo>
                      <a:pt x="17678" y="0"/>
                    </a:lnTo>
                    <a:lnTo>
                      <a:pt x="24555" y="1564"/>
                    </a:lnTo>
                    <a:lnTo>
                      <a:pt x="30175" y="5829"/>
                    </a:lnTo>
                    <a:lnTo>
                      <a:pt x="33966" y="12151"/>
                    </a:lnTo>
                    <a:lnTo>
                      <a:pt x="35356" y="19888"/>
                    </a:lnTo>
                    <a:lnTo>
                      <a:pt x="33966" y="27624"/>
                    </a:lnTo>
                    <a:lnTo>
                      <a:pt x="30175" y="33947"/>
                    </a:lnTo>
                    <a:lnTo>
                      <a:pt x="24555" y="38211"/>
                    </a:lnTo>
                    <a:lnTo>
                      <a:pt x="17678" y="3977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57" name="object 258">
                <a:extLst>
                  <a:ext uri="{FF2B5EF4-FFF2-40B4-BE49-F238E27FC236}">
                    <a16:creationId xmlns:a16="http://schemas.microsoft.com/office/drawing/2014/main" id="{955B4690-0F7B-4B55-82C6-26864F2865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37137" y="5718733"/>
                <a:ext cx="115316" cy="243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58" name="object 259">
                <a:extLst>
                  <a:ext uri="{FF2B5EF4-FFF2-40B4-BE49-F238E27FC236}">
                    <a16:creationId xmlns:a16="http://schemas.microsoft.com/office/drawing/2014/main" id="{FCE5F879-6F85-45D6-B8B8-113A05000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3463" y="5922949"/>
                <a:ext cx="40005" cy="40005"/>
              </a:xfrm>
              <a:custGeom>
                <a:avLst/>
                <a:gdLst>
                  <a:gd name="T0" fmla="*/ 39776 w 40004"/>
                  <a:gd name="T1" fmla="*/ 19888 h 40004"/>
                  <a:gd name="T2" fmla="*/ 38211 w 40004"/>
                  <a:gd name="T3" fmla="*/ 12151 h 40004"/>
                  <a:gd name="T4" fmla="*/ 33947 w 40004"/>
                  <a:gd name="T5" fmla="*/ 5829 h 40004"/>
                  <a:gd name="T6" fmla="*/ 27624 w 40004"/>
                  <a:gd name="T7" fmla="*/ 1564 h 40004"/>
                  <a:gd name="T8" fmla="*/ 19888 w 40004"/>
                  <a:gd name="T9" fmla="*/ 0 h 40004"/>
                  <a:gd name="T10" fmla="*/ 12151 w 40004"/>
                  <a:gd name="T11" fmla="*/ 1564 h 40004"/>
                  <a:gd name="T12" fmla="*/ 5829 w 40004"/>
                  <a:gd name="T13" fmla="*/ 5829 h 40004"/>
                  <a:gd name="T14" fmla="*/ 1564 w 40004"/>
                  <a:gd name="T15" fmla="*/ 12151 h 40004"/>
                  <a:gd name="T16" fmla="*/ 0 w 40004"/>
                  <a:gd name="T17" fmla="*/ 19888 h 40004"/>
                  <a:gd name="T18" fmla="*/ 1564 w 40004"/>
                  <a:gd name="T19" fmla="*/ 27624 h 40004"/>
                  <a:gd name="T20" fmla="*/ 5829 w 40004"/>
                  <a:gd name="T21" fmla="*/ 33947 h 40004"/>
                  <a:gd name="T22" fmla="*/ 12151 w 40004"/>
                  <a:gd name="T23" fmla="*/ 38211 h 40004"/>
                  <a:gd name="T24" fmla="*/ 19888 w 40004"/>
                  <a:gd name="T25" fmla="*/ 39776 h 40004"/>
                  <a:gd name="T26" fmla="*/ 27624 w 40004"/>
                  <a:gd name="T27" fmla="*/ 38211 h 40004"/>
                  <a:gd name="T28" fmla="*/ 33947 w 40004"/>
                  <a:gd name="T29" fmla="*/ 33947 h 40004"/>
                  <a:gd name="T30" fmla="*/ 38211 w 40004"/>
                  <a:gd name="T31" fmla="*/ 27624 h 40004"/>
                  <a:gd name="T32" fmla="*/ 39776 w 40004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40004">
                    <a:moveTo>
                      <a:pt x="39776" y="19888"/>
                    </a:moveTo>
                    <a:lnTo>
                      <a:pt x="38211" y="12151"/>
                    </a:lnTo>
                    <a:lnTo>
                      <a:pt x="33947" y="5829"/>
                    </a:lnTo>
                    <a:lnTo>
                      <a:pt x="27624" y="1564"/>
                    </a:lnTo>
                    <a:lnTo>
                      <a:pt x="19888" y="0"/>
                    </a:lnTo>
                    <a:lnTo>
                      <a:pt x="12151" y="1564"/>
                    </a:lnTo>
                    <a:lnTo>
                      <a:pt x="5829" y="5829"/>
                    </a:lnTo>
                    <a:lnTo>
                      <a:pt x="1564" y="12151"/>
                    </a:lnTo>
                    <a:lnTo>
                      <a:pt x="0" y="19888"/>
                    </a:lnTo>
                    <a:lnTo>
                      <a:pt x="1564" y="27624"/>
                    </a:lnTo>
                    <a:lnTo>
                      <a:pt x="5829" y="33947"/>
                    </a:lnTo>
                    <a:lnTo>
                      <a:pt x="12151" y="38211"/>
                    </a:lnTo>
                    <a:lnTo>
                      <a:pt x="19888" y="39776"/>
                    </a:lnTo>
                    <a:lnTo>
                      <a:pt x="27624" y="38211"/>
                    </a:lnTo>
                    <a:lnTo>
                      <a:pt x="33947" y="33947"/>
                    </a:lnTo>
                    <a:lnTo>
                      <a:pt x="38211" y="27624"/>
                    </a:lnTo>
                    <a:lnTo>
                      <a:pt x="3977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59" name="object 260">
                <a:extLst>
                  <a:ext uri="{FF2B5EF4-FFF2-40B4-BE49-F238E27FC236}">
                    <a16:creationId xmlns:a16="http://schemas.microsoft.com/office/drawing/2014/main" id="{21FE36ED-C264-43D0-AAE0-16835A7FF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64911" y="5924397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2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2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2 h 35560"/>
                  <a:gd name="T22" fmla="*/ 27432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2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2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60" name="object 261">
                <a:extLst>
                  <a:ext uri="{FF2B5EF4-FFF2-40B4-BE49-F238E27FC236}">
                    <a16:creationId xmlns:a16="http://schemas.microsoft.com/office/drawing/2014/main" id="{B1A3629A-128A-48E6-981D-EC6A410B8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8244" y="5356567"/>
                <a:ext cx="97790" cy="401955"/>
              </a:xfrm>
              <a:custGeom>
                <a:avLst/>
                <a:gdLst>
                  <a:gd name="T0" fmla="*/ 97663 w 97789"/>
                  <a:gd name="T1" fmla="*/ 0 h 401954"/>
                  <a:gd name="T2" fmla="*/ 93065 w 97789"/>
                  <a:gd name="T3" fmla="*/ 0 h 401954"/>
                  <a:gd name="T4" fmla="*/ 21412 w 97789"/>
                  <a:gd name="T5" fmla="*/ 362483 h 401954"/>
                  <a:gd name="T6" fmla="*/ 19888 w 97789"/>
                  <a:gd name="T7" fmla="*/ 362165 h 401954"/>
                  <a:gd name="T8" fmla="*/ 12141 w 97789"/>
                  <a:gd name="T9" fmla="*/ 363740 h 401954"/>
                  <a:gd name="T10" fmla="*/ 5829 w 97789"/>
                  <a:gd name="T11" fmla="*/ 367995 h 401954"/>
                  <a:gd name="T12" fmla="*/ 1562 w 97789"/>
                  <a:gd name="T13" fmla="*/ 374319 h 401954"/>
                  <a:gd name="T14" fmla="*/ 0 w 97789"/>
                  <a:gd name="T15" fmla="*/ 382054 h 401954"/>
                  <a:gd name="T16" fmla="*/ 1562 w 97789"/>
                  <a:gd name="T17" fmla="*/ 389801 h 401954"/>
                  <a:gd name="T18" fmla="*/ 5829 w 97789"/>
                  <a:gd name="T19" fmla="*/ 396125 h 401954"/>
                  <a:gd name="T20" fmla="*/ 12141 w 97789"/>
                  <a:gd name="T21" fmla="*/ 400380 h 401954"/>
                  <a:gd name="T22" fmla="*/ 19888 w 97789"/>
                  <a:gd name="T23" fmla="*/ 401942 h 401954"/>
                  <a:gd name="T24" fmla="*/ 27622 w 97789"/>
                  <a:gd name="T25" fmla="*/ 400380 h 401954"/>
                  <a:gd name="T26" fmla="*/ 33947 w 97789"/>
                  <a:gd name="T27" fmla="*/ 396113 h 401954"/>
                  <a:gd name="T28" fmla="*/ 38201 w 97789"/>
                  <a:gd name="T29" fmla="*/ 389801 h 401954"/>
                  <a:gd name="T30" fmla="*/ 39776 w 97789"/>
                  <a:gd name="T31" fmla="*/ 382054 h 401954"/>
                  <a:gd name="T32" fmla="*/ 38201 w 97789"/>
                  <a:gd name="T33" fmla="*/ 374319 h 401954"/>
                  <a:gd name="T34" fmla="*/ 33947 w 97789"/>
                  <a:gd name="T35" fmla="*/ 367995 h 401954"/>
                  <a:gd name="T36" fmla="*/ 27622 w 97789"/>
                  <a:gd name="T37" fmla="*/ 363740 h 401954"/>
                  <a:gd name="T38" fmla="*/ 26695 w 97789"/>
                  <a:gd name="T39" fmla="*/ 363562 h 401954"/>
                  <a:gd name="T40" fmla="*/ 97663 w 97789"/>
                  <a:gd name="T41" fmla="*/ 4597 h 401954"/>
                  <a:gd name="T42" fmla="*/ 97663 w 97789"/>
                  <a:gd name="T43" fmla="*/ 0 h 401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7789" h="401954">
                    <a:moveTo>
                      <a:pt x="97663" y="0"/>
                    </a:moveTo>
                    <a:lnTo>
                      <a:pt x="93065" y="0"/>
                    </a:lnTo>
                    <a:lnTo>
                      <a:pt x="21412" y="362483"/>
                    </a:lnTo>
                    <a:lnTo>
                      <a:pt x="19888" y="362165"/>
                    </a:lnTo>
                    <a:lnTo>
                      <a:pt x="12141" y="363740"/>
                    </a:lnTo>
                    <a:lnTo>
                      <a:pt x="5829" y="367995"/>
                    </a:lnTo>
                    <a:lnTo>
                      <a:pt x="1562" y="374319"/>
                    </a:lnTo>
                    <a:lnTo>
                      <a:pt x="0" y="382054"/>
                    </a:lnTo>
                    <a:lnTo>
                      <a:pt x="1562" y="389801"/>
                    </a:lnTo>
                    <a:lnTo>
                      <a:pt x="5829" y="396125"/>
                    </a:lnTo>
                    <a:lnTo>
                      <a:pt x="12141" y="400380"/>
                    </a:lnTo>
                    <a:lnTo>
                      <a:pt x="19888" y="401942"/>
                    </a:lnTo>
                    <a:lnTo>
                      <a:pt x="27622" y="400380"/>
                    </a:lnTo>
                    <a:lnTo>
                      <a:pt x="33947" y="396113"/>
                    </a:lnTo>
                    <a:lnTo>
                      <a:pt x="38201" y="389801"/>
                    </a:lnTo>
                    <a:lnTo>
                      <a:pt x="39776" y="382054"/>
                    </a:lnTo>
                    <a:lnTo>
                      <a:pt x="38201" y="374319"/>
                    </a:lnTo>
                    <a:lnTo>
                      <a:pt x="33947" y="367995"/>
                    </a:lnTo>
                    <a:lnTo>
                      <a:pt x="27622" y="363740"/>
                    </a:lnTo>
                    <a:lnTo>
                      <a:pt x="26695" y="363562"/>
                    </a:lnTo>
                    <a:lnTo>
                      <a:pt x="97663" y="4597"/>
                    </a:lnTo>
                    <a:lnTo>
                      <a:pt x="9766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61" name="object 262">
                <a:extLst>
                  <a:ext uri="{FF2B5EF4-FFF2-40B4-BE49-F238E27FC236}">
                    <a16:creationId xmlns:a16="http://schemas.microsoft.com/office/drawing/2014/main" id="{3A9166B8-121B-426A-975F-D4D19097D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1215" y="5721705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1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2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1 h 35560"/>
                  <a:gd name="T22" fmla="*/ 27432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62" name="object 263">
                <a:extLst>
                  <a:ext uri="{FF2B5EF4-FFF2-40B4-BE49-F238E27FC236}">
                    <a16:creationId xmlns:a16="http://schemas.microsoft.com/office/drawing/2014/main" id="{4AD911F2-8329-44AC-85BF-E5D7B870B4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83592" y="5333911"/>
                <a:ext cx="318427" cy="3544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63" name="object 264">
                <a:extLst>
                  <a:ext uri="{FF2B5EF4-FFF2-40B4-BE49-F238E27FC236}">
                    <a16:creationId xmlns:a16="http://schemas.microsoft.com/office/drawing/2014/main" id="{62D9EA26-49ED-4D94-8363-AD01F8B4B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0100" y="5555665"/>
                <a:ext cx="53340" cy="716280"/>
              </a:xfrm>
              <a:custGeom>
                <a:avLst/>
                <a:gdLst>
                  <a:gd name="T0" fmla="*/ 52857 w 53339"/>
                  <a:gd name="T1" fmla="*/ 711339 h 716279"/>
                  <a:gd name="T2" fmla="*/ 22885 w 53339"/>
                  <a:gd name="T3" fmla="*/ 39179 h 716279"/>
                  <a:gd name="T4" fmla="*/ 27622 w 53339"/>
                  <a:gd name="T5" fmla="*/ 38214 h 716279"/>
                  <a:gd name="T6" fmla="*/ 33947 w 53339"/>
                  <a:gd name="T7" fmla="*/ 33947 h 716279"/>
                  <a:gd name="T8" fmla="*/ 38201 w 53339"/>
                  <a:gd name="T9" fmla="*/ 27635 h 716279"/>
                  <a:gd name="T10" fmla="*/ 39776 w 53339"/>
                  <a:gd name="T11" fmla="*/ 19888 h 716279"/>
                  <a:gd name="T12" fmla="*/ 38201 w 53339"/>
                  <a:gd name="T13" fmla="*/ 12153 h 716279"/>
                  <a:gd name="T14" fmla="*/ 33934 w 53339"/>
                  <a:gd name="T15" fmla="*/ 5829 h 716279"/>
                  <a:gd name="T16" fmla="*/ 27622 w 53339"/>
                  <a:gd name="T17" fmla="*/ 1574 h 716279"/>
                  <a:gd name="T18" fmla="*/ 19888 w 53339"/>
                  <a:gd name="T19" fmla="*/ 0 h 716279"/>
                  <a:gd name="T20" fmla="*/ 12141 w 53339"/>
                  <a:gd name="T21" fmla="*/ 1574 h 716279"/>
                  <a:gd name="T22" fmla="*/ 5816 w 53339"/>
                  <a:gd name="T23" fmla="*/ 5829 h 716279"/>
                  <a:gd name="T24" fmla="*/ 1562 w 53339"/>
                  <a:gd name="T25" fmla="*/ 12153 h 716279"/>
                  <a:gd name="T26" fmla="*/ 0 w 53339"/>
                  <a:gd name="T27" fmla="*/ 19888 h 716279"/>
                  <a:gd name="T28" fmla="*/ 1562 w 53339"/>
                  <a:gd name="T29" fmla="*/ 27635 h 716279"/>
                  <a:gd name="T30" fmla="*/ 5829 w 53339"/>
                  <a:gd name="T31" fmla="*/ 33959 h 716279"/>
                  <a:gd name="T32" fmla="*/ 12141 w 53339"/>
                  <a:gd name="T33" fmla="*/ 38214 h 716279"/>
                  <a:gd name="T34" fmla="*/ 18084 w 53339"/>
                  <a:gd name="T35" fmla="*/ 39420 h 716279"/>
                  <a:gd name="T36" fmla="*/ 48260 w 53339"/>
                  <a:gd name="T37" fmla="*/ 715937 h 716279"/>
                  <a:gd name="T38" fmla="*/ 52857 w 53339"/>
                  <a:gd name="T39" fmla="*/ 715937 h 716279"/>
                  <a:gd name="T40" fmla="*/ 52857 w 53339"/>
                  <a:gd name="T41" fmla="*/ 711339 h 716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3339" h="716279">
                    <a:moveTo>
                      <a:pt x="52857" y="711339"/>
                    </a:moveTo>
                    <a:lnTo>
                      <a:pt x="22885" y="39179"/>
                    </a:lnTo>
                    <a:lnTo>
                      <a:pt x="27622" y="38214"/>
                    </a:lnTo>
                    <a:lnTo>
                      <a:pt x="33947" y="33947"/>
                    </a:lnTo>
                    <a:lnTo>
                      <a:pt x="38201" y="27635"/>
                    </a:lnTo>
                    <a:lnTo>
                      <a:pt x="39776" y="19888"/>
                    </a:lnTo>
                    <a:lnTo>
                      <a:pt x="38201" y="12153"/>
                    </a:lnTo>
                    <a:lnTo>
                      <a:pt x="33934" y="5829"/>
                    </a:lnTo>
                    <a:lnTo>
                      <a:pt x="27622" y="1574"/>
                    </a:lnTo>
                    <a:lnTo>
                      <a:pt x="19888" y="0"/>
                    </a:lnTo>
                    <a:lnTo>
                      <a:pt x="12141" y="1574"/>
                    </a:lnTo>
                    <a:lnTo>
                      <a:pt x="5816" y="5829"/>
                    </a:lnTo>
                    <a:lnTo>
                      <a:pt x="1562" y="12153"/>
                    </a:lnTo>
                    <a:lnTo>
                      <a:pt x="0" y="19888"/>
                    </a:lnTo>
                    <a:lnTo>
                      <a:pt x="1562" y="27635"/>
                    </a:lnTo>
                    <a:lnTo>
                      <a:pt x="5829" y="33959"/>
                    </a:lnTo>
                    <a:lnTo>
                      <a:pt x="12141" y="38214"/>
                    </a:lnTo>
                    <a:lnTo>
                      <a:pt x="18084" y="39420"/>
                    </a:lnTo>
                    <a:lnTo>
                      <a:pt x="48260" y="715937"/>
                    </a:lnTo>
                    <a:lnTo>
                      <a:pt x="52857" y="715937"/>
                    </a:lnTo>
                    <a:lnTo>
                      <a:pt x="52857" y="71133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64" name="object 265">
                <a:extLst>
                  <a:ext uri="{FF2B5EF4-FFF2-40B4-BE49-F238E27FC236}">
                    <a16:creationId xmlns:a16="http://schemas.microsoft.com/office/drawing/2014/main" id="{5F496351-8EC3-481B-BDFC-F15420449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1547" y="5557113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2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2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2 h 35560"/>
                  <a:gd name="T22" fmla="*/ 27432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2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2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65" name="object 266">
                <a:extLst>
                  <a:ext uri="{FF2B5EF4-FFF2-40B4-BE49-F238E27FC236}">
                    <a16:creationId xmlns:a16="http://schemas.microsoft.com/office/drawing/2014/main" id="{E8520343-2FE4-4222-B3D1-DEE96E1BD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6480" y="5665393"/>
                <a:ext cx="96520" cy="151130"/>
              </a:xfrm>
              <a:custGeom>
                <a:avLst/>
                <a:gdLst>
                  <a:gd name="T0" fmla="*/ 96520 w 96520"/>
                  <a:gd name="T1" fmla="*/ 146392 h 151129"/>
                  <a:gd name="T2" fmla="*/ 35293 w 96520"/>
                  <a:gd name="T3" fmla="*/ 35433 h 151129"/>
                  <a:gd name="T4" fmla="*/ 37719 w 96520"/>
                  <a:gd name="T5" fmla="*/ 33947 h 151129"/>
                  <a:gd name="T6" fmla="*/ 42456 w 96520"/>
                  <a:gd name="T7" fmla="*/ 27635 h 151129"/>
                  <a:gd name="T8" fmla="*/ 44196 w 96520"/>
                  <a:gd name="T9" fmla="*/ 19888 h 151129"/>
                  <a:gd name="T10" fmla="*/ 42456 w 96520"/>
                  <a:gd name="T11" fmla="*/ 12153 h 151129"/>
                  <a:gd name="T12" fmla="*/ 37719 w 96520"/>
                  <a:gd name="T13" fmla="*/ 5829 h 151129"/>
                  <a:gd name="T14" fmla="*/ 30695 w 96520"/>
                  <a:gd name="T15" fmla="*/ 1574 h 151129"/>
                  <a:gd name="T16" fmla="*/ 22098 w 96520"/>
                  <a:gd name="T17" fmla="*/ 0 h 151129"/>
                  <a:gd name="T18" fmla="*/ 13500 w 96520"/>
                  <a:gd name="T19" fmla="*/ 1574 h 151129"/>
                  <a:gd name="T20" fmla="*/ 6477 w 96520"/>
                  <a:gd name="T21" fmla="*/ 5829 h 151129"/>
                  <a:gd name="T22" fmla="*/ 1727 w 96520"/>
                  <a:gd name="T23" fmla="*/ 12153 h 151129"/>
                  <a:gd name="T24" fmla="*/ 0 w 96520"/>
                  <a:gd name="T25" fmla="*/ 19888 h 151129"/>
                  <a:gd name="T26" fmla="*/ 1727 w 96520"/>
                  <a:gd name="T27" fmla="*/ 27635 h 151129"/>
                  <a:gd name="T28" fmla="*/ 6464 w 96520"/>
                  <a:gd name="T29" fmla="*/ 33947 h 151129"/>
                  <a:gd name="T30" fmla="*/ 13500 w 96520"/>
                  <a:gd name="T31" fmla="*/ 38214 h 151129"/>
                  <a:gd name="T32" fmla="*/ 22098 w 96520"/>
                  <a:gd name="T33" fmla="*/ 39776 h 151129"/>
                  <a:gd name="T34" fmla="*/ 29781 w 96520"/>
                  <a:gd name="T35" fmla="*/ 38379 h 151129"/>
                  <a:gd name="T36" fmla="*/ 91922 w 96520"/>
                  <a:gd name="T37" fmla="*/ 150990 h 151129"/>
                  <a:gd name="T38" fmla="*/ 96520 w 96520"/>
                  <a:gd name="T39" fmla="*/ 150990 h 151129"/>
                  <a:gd name="T40" fmla="*/ 96520 w 96520"/>
                  <a:gd name="T41" fmla="*/ 146392 h 151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6520" h="151129">
                    <a:moveTo>
                      <a:pt x="96520" y="146392"/>
                    </a:moveTo>
                    <a:lnTo>
                      <a:pt x="35293" y="35433"/>
                    </a:lnTo>
                    <a:lnTo>
                      <a:pt x="37719" y="33947"/>
                    </a:lnTo>
                    <a:lnTo>
                      <a:pt x="42456" y="27635"/>
                    </a:lnTo>
                    <a:lnTo>
                      <a:pt x="44196" y="19888"/>
                    </a:lnTo>
                    <a:lnTo>
                      <a:pt x="42456" y="12153"/>
                    </a:lnTo>
                    <a:lnTo>
                      <a:pt x="37719" y="5829"/>
                    </a:lnTo>
                    <a:lnTo>
                      <a:pt x="30695" y="1574"/>
                    </a:lnTo>
                    <a:lnTo>
                      <a:pt x="22098" y="0"/>
                    </a:lnTo>
                    <a:lnTo>
                      <a:pt x="13500" y="1574"/>
                    </a:lnTo>
                    <a:lnTo>
                      <a:pt x="6477" y="5829"/>
                    </a:lnTo>
                    <a:lnTo>
                      <a:pt x="1727" y="12153"/>
                    </a:lnTo>
                    <a:lnTo>
                      <a:pt x="0" y="19888"/>
                    </a:lnTo>
                    <a:lnTo>
                      <a:pt x="1727" y="27635"/>
                    </a:lnTo>
                    <a:lnTo>
                      <a:pt x="6464" y="33947"/>
                    </a:lnTo>
                    <a:lnTo>
                      <a:pt x="13500" y="38214"/>
                    </a:lnTo>
                    <a:lnTo>
                      <a:pt x="22098" y="39776"/>
                    </a:lnTo>
                    <a:lnTo>
                      <a:pt x="29781" y="38379"/>
                    </a:lnTo>
                    <a:lnTo>
                      <a:pt x="91922" y="150990"/>
                    </a:lnTo>
                    <a:lnTo>
                      <a:pt x="96520" y="150990"/>
                    </a:lnTo>
                    <a:lnTo>
                      <a:pt x="96520" y="14639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66" name="object 267">
                <a:extLst>
                  <a:ext uri="{FF2B5EF4-FFF2-40B4-BE49-F238E27FC236}">
                    <a16:creationId xmlns:a16="http://schemas.microsoft.com/office/drawing/2014/main" id="{A46A496B-B75B-444B-8223-95B0AC5C6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927" y="5668365"/>
                <a:ext cx="40005" cy="35560"/>
              </a:xfrm>
              <a:custGeom>
                <a:avLst/>
                <a:gdLst>
                  <a:gd name="T0" fmla="*/ 19888 w 40004"/>
                  <a:gd name="T1" fmla="*/ 35356 h 35560"/>
                  <a:gd name="T2" fmla="*/ 12151 w 40004"/>
                  <a:gd name="T3" fmla="*/ 33966 h 35560"/>
                  <a:gd name="T4" fmla="*/ 5829 w 40004"/>
                  <a:gd name="T5" fmla="*/ 30175 h 35560"/>
                  <a:gd name="T6" fmla="*/ 1564 w 40004"/>
                  <a:gd name="T7" fmla="*/ 24555 h 35560"/>
                  <a:gd name="T8" fmla="*/ 0 w 40004"/>
                  <a:gd name="T9" fmla="*/ 17678 h 35560"/>
                  <a:gd name="T10" fmla="*/ 1564 w 40004"/>
                  <a:gd name="T11" fmla="*/ 10801 h 35560"/>
                  <a:gd name="T12" fmla="*/ 5829 w 40004"/>
                  <a:gd name="T13" fmla="*/ 5181 h 35560"/>
                  <a:gd name="T14" fmla="*/ 12151 w 40004"/>
                  <a:gd name="T15" fmla="*/ 1390 h 35560"/>
                  <a:gd name="T16" fmla="*/ 19888 w 40004"/>
                  <a:gd name="T17" fmla="*/ 0 h 35560"/>
                  <a:gd name="T18" fmla="*/ 27624 w 40004"/>
                  <a:gd name="T19" fmla="*/ 1390 h 35560"/>
                  <a:gd name="T20" fmla="*/ 33947 w 40004"/>
                  <a:gd name="T21" fmla="*/ 5181 h 35560"/>
                  <a:gd name="T22" fmla="*/ 38211 w 40004"/>
                  <a:gd name="T23" fmla="*/ 10801 h 35560"/>
                  <a:gd name="T24" fmla="*/ 39776 w 40004"/>
                  <a:gd name="T25" fmla="*/ 17678 h 35560"/>
                  <a:gd name="T26" fmla="*/ 38211 w 40004"/>
                  <a:gd name="T27" fmla="*/ 24555 h 35560"/>
                  <a:gd name="T28" fmla="*/ 33947 w 40004"/>
                  <a:gd name="T29" fmla="*/ 30175 h 35560"/>
                  <a:gd name="T30" fmla="*/ 27624 w 40004"/>
                  <a:gd name="T31" fmla="*/ 33966 h 35560"/>
                  <a:gd name="T32" fmla="*/ 19888 w 40004"/>
                  <a:gd name="T33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35560">
                    <a:moveTo>
                      <a:pt x="19888" y="35356"/>
                    </a:moveTo>
                    <a:lnTo>
                      <a:pt x="12151" y="33966"/>
                    </a:lnTo>
                    <a:lnTo>
                      <a:pt x="5829" y="30175"/>
                    </a:lnTo>
                    <a:lnTo>
                      <a:pt x="1564" y="24555"/>
                    </a:lnTo>
                    <a:lnTo>
                      <a:pt x="0" y="17678"/>
                    </a:lnTo>
                    <a:lnTo>
                      <a:pt x="1564" y="10801"/>
                    </a:lnTo>
                    <a:lnTo>
                      <a:pt x="5829" y="5181"/>
                    </a:lnTo>
                    <a:lnTo>
                      <a:pt x="12151" y="1390"/>
                    </a:lnTo>
                    <a:lnTo>
                      <a:pt x="19888" y="0"/>
                    </a:lnTo>
                    <a:lnTo>
                      <a:pt x="27624" y="1390"/>
                    </a:lnTo>
                    <a:lnTo>
                      <a:pt x="33947" y="5181"/>
                    </a:lnTo>
                    <a:lnTo>
                      <a:pt x="38211" y="10801"/>
                    </a:lnTo>
                    <a:lnTo>
                      <a:pt x="39776" y="17678"/>
                    </a:lnTo>
                    <a:lnTo>
                      <a:pt x="38211" y="24555"/>
                    </a:lnTo>
                    <a:lnTo>
                      <a:pt x="33947" y="30175"/>
                    </a:lnTo>
                    <a:lnTo>
                      <a:pt x="27624" y="33966"/>
                    </a:lnTo>
                    <a:lnTo>
                      <a:pt x="1988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67" name="object 268">
                <a:extLst>
                  <a:ext uri="{FF2B5EF4-FFF2-40B4-BE49-F238E27FC236}">
                    <a16:creationId xmlns:a16="http://schemas.microsoft.com/office/drawing/2014/main" id="{81399A02-9F93-43A0-8C23-1B4014A61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1079" y="5683618"/>
                <a:ext cx="97155" cy="150495"/>
              </a:xfrm>
              <a:custGeom>
                <a:avLst/>
                <a:gdLst>
                  <a:gd name="T0" fmla="*/ 97053 w 97154"/>
                  <a:gd name="T1" fmla="*/ 0 h 150495"/>
                  <a:gd name="T2" fmla="*/ 92456 w 97154"/>
                  <a:gd name="T3" fmla="*/ 0 h 150495"/>
                  <a:gd name="T4" fmla="*/ 26809 w 97154"/>
                  <a:gd name="T5" fmla="*/ 111975 h 150495"/>
                  <a:gd name="T6" fmla="*/ 19888 w 97154"/>
                  <a:gd name="T7" fmla="*/ 110553 h 150495"/>
                  <a:gd name="T8" fmla="*/ 12141 w 97154"/>
                  <a:gd name="T9" fmla="*/ 112128 h 150495"/>
                  <a:gd name="T10" fmla="*/ 5816 w 97154"/>
                  <a:gd name="T11" fmla="*/ 116382 h 150495"/>
                  <a:gd name="T12" fmla="*/ 1562 w 97154"/>
                  <a:gd name="T13" fmla="*/ 122707 h 150495"/>
                  <a:gd name="T14" fmla="*/ 0 w 97154"/>
                  <a:gd name="T15" fmla="*/ 130441 h 150495"/>
                  <a:gd name="T16" fmla="*/ 1562 w 97154"/>
                  <a:gd name="T17" fmla="*/ 138188 h 150495"/>
                  <a:gd name="T18" fmla="*/ 5829 w 97154"/>
                  <a:gd name="T19" fmla="*/ 144500 h 150495"/>
                  <a:gd name="T20" fmla="*/ 12141 w 97154"/>
                  <a:gd name="T21" fmla="*/ 148767 h 150495"/>
                  <a:gd name="T22" fmla="*/ 19888 w 97154"/>
                  <a:gd name="T23" fmla="*/ 150329 h 150495"/>
                  <a:gd name="T24" fmla="*/ 27622 w 97154"/>
                  <a:gd name="T25" fmla="*/ 148767 h 150495"/>
                  <a:gd name="T26" fmla="*/ 33947 w 97154"/>
                  <a:gd name="T27" fmla="*/ 144500 h 150495"/>
                  <a:gd name="T28" fmla="*/ 38201 w 97154"/>
                  <a:gd name="T29" fmla="*/ 138188 h 150495"/>
                  <a:gd name="T30" fmla="*/ 39776 w 97154"/>
                  <a:gd name="T31" fmla="*/ 130441 h 150495"/>
                  <a:gd name="T32" fmla="*/ 38201 w 97154"/>
                  <a:gd name="T33" fmla="*/ 122707 h 150495"/>
                  <a:gd name="T34" fmla="*/ 33947 w 97154"/>
                  <a:gd name="T35" fmla="*/ 116382 h 150495"/>
                  <a:gd name="T36" fmla="*/ 32207 w 97154"/>
                  <a:gd name="T37" fmla="*/ 115214 h 150495"/>
                  <a:gd name="T38" fmla="*/ 97053 w 97154"/>
                  <a:gd name="T39" fmla="*/ 4597 h 150495"/>
                  <a:gd name="T40" fmla="*/ 97053 w 97154"/>
                  <a:gd name="T41" fmla="*/ 0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154" h="150495">
                    <a:moveTo>
                      <a:pt x="97053" y="0"/>
                    </a:moveTo>
                    <a:lnTo>
                      <a:pt x="92456" y="0"/>
                    </a:lnTo>
                    <a:lnTo>
                      <a:pt x="26809" y="111975"/>
                    </a:lnTo>
                    <a:lnTo>
                      <a:pt x="19888" y="110553"/>
                    </a:lnTo>
                    <a:lnTo>
                      <a:pt x="12141" y="112128"/>
                    </a:lnTo>
                    <a:lnTo>
                      <a:pt x="5816" y="116382"/>
                    </a:lnTo>
                    <a:lnTo>
                      <a:pt x="1562" y="122707"/>
                    </a:lnTo>
                    <a:lnTo>
                      <a:pt x="0" y="130441"/>
                    </a:lnTo>
                    <a:lnTo>
                      <a:pt x="1562" y="138188"/>
                    </a:lnTo>
                    <a:lnTo>
                      <a:pt x="5829" y="144500"/>
                    </a:lnTo>
                    <a:lnTo>
                      <a:pt x="12141" y="148767"/>
                    </a:lnTo>
                    <a:lnTo>
                      <a:pt x="19888" y="150329"/>
                    </a:lnTo>
                    <a:lnTo>
                      <a:pt x="27622" y="148767"/>
                    </a:lnTo>
                    <a:lnTo>
                      <a:pt x="33947" y="144500"/>
                    </a:lnTo>
                    <a:lnTo>
                      <a:pt x="38201" y="138188"/>
                    </a:lnTo>
                    <a:lnTo>
                      <a:pt x="39776" y="130441"/>
                    </a:lnTo>
                    <a:lnTo>
                      <a:pt x="38201" y="122707"/>
                    </a:lnTo>
                    <a:lnTo>
                      <a:pt x="33947" y="116382"/>
                    </a:lnTo>
                    <a:lnTo>
                      <a:pt x="32207" y="115214"/>
                    </a:lnTo>
                    <a:lnTo>
                      <a:pt x="97053" y="4597"/>
                    </a:lnTo>
                    <a:lnTo>
                      <a:pt x="9705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68" name="object 269">
                <a:extLst>
                  <a:ext uri="{FF2B5EF4-FFF2-40B4-BE49-F238E27FC236}">
                    <a16:creationId xmlns:a16="http://schemas.microsoft.com/office/drawing/2014/main" id="{5CB44876-D067-4A87-A3C6-B7EA55677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02527" y="5796381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1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2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1 h 35560"/>
                  <a:gd name="T22" fmla="*/ 27432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69" name="object 270">
                <a:extLst>
                  <a:ext uri="{FF2B5EF4-FFF2-40B4-BE49-F238E27FC236}">
                    <a16:creationId xmlns:a16="http://schemas.microsoft.com/office/drawing/2014/main" id="{D4AF0284-4D0E-45EB-A315-FA0798303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5755" y="5665393"/>
                <a:ext cx="97790" cy="168910"/>
              </a:xfrm>
              <a:custGeom>
                <a:avLst/>
                <a:gdLst>
                  <a:gd name="T0" fmla="*/ 97510 w 97789"/>
                  <a:gd name="T1" fmla="*/ 164071 h 168910"/>
                  <a:gd name="T2" fmla="*/ 31369 w 97789"/>
                  <a:gd name="T3" fmla="*/ 35687 h 168910"/>
                  <a:gd name="T4" fmla="*/ 33947 w 97789"/>
                  <a:gd name="T5" fmla="*/ 33947 h 168910"/>
                  <a:gd name="T6" fmla="*/ 38201 w 97789"/>
                  <a:gd name="T7" fmla="*/ 27635 h 168910"/>
                  <a:gd name="T8" fmla="*/ 39776 w 97789"/>
                  <a:gd name="T9" fmla="*/ 19888 h 168910"/>
                  <a:gd name="T10" fmla="*/ 38201 w 97789"/>
                  <a:gd name="T11" fmla="*/ 12153 h 168910"/>
                  <a:gd name="T12" fmla="*/ 33947 w 97789"/>
                  <a:gd name="T13" fmla="*/ 5829 h 168910"/>
                  <a:gd name="T14" fmla="*/ 27622 w 97789"/>
                  <a:gd name="T15" fmla="*/ 1574 h 168910"/>
                  <a:gd name="T16" fmla="*/ 19888 w 97789"/>
                  <a:gd name="T17" fmla="*/ 0 h 168910"/>
                  <a:gd name="T18" fmla="*/ 12141 w 97789"/>
                  <a:gd name="T19" fmla="*/ 1574 h 168910"/>
                  <a:gd name="T20" fmla="*/ 5816 w 97789"/>
                  <a:gd name="T21" fmla="*/ 5829 h 168910"/>
                  <a:gd name="T22" fmla="*/ 1562 w 97789"/>
                  <a:gd name="T23" fmla="*/ 12153 h 168910"/>
                  <a:gd name="T24" fmla="*/ 0 w 97789"/>
                  <a:gd name="T25" fmla="*/ 19888 h 168910"/>
                  <a:gd name="T26" fmla="*/ 1562 w 97789"/>
                  <a:gd name="T27" fmla="*/ 27635 h 168910"/>
                  <a:gd name="T28" fmla="*/ 5829 w 97789"/>
                  <a:gd name="T29" fmla="*/ 33947 h 168910"/>
                  <a:gd name="T30" fmla="*/ 12141 w 97789"/>
                  <a:gd name="T31" fmla="*/ 38214 h 168910"/>
                  <a:gd name="T32" fmla="*/ 19888 w 97789"/>
                  <a:gd name="T33" fmla="*/ 39776 h 168910"/>
                  <a:gd name="T34" fmla="*/ 25882 w 97789"/>
                  <a:gd name="T35" fmla="*/ 38569 h 168910"/>
                  <a:gd name="T36" fmla="*/ 92913 w 97789"/>
                  <a:gd name="T37" fmla="*/ 168668 h 168910"/>
                  <a:gd name="T38" fmla="*/ 97510 w 97789"/>
                  <a:gd name="T39" fmla="*/ 168668 h 168910"/>
                  <a:gd name="T40" fmla="*/ 97510 w 97789"/>
                  <a:gd name="T41" fmla="*/ 164071 h 1689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89" h="168910">
                    <a:moveTo>
                      <a:pt x="97510" y="164071"/>
                    </a:moveTo>
                    <a:lnTo>
                      <a:pt x="31369" y="35687"/>
                    </a:lnTo>
                    <a:lnTo>
                      <a:pt x="33947" y="33947"/>
                    </a:lnTo>
                    <a:lnTo>
                      <a:pt x="38201" y="27635"/>
                    </a:lnTo>
                    <a:lnTo>
                      <a:pt x="39776" y="19888"/>
                    </a:lnTo>
                    <a:lnTo>
                      <a:pt x="38201" y="12153"/>
                    </a:lnTo>
                    <a:lnTo>
                      <a:pt x="33947" y="5829"/>
                    </a:lnTo>
                    <a:lnTo>
                      <a:pt x="27622" y="1574"/>
                    </a:lnTo>
                    <a:lnTo>
                      <a:pt x="19888" y="0"/>
                    </a:lnTo>
                    <a:lnTo>
                      <a:pt x="12141" y="1574"/>
                    </a:lnTo>
                    <a:lnTo>
                      <a:pt x="5816" y="5829"/>
                    </a:lnTo>
                    <a:lnTo>
                      <a:pt x="1562" y="12153"/>
                    </a:lnTo>
                    <a:lnTo>
                      <a:pt x="0" y="19888"/>
                    </a:lnTo>
                    <a:lnTo>
                      <a:pt x="1562" y="27635"/>
                    </a:lnTo>
                    <a:lnTo>
                      <a:pt x="5829" y="33947"/>
                    </a:lnTo>
                    <a:lnTo>
                      <a:pt x="12141" y="38214"/>
                    </a:lnTo>
                    <a:lnTo>
                      <a:pt x="19888" y="39776"/>
                    </a:lnTo>
                    <a:lnTo>
                      <a:pt x="25882" y="38569"/>
                    </a:lnTo>
                    <a:lnTo>
                      <a:pt x="92913" y="168668"/>
                    </a:lnTo>
                    <a:lnTo>
                      <a:pt x="97510" y="168668"/>
                    </a:lnTo>
                    <a:lnTo>
                      <a:pt x="97510" y="1640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0" name="object 271">
                <a:extLst>
                  <a:ext uri="{FF2B5EF4-FFF2-40B4-BE49-F238E27FC236}">
                    <a16:creationId xmlns:a16="http://schemas.microsoft.com/office/drawing/2014/main" id="{B0B1AB10-2955-4798-83D0-31F2DECF95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727" y="5668365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2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2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2 h 35560"/>
                  <a:gd name="T22" fmla="*/ 27432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2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2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1" name="object 272">
                <a:extLst>
                  <a:ext uri="{FF2B5EF4-FFF2-40B4-BE49-F238E27FC236}">
                    <a16:creationId xmlns:a16="http://schemas.microsoft.com/office/drawing/2014/main" id="{8D868136-4D9B-4410-B164-E4F12E955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1194" y="5701296"/>
                <a:ext cx="97790" cy="150495"/>
              </a:xfrm>
              <a:custGeom>
                <a:avLst/>
                <a:gdLst>
                  <a:gd name="T0" fmla="*/ 97205 w 97789"/>
                  <a:gd name="T1" fmla="*/ 0 h 150495"/>
                  <a:gd name="T2" fmla="*/ 92608 w 97789"/>
                  <a:gd name="T3" fmla="*/ 0 h 150495"/>
                  <a:gd name="T4" fmla="*/ 27025 w 97789"/>
                  <a:gd name="T5" fmla="*/ 111861 h 150495"/>
                  <a:gd name="T6" fmla="*/ 19888 w 97789"/>
                  <a:gd name="T7" fmla="*/ 110401 h 150495"/>
                  <a:gd name="T8" fmla="*/ 12141 w 97789"/>
                  <a:gd name="T9" fmla="*/ 111975 h 150495"/>
                  <a:gd name="T10" fmla="*/ 5829 w 97789"/>
                  <a:gd name="T11" fmla="*/ 116230 h 150495"/>
                  <a:gd name="T12" fmla="*/ 1562 w 97789"/>
                  <a:gd name="T13" fmla="*/ 122555 h 150495"/>
                  <a:gd name="T14" fmla="*/ 0 w 97789"/>
                  <a:gd name="T15" fmla="*/ 130289 h 150495"/>
                  <a:gd name="T16" fmla="*/ 1562 w 97789"/>
                  <a:gd name="T17" fmla="*/ 138036 h 150495"/>
                  <a:gd name="T18" fmla="*/ 5829 w 97789"/>
                  <a:gd name="T19" fmla="*/ 144348 h 150495"/>
                  <a:gd name="T20" fmla="*/ 12141 w 97789"/>
                  <a:gd name="T21" fmla="*/ 148615 h 150495"/>
                  <a:gd name="T22" fmla="*/ 19888 w 97789"/>
                  <a:gd name="T23" fmla="*/ 150177 h 150495"/>
                  <a:gd name="T24" fmla="*/ 27622 w 97789"/>
                  <a:gd name="T25" fmla="*/ 148615 h 150495"/>
                  <a:gd name="T26" fmla="*/ 33947 w 97789"/>
                  <a:gd name="T27" fmla="*/ 144348 h 150495"/>
                  <a:gd name="T28" fmla="*/ 38201 w 97789"/>
                  <a:gd name="T29" fmla="*/ 138036 h 150495"/>
                  <a:gd name="T30" fmla="*/ 39776 w 97789"/>
                  <a:gd name="T31" fmla="*/ 130289 h 150495"/>
                  <a:gd name="T32" fmla="*/ 38201 w 97789"/>
                  <a:gd name="T33" fmla="*/ 122555 h 150495"/>
                  <a:gd name="T34" fmla="*/ 33947 w 97789"/>
                  <a:gd name="T35" fmla="*/ 116230 h 150495"/>
                  <a:gd name="T36" fmla="*/ 32372 w 97789"/>
                  <a:gd name="T37" fmla="*/ 115189 h 150495"/>
                  <a:gd name="T38" fmla="*/ 97205 w 97789"/>
                  <a:gd name="T39" fmla="*/ 4597 h 150495"/>
                  <a:gd name="T40" fmla="*/ 97205 w 97789"/>
                  <a:gd name="T41" fmla="*/ 0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89" h="150495">
                    <a:moveTo>
                      <a:pt x="97205" y="0"/>
                    </a:moveTo>
                    <a:lnTo>
                      <a:pt x="92608" y="0"/>
                    </a:lnTo>
                    <a:lnTo>
                      <a:pt x="27025" y="111861"/>
                    </a:lnTo>
                    <a:lnTo>
                      <a:pt x="19888" y="110401"/>
                    </a:lnTo>
                    <a:lnTo>
                      <a:pt x="12141" y="111975"/>
                    </a:lnTo>
                    <a:lnTo>
                      <a:pt x="5829" y="116230"/>
                    </a:lnTo>
                    <a:lnTo>
                      <a:pt x="1562" y="122555"/>
                    </a:lnTo>
                    <a:lnTo>
                      <a:pt x="0" y="130289"/>
                    </a:lnTo>
                    <a:lnTo>
                      <a:pt x="1562" y="138036"/>
                    </a:lnTo>
                    <a:lnTo>
                      <a:pt x="5829" y="144348"/>
                    </a:lnTo>
                    <a:lnTo>
                      <a:pt x="12141" y="148615"/>
                    </a:lnTo>
                    <a:lnTo>
                      <a:pt x="19888" y="150177"/>
                    </a:lnTo>
                    <a:lnTo>
                      <a:pt x="27622" y="148615"/>
                    </a:lnTo>
                    <a:lnTo>
                      <a:pt x="33947" y="144348"/>
                    </a:lnTo>
                    <a:lnTo>
                      <a:pt x="38201" y="138036"/>
                    </a:lnTo>
                    <a:lnTo>
                      <a:pt x="39776" y="130289"/>
                    </a:lnTo>
                    <a:lnTo>
                      <a:pt x="38201" y="122555"/>
                    </a:lnTo>
                    <a:lnTo>
                      <a:pt x="33947" y="116230"/>
                    </a:lnTo>
                    <a:lnTo>
                      <a:pt x="32372" y="115189"/>
                    </a:lnTo>
                    <a:lnTo>
                      <a:pt x="97205" y="4597"/>
                    </a:lnTo>
                    <a:lnTo>
                      <a:pt x="972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2" name="object 273">
                <a:extLst>
                  <a:ext uri="{FF2B5EF4-FFF2-40B4-BE49-F238E27FC236}">
                    <a16:creationId xmlns:a16="http://schemas.microsoft.com/office/drawing/2014/main" id="{6BEEBAC0-48A7-4BA4-9386-2F9A060FB3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3403" y="5813907"/>
                <a:ext cx="35560" cy="35560"/>
              </a:xfrm>
              <a:custGeom>
                <a:avLst/>
                <a:gdLst>
                  <a:gd name="T0" fmla="*/ 17678 w 35560"/>
                  <a:gd name="T1" fmla="*/ 35356 h 35560"/>
                  <a:gd name="T2" fmla="*/ 7924 w 35560"/>
                  <a:gd name="T3" fmla="*/ 35356 h 35560"/>
                  <a:gd name="T4" fmla="*/ 0 w 35560"/>
                  <a:gd name="T5" fmla="*/ 27431 h 35560"/>
                  <a:gd name="T6" fmla="*/ 0 w 35560"/>
                  <a:gd name="T7" fmla="*/ 17678 h 35560"/>
                  <a:gd name="T8" fmla="*/ 0 w 35560"/>
                  <a:gd name="T9" fmla="*/ 7924 h 35560"/>
                  <a:gd name="T10" fmla="*/ 7924 w 35560"/>
                  <a:gd name="T11" fmla="*/ 0 h 35560"/>
                  <a:gd name="T12" fmla="*/ 17678 w 35560"/>
                  <a:gd name="T13" fmla="*/ 0 h 35560"/>
                  <a:gd name="T14" fmla="*/ 27432 w 35560"/>
                  <a:gd name="T15" fmla="*/ 0 h 35560"/>
                  <a:gd name="T16" fmla="*/ 35356 w 35560"/>
                  <a:gd name="T17" fmla="*/ 7924 h 35560"/>
                  <a:gd name="T18" fmla="*/ 35356 w 35560"/>
                  <a:gd name="T19" fmla="*/ 17678 h 35560"/>
                  <a:gd name="T20" fmla="*/ 35356 w 35560"/>
                  <a:gd name="T21" fmla="*/ 27431 h 35560"/>
                  <a:gd name="T22" fmla="*/ 27432 w 35560"/>
                  <a:gd name="T23" fmla="*/ 35356 h 35560"/>
                  <a:gd name="T24" fmla="*/ 17678 w 35560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60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3" name="object 274">
                <a:extLst>
                  <a:ext uri="{FF2B5EF4-FFF2-40B4-BE49-F238E27FC236}">
                    <a16:creationId xmlns:a16="http://schemas.microsoft.com/office/drawing/2014/main" id="{9CFAE45E-2ABF-4706-BE89-84A6C19C0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2136" y="5683681"/>
                <a:ext cx="97155" cy="132715"/>
              </a:xfrm>
              <a:custGeom>
                <a:avLst/>
                <a:gdLst>
                  <a:gd name="T0" fmla="*/ 96977 w 97154"/>
                  <a:gd name="T1" fmla="*/ 128104 h 132714"/>
                  <a:gd name="T2" fmla="*/ 36995 w 97154"/>
                  <a:gd name="T3" fmla="*/ 34391 h 132714"/>
                  <a:gd name="T4" fmla="*/ 37719 w 97154"/>
                  <a:gd name="T5" fmla="*/ 33947 h 132714"/>
                  <a:gd name="T6" fmla="*/ 42456 w 97154"/>
                  <a:gd name="T7" fmla="*/ 27635 h 132714"/>
                  <a:gd name="T8" fmla="*/ 44196 w 97154"/>
                  <a:gd name="T9" fmla="*/ 19888 h 132714"/>
                  <a:gd name="T10" fmla="*/ 42456 w 97154"/>
                  <a:gd name="T11" fmla="*/ 12153 h 132714"/>
                  <a:gd name="T12" fmla="*/ 37719 w 97154"/>
                  <a:gd name="T13" fmla="*/ 5829 h 132714"/>
                  <a:gd name="T14" fmla="*/ 30695 w 97154"/>
                  <a:gd name="T15" fmla="*/ 1574 h 132714"/>
                  <a:gd name="T16" fmla="*/ 22098 w 97154"/>
                  <a:gd name="T17" fmla="*/ 0 h 132714"/>
                  <a:gd name="T18" fmla="*/ 13500 w 97154"/>
                  <a:gd name="T19" fmla="*/ 1574 h 132714"/>
                  <a:gd name="T20" fmla="*/ 6477 w 97154"/>
                  <a:gd name="T21" fmla="*/ 5829 h 132714"/>
                  <a:gd name="T22" fmla="*/ 1727 w 97154"/>
                  <a:gd name="T23" fmla="*/ 12153 h 132714"/>
                  <a:gd name="T24" fmla="*/ 0 w 97154"/>
                  <a:gd name="T25" fmla="*/ 19888 h 132714"/>
                  <a:gd name="T26" fmla="*/ 1727 w 97154"/>
                  <a:gd name="T27" fmla="*/ 27635 h 132714"/>
                  <a:gd name="T28" fmla="*/ 6477 w 97154"/>
                  <a:gd name="T29" fmla="*/ 33947 h 132714"/>
                  <a:gd name="T30" fmla="*/ 13500 w 97154"/>
                  <a:gd name="T31" fmla="*/ 38214 h 132714"/>
                  <a:gd name="T32" fmla="*/ 22098 w 97154"/>
                  <a:gd name="T33" fmla="*/ 39776 h 132714"/>
                  <a:gd name="T34" fmla="*/ 30695 w 97154"/>
                  <a:gd name="T35" fmla="*/ 38214 h 132714"/>
                  <a:gd name="T36" fmla="*/ 31559 w 97154"/>
                  <a:gd name="T37" fmla="*/ 37693 h 132714"/>
                  <a:gd name="T38" fmla="*/ 92367 w 97154"/>
                  <a:gd name="T39" fmla="*/ 132702 h 132714"/>
                  <a:gd name="T40" fmla="*/ 96977 w 97154"/>
                  <a:gd name="T41" fmla="*/ 132702 h 132714"/>
                  <a:gd name="T42" fmla="*/ 96977 w 97154"/>
                  <a:gd name="T43" fmla="*/ 128104 h 1327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7154" h="132714">
                    <a:moveTo>
                      <a:pt x="96977" y="128104"/>
                    </a:moveTo>
                    <a:lnTo>
                      <a:pt x="36995" y="34391"/>
                    </a:lnTo>
                    <a:lnTo>
                      <a:pt x="37719" y="33947"/>
                    </a:lnTo>
                    <a:lnTo>
                      <a:pt x="42456" y="27635"/>
                    </a:lnTo>
                    <a:lnTo>
                      <a:pt x="44196" y="19888"/>
                    </a:lnTo>
                    <a:lnTo>
                      <a:pt x="42456" y="12153"/>
                    </a:lnTo>
                    <a:lnTo>
                      <a:pt x="37719" y="5829"/>
                    </a:lnTo>
                    <a:lnTo>
                      <a:pt x="30695" y="1574"/>
                    </a:lnTo>
                    <a:lnTo>
                      <a:pt x="22098" y="0"/>
                    </a:lnTo>
                    <a:lnTo>
                      <a:pt x="13500" y="1574"/>
                    </a:lnTo>
                    <a:lnTo>
                      <a:pt x="6477" y="5829"/>
                    </a:lnTo>
                    <a:lnTo>
                      <a:pt x="1727" y="12153"/>
                    </a:lnTo>
                    <a:lnTo>
                      <a:pt x="0" y="19888"/>
                    </a:lnTo>
                    <a:lnTo>
                      <a:pt x="1727" y="27635"/>
                    </a:lnTo>
                    <a:lnTo>
                      <a:pt x="6477" y="33947"/>
                    </a:lnTo>
                    <a:lnTo>
                      <a:pt x="13500" y="38214"/>
                    </a:lnTo>
                    <a:lnTo>
                      <a:pt x="22098" y="39776"/>
                    </a:lnTo>
                    <a:lnTo>
                      <a:pt x="30695" y="38214"/>
                    </a:lnTo>
                    <a:lnTo>
                      <a:pt x="31559" y="37693"/>
                    </a:lnTo>
                    <a:lnTo>
                      <a:pt x="92367" y="132702"/>
                    </a:lnTo>
                    <a:lnTo>
                      <a:pt x="96977" y="132702"/>
                    </a:lnTo>
                    <a:lnTo>
                      <a:pt x="96977" y="12810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4" name="object 275">
                <a:extLst>
                  <a:ext uri="{FF2B5EF4-FFF2-40B4-BE49-F238E27FC236}">
                    <a16:creationId xmlns:a16="http://schemas.microsoft.com/office/drawing/2014/main" id="{B66D0A6A-B6E1-45E1-A0F4-B929247FE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3583" y="5685891"/>
                <a:ext cx="40005" cy="35560"/>
              </a:xfrm>
              <a:custGeom>
                <a:avLst/>
                <a:gdLst>
                  <a:gd name="T0" fmla="*/ 19888 w 40004"/>
                  <a:gd name="T1" fmla="*/ 35356 h 35560"/>
                  <a:gd name="T2" fmla="*/ 12151 w 40004"/>
                  <a:gd name="T3" fmla="*/ 33966 h 35560"/>
                  <a:gd name="T4" fmla="*/ 5829 w 40004"/>
                  <a:gd name="T5" fmla="*/ 30175 h 35560"/>
                  <a:gd name="T6" fmla="*/ 1564 w 40004"/>
                  <a:gd name="T7" fmla="*/ 24555 h 35560"/>
                  <a:gd name="T8" fmla="*/ 0 w 40004"/>
                  <a:gd name="T9" fmla="*/ 17678 h 35560"/>
                  <a:gd name="T10" fmla="*/ 1564 w 40004"/>
                  <a:gd name="T11" fmla="*/ 10801 h 35560"/>
                  <a:gd name="T12" fmla="*/ 5829 w 40004"/>
                  <a:gd name="T13" fmla="*/ 5181 h 35560"/>
                  <a:gd name="T14" fmla="*/ 12151 w 40004"/>
                  <a:gd name="T15" fmla="*/ 1390 h 35560"/>
                  <a:gd name="T16" fmla="*/ 19888 w 40004"/>
                  <a:gd name="T17" fmla="*/ 0 h 35560"/>
                  <a:gd name="T18" fmla="*/ 27624 w 40004"/>
                  <a:gd name="T19" fmla="*/ 1390 h 35560"/>
                  <a:gd name="T20" fmla="*/ 33947 w 40004"/>
                  <a:gd name="T21" fmla="*/ 5181 h 35560"/>
                  <a:gd name="T22" fmla="*/ 38211 w 40004"/>
                  <a:gd name="T23" fmla="*/ 10801 h 35560"/>
                  <a:gd name="T24" fmla="*/ 39776 w 40004"/>
                  <a:gd name="T25" fmla="*/ 17678 h 35560"/>
                  <a:gd name="T26" fmla="*/ 38211 w 40004"/>
                  <a:gd name="T27" fmla="*/ 24555 h 35560"/>
                  <a:gd name="T28" fmla="*/ 33947 w 40004"/>
                  <a:gd name="T29" fmla="*/ 30175 h 35560"/>
                  <a:gd name="T30" fmla="*/ 27624 w 40004"/>
                  <a:gd name="T31" fmla="*/ 33966 h 35560"/>
                  <a:gd name="T32" fmla="*/ 19888 w 40004"/>
                  <a:gd name="T33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35560">
                    <a:moveTo>
                      <a:pt x="19888" y="35356"/>
                    </a:moveTo>
                    <a:lnTo>
                      <a:pt x="12151" y="33966"/>
                    </a:lnTo>
                    <a:lnTo>
                      <a:pt x="5829" y="30175"/>
                    </a:lnTo>
                    <a:lnTo>
                      <a:pt x="1564" y="24555"/>
                    </a:lnTo>
                    <a:lnTo>
                      <a:pt x="0" y="17678"/>
                    </a:lnTo>
                    <a:lnTo>
                      <a:pt x="1564" y="10801"/>
                    </a:lnTo>
                    <a:lnTo>
                      <a:pt x="5829" y="5181"/>
                    </a:lnTo>
                    <a:lnTo>
                      <a:pt x="12151" y="1390"/>
                    </a:lnTo>
                    <a:lnTo>
                      <a:pt x="19888" y="0"/>
                    </a:lnTo>
                    <a:lnTo>
                      <a:pt x="27624" y="1390"/>
                    </a:lnTo>
                    <a:lnTo>
                      <a:pt x="33947" y="5181"/>
                    </a:lnTo>
                    <a:lnTo>
                      <a:pt x="38211" y="10801"/>
                    </a:lnTo>
                    <a:lnTo>
                      <a:pt x="39776" y="17678"/>
                    </a:lnTo>
                    <a:lnTo>
                      <a:pt x="38211" y="24555"/>
                    </a:lnTo>
                    <a:lnTo>
                      <a:pt x="33947" y="30175"/>
                    </a:lnTo>
                    <a:lnTo>
                      <a:pt x="27624" y="33966"/>
                    </a:lnTo>
                    <a:lnTo>
                      <a:pt x="1988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5" name="object 276">
                <a:extLst>
                  <a:ext uri="{FF2B5EF4-FFF2-40B4-BE49-F238E27FC236}">
                    <a16:creationId xmlns:a16="http://schemas.microsoft.com/office/drawing/2014/main" id="{CFB2D00D-BBE7-49DD-A95D-F96C27FC94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6735" y="5736653"/>
                <a:ext cx="97790" cy="97790"/>
              </a:xfrm>
              <a:custGeom>
                <a:avLst/>
                <a:gdLst>
                  <a:gd name="T0" fmla="*/ 97510 w 97790"/>
                  <a:gd name="T1" fmla="*/ 0 h 97789"/>
                  <a:gd name="T2" fmla="*/ 92913 w 97790"/>
                  <a:gd name="T3" fmla="*/ 0 h 97789"/>
                  <a:gd name="T4" fmla="*/ 31318 w 97790"/>
                  <a:gd name="T5" fmla="*/ 61582 h 97789"/>
                  <a:gd name="T6" fmla="*/ 27622 w 97790"/>
                  <a:gd name="T7" fmla="*/ 59093 h 97789"/>
                  <a:gd name="T8" fmla="*/ 19888 w 97790"/>
                  <a:gd name="T9" fmla="*/ 57518 h 97789"/>
                  <a:gd name="T10" fmla="*/ 12141 w 97790"/>
                  <a:gd name="T11" fmla="*/ 59093 h 97789"/>
                  <a:gd name="T12" fmla="*/ 5816 w 97790"/>
                  <a:gd name="T13" fmla="*/ 63347 h 97789"/>
                  <a:gd name="T14" fmla="*/ 1562 w 97790"/>
                  <a:gd name="T15" fmla="*/ 69672 h 97789"/>
                  <a:gd name="T16" fmla="*/ 0 w 97790"/>
                  <a:gd name="T17" fmla="*/ 77406 h 97789"/>
                  <a:gd name="T18" fmla="*/ 1562 w 97790"/>
                  <a:gd name="T19" fmla="*/ 85153 h 97789"/>
                  <a:gd name="T20" fmla="*/ 5816 w 97790"/>
                  <a:gd name="T21" fmla="*/ 91465 h 97789"/>
                  <a:gd name="T22" fmla="*/ 12141 w 97790"/>
                  <a:gd name="T23" fmla="*/ 95732 h 97789"/>
                  <a:gd name="T24" fmla="*/ 19888 w 97790"/>
                  <a:gd name="T25" fmla="*/ 97294 h 97789"/>
                  <a:gd name="T26" fmla="*/ 27622 w 97790"/>
                  <a:gd name="T27" fmla="*/ 95732 h 97789"/>
                  <a:gd name="T28" fmla="*/ 33947 w 97790"/>
                  <a:gd name="T29" fmla="*/ 91465 h 97789"/>
                  <a:gd name="T30" fmla="*/ 38201 w 97790"/>
                  <a:gd name="T31" fmla="*/ 85153 h 97789"/>
                  <a:gd name="T32" fmla="*/ 39776 w 97790"/>
                  <a:gd name="T33" fmla="*/ 77406 h 97789"/>
                  <a:gd name="T34" fmla="*/ 38201 w 97790"/>
                  <a:gd name="T35" fmla="*/ 69672 h 97789"/>
                  <a:gd name="T36" fmla="*/ 35877 w 97790"/>
                  <a:gd name="T37" fmla="*/ 66230 h 97789"/>
                  <a:gd name="T38" fmla="*/ 97510 w 97790"/>
                  <a:gd name="T39" fmla="*/ 4597 h 97789"/>
                  <a:gd name="T40" fmla="*/ 97510 w 97790"/>
                  <a:gd name="T41" fmla="*/ 0 h 97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90" h="97789">
                    <a:moveTo>
                      <a:pt x="97510" y="0"/>
                    </a:moveTo>
                    <a:lnTo>
                      <a:pt x="92913" y="0"/>
                    </a:lnTo>
                    <a:lnTo>
                      <a:pt x="31318" y="61582"/>
                    </a:lnTo>
                    <a:lnTo>
                      <a:pt x="27622" y="59093"/>
                    </a:lnTo>
                    <a:lnTo>
                      <a:pt x="19888" y="57518"/>
                    </a:lnTo>
                    <a:lnTo>
                      <a:pt x="12141" y="59093"/>
                    </a:lnTo>
                    <a:lnTo>
                      <a:pt x="5816" y="63347"/>
                    </a:lnTo>
                    <a:lnTo>
                      <a:pt x="1562" y="69672"/>
                    </a:lnTo>
                    <a:lnTo>
                      <a:pt x="0" y="77406"/>
                    </a:lnTo>
                    <a:lnTo>
                      <a:pt x="1562" y="85153"/>
                    </a:lnTo>
                    <a:lnTo>
                      <a:pt x="5816" y="91465"/>
                    </a:lnTo>
                    <a:lnTo>
                      <a:pt x="12141" y="95732"/>
                    </a:lnTo>
                    <a:lnTo>
                      <a:pt x="19888" y="97294"/>
                    </a:lnTo>
                    <a:lnTo>
                      <a:pt x="27622" y="95732"/>
                    </a:lnTo>
                    <a:lnTo>
                      <a:pt x="33947" y="91465"/>
                    </a:lnTo>
                    <a:lnTo>
                      <a:pt x="38201" y="85153"/>
                    </a:lnTo>
                    <a:lnTo>
                      <a:pt x="39776" y="77406"/>
                    </a:lnTo>
                    <a:lnTo>
                      <a:pt x="38201" y="69672"/>
                    </a:lnTo>
                    <a:lnTo>
                      <a:pt x="35877" y="66230"/>
                    </a:lnTo>
                    <a:lnTo>
                      <a:pt x="97510" y="4597"/>
                    </a:lnTo>
                    <a:lnTo>
                      <a:pt x="9751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6" name="object 277">
                <a:extLst>
                  <a:ext uri="{FF2B5EF4-FFF2-40B4-BE49-F238E27FC236}">
                    <a16:creationId xmlns:a16="http://schemas.microsoft.com/office/drawing/2014/main" id="{B8196DBB-10F2-485A-AE77-11C06AAB2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9707" y="5796381"/>
                <a:ext cx="35560" cy="35560"/>
              </a:xfrm>
              <a:custGeom>
                <a:avLst/>
                <a:gdLst>
                  <a:gd name="T0" fmla="*/ 17678 w 35559"/>
                  <a:gd name="T1" fmla="*/ 35356 h 35560"/>
                  <a:gd name="T2" fmla="*/ 7924 w 35559"/>
                  <a:gd name="T3" fmla="*/ 35356 h 35560"/>
                  <a:gd name="T4" fmla="*/ 0 w 35559"/>
                  <a:gd name="T5" fmla="*/ 27431 h 35560"/>
                  <a:gd name="T6" fmla="*/ 0 w 35559"/>
                  <a:gd name="T7" fmla="*/ 17678 h 35560"/>
                  <a:gd name="T8" fmla="*/ 0 w 35559"/>
                  <a:gd name="T9" fmla="*/ 7924 h 35560"/>
                  <a:gd name="T10" fmla="*/ 7924 w 35559"/>
                  <a:gd name="T11" fmla="*/ 0 h 35560"/>
                  <a:gd name="T12" fmla="*/ 17678 w 35559"/>
                  <a:gd name="T13" fmla="*/ 0 h 35560"/>
                  <a:gd name="T14" fmla="*/ 27431 w 35559"/>
                  <a:gd name="T15" fmla="*/ 0 h 35560"/>
                  <a:gd name="T16" fmla="*/ 35356 w 35559"/>
                  <a:gd name="T17" fmla="*/ 7924 h 35560"/>
                  <a:gd name="T18" fmla="*/ 35356 w 35559"/>
                  <a:gd name="T19" fmla="*/ 17678 h 35560"/>
                  <a:gd name="T20" fmla="*/ 35356 w 35559"/>
                  <a:gd name="T21" fmla="*/ 27431 h 35560"/>
                  <a:gd name="T22" fmla="*/ 27431 w 35559"/>
                  <a:gd name="T23" fmla="*/ 35356 h 35560"/>
                  <a:gd name="T24" fmla="*/ 17678 w 35559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59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7" name="object 278">
                <a:extLst>
                  <a:ext uri="{FF2B5EF4-FFF2-40B4-BE49-F238E27FC236}">
                    <a16:creationId xmlns:a16="http://schemas.microsoft.com/office/drawing/2014/main" id="{494B686E-DD94-4DA4-B989-7E7E18B0E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173" y="5718733"/>
                <a:ext cx="97790" cy="186055"/>
              </a:xfrm>
              <a:custGeom>
                <a:avLst/>
                <a:gdLst>
                  <a:gd name="T0" fmla="*/ 97205 w 97790"/>
                  <a:gd name="T1" fmla="*/ 181444 h 186054"/>
                  <a:gd name="T2" fmla="*/ 30492 w 97790"/>
                  <a:gd name="T3" fmla="*/ 36271 h 186054"/>
                  <a:gd name="T4" fmla="*/ 33947 w 97790"/>
                  <a:gd name="T5" fmla="*/ 33947 h 186054"/>
                  <a:gd name="T6" fmla="*/ 38201 w 97790"/>
                  <a:gd name="T7" fmla="*/ 27635 h 186054"/>
                  <a:gd name="T8" fmla="*/ 39776 w 97790"/>
                  <a:gd name="T9" fmla="*/ 19888 h 186054"/>
                  <a:gd name="T10" fmla="*/ 38201 w 97790"/>
                  <a:gd name="T11" fmla="*/ 12153 h 186054"/>
                  <a:gd name="T12" fmla="*/ 33934 w 97790"/>
                  <a:gd name="T13" fmla="*/ 5829 h 186054"/>
                  <a:gd name="T14" fmla="*/ 27622 w 97790"/>
                  <a:gd name="T15" fmla="*/ 1574 h 186054"/>
                  <a:gd name="T16" fmla="*/ 19875 w 97790"/>
                  <a:gd name="T17" fmla="*/ 0 h 186054"/>
                  <a:gd name="T18" fmla="*/ 12141 w 97790"/>
                  <a:gd name="T19" fmla="*/ 1574 h 186054"/>
                  <a:gd name="T20" fmla="*/ 5829 w 97790"/>
                  <a:gd name="T21" fmla="*/ 5829 h 186054"/>
                  <a:gd name="T22" fmla="*/ 1562 w 97790"/>
                  <a:gd name="T23" fmla="*/ 12153 h 186054"/>
                  <a:gd name="T24" fmla="*/ 0 w 97790"/>
                  <a:gd name="T25" fmla="*/ 19888 h 186054"/>
                  <a:gd name="T26" fmla="*/ 1562 w 97790"/>
                  <a:gd name="T27" fmla="*/ 27635 h 186054"/>
                  <a:gd name="T28" fmla="*/ 5829 w 97790"/>
                  <a:gd name="T29" fmla="*/ 33947 h 186054"/>
                  <a:gd name="T30" fmla="*/ 12141 w 97790"/>
                  <a:gd name="T31" fmla="*/ 38214 h 186054"/>
                  <a:gd name="T32" fmla="*/ 19875 w 97790"/>
                  <a:gd name="T33" fmla="*/ 39776 h 186054"/>
                  <a:gd name="T34" fmla="*/ 24930 w 97790"/>
                  <a:gd name="T35" fmla="*/ 38760 h 186054"/>
                  <a:gd name="T36" fmla="*/ 92608 w 97790"/>
                  <a:gd name="T37" fmla="*/ 186042 h 186054"/>
                  <a:gd name="T38" fmla="*/ 97205 w 97790"/>
                  <a:gd name="T39" fmla="*/ 186042 h 186054"/>
                  <a:gd name="T40" fmla="*/ 97205 w 97790"/>
                  <a:gd name="T41" fmla="*/ 181444 h 186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90" h="186054">
                    <a:moveTo>
                      <a:pt x="97205" y="181444"/>
                    </a:moveTo>
                    <a:lnTo>
                      <a:pt x="30492" y="36271"/>
                    </a:lnTo>
                    <a:lnTo>
                      <a:pt x="33947" y="33947"/>
                    </a:lnTo>
                    <a:lnTo>
                      <a:pt x="38201" y="27635"/>
                    </a:lnTo>
                    <a:lnTo>
                      <a:pt x="39776" y="19888"/>
                    </a:lnTo>
                    <a:lnTo>
                      <a:pt x="38201" y="12153"/>
                    </a:lnTo>
                    <a:lnTo>
                      <a:pt x="33934" y="5829"/>
                    </a:lnTo>
                    <a:lnTo>
                      <a:pt x="27622" y="1574"/>
                    </a:lnTo>
                    <a:lnTo>
                      <a:pt x="19875" y="0"/>
                    </a:lnTo>
                    <a:lnTo>
                      <a:pt x="12141" y="1574"/>
                    </a:lnTo>
                    <a:lnTo>
                      <a:pt x="5829" y="5829"/>
                    </a:lnTo>
                    <a:lnTo>
                      <a:pt x="1562" y="12153"/>
                    </a:lnTo>
                    <a:lnTo>
                      <a:pt x="0" y="19888"/>
                    </a:lnTo>
                    <a:lnTo>
                      <a:pt x="1562" y="27635"/>
                    </a:lnTo>
                    <a:lnTo>
                      <a:pt x="5829" y="33947"/>
                    </a:lnTo>
                    <a:lnTo>
                      <a:pt x="12141" y="38214"/>
                    </a:lnTo>
                    <a:lnTo>
                      <a:pt x="19875" y="39776"/>
                    </a:lnTo>
                    <a:lnTo>
                      <a:pt x="24930" y="38760"/>
                    </a:lnTo>
                    <a:lnTo>
                      <a:pt x="92608" y="186042"/>
                    </a:lnTo>
                    <a:lnTo>
                      <a:pt x="97205" y="186042"/>
                    </a:lnTo>
                    <a:lnTo>
                      <a:pt x="97205" y="1814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8" name="object 279">
                <a:extLst>
                  <a:ext uri="{FF2B5EF4-FFF2-40B4-BE49-F238E27FC236}">
                    <a16:creationId xmlns:a16="http://schemas.microsoft.com/office/drawing/2014/main" id="{23601AD7-0AF4-4E78-B9A7-D411ECF435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4383" y="5721705"/>
                <a:ext cx="35560" cy="35560"/>
              </a:xfrm>
              <a:custGeom>
                <a:avLst/>
                <a:gdLst>
                  <a:gd name="T0" fmla="*/ 17678 w 35559"/>
                  <a:gd name="T1" fmla="*/ 35356 h 35560"/>
                  <a:gd name="T2" fmla="*/ 7924 w 35559"/>
                  <a:gd name="T3" fmla="*/ 35356 h 35560"/>
                  <a:gd name="T4" fmla="*/ 0 w 35559"/>
                  <a:gd name="T5" fmla="*/ 27431 h 35560"/>
                  <a:gd name="T6" fmla="*/ 0 w 35559"/>
                  <a:gd name="T7" fmla="*/ 17678 h 35560"/>
                  <a:gd name="T8" fmla="*/ 0 w 35559"/>
                  <a:gd name="T9" fmla="*/ 7924 h 35560"/>
                  <a:gd name="T10" fmla="*/ 7924 w 35559"/>
                  <a:gd name="T11" fmla="*/ 0 h 35560"/>
                  <a:gd name="T12" fmla="*/ 17678 w 35559"/>
                  <a:gd name="T13" fmla="*/ 0 h 35560"/>
                  <a:gd name="T14" fmla="*/ 27431 w 35559"/>
                  <a:gd name="T15" fmla="*/ 0 h 35560"/>
                  <a:gd name="T16" fmla="*/ 35356 w 35559"/>
                  <a:gd name="T17" fmla="*/ 7924 h 35560"/>
                  <a:gd name="T18" fmla="*/ 35356 w 35559"/>
                  <a:gd name="T19" fmla="*/ 17678 h 35560"/>
                  <a:gd name="T20" fmla="*/ 35356 w 35559"/>
                  <a:gd name="T21" fmla="*/ 27431 h 35560"/>
                  <a:gd name="T22" fmla="*/ 27431 w 35559"/>
                  <a:gd name="T23" fmla="*/ 35356 h 35560"/>
                  <a:gd name="T24" fmla="*/ 17678 w 35559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59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79" name="object 280">
                <a:extLst>
                  <a:ext uri="{FF2B5EF4-FFF2-40B4-BE49-F238E27FC236}">
                    <a16:creationId xmlns:a16="http://schemas.microsoft.com/office/drawing/2014/main" id="{7F256357-E62E-4F63-86F4-C168E6A10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7599" y="5754331"/>
                <a:ext cx="97155" cy="172085"/>
              </a:xfrm>
              <a:custGeom>
                <a:avLst/>
                <a:gdLst>
                  <a:gd name="T0" fmla="*/ 96913 w 97154"/>
                  <a:gd name="T1" fmla="*/ 0 h 172085"/>
                  <a:gd name="T2" fmla="*/ 92316 w 97154"/>
                  <a:gd name="T3" fmla="*/ 0 h 172085"/>
                  <a:gd name="T4" fmla="*/ 25908 w 97154"/>
                  <a:gd name="T5" fmla="*/ 128905 h 172085"/>
                  <a:gd name="T6" fmla="*/ 19900 w 97154"/>
                  <a:gd name="T7" fmla="*/ 127546 h 172085"/>
                  <a:gd name="T8" fmla="*/ 12153 w 97154"/>
                  <a:gd name="T9" fmla="*/ 129286 h 172085"/>
                  <a:gd name="T10" fmla="*/ 5829 w 97154"/>
                  <a:gd name="T11" fmla="*/ 134023 h 172085"/>
                  <a:gd name="T12" fmla="*/ 1574 w 97154"/>
                  <a:gd name="T13" fmla="*/ 141058 h 172085"/>
                  <a:gd name="T14" fmla="*/ 0 w 97154"/>
                  <a:gd name="T15" fmla="*/ 149644 h 172085"/>
                  <a:gd name="T16" fmla="*/ 1574 w 97154"/>
                  <a:gd name="T17" fmla="*/ 158242 h 172085"/>
                  <a:gd name="T18" fmla="*/ 5842 w 97154"/>
                  <a:gd name="T19" fmla="*/ 165265 h 172085"/>
                  <a:gd name="T20" fmla="*/ 12153 w 97154"/>
                  <a:gd name="T21" fmla="*/ 170014 h 172085"/>
                  <a:gd name="T22" fmla="*/ 19900 w 97154"/>
                  <a:gd name="T23" fmla="*/ 171742 h 172085"/>
                  <a:gd name="T24" fmla="*/ 27635 w 97154"/>
                  <a:gd name="T25" fmla="*/ 170014 h 172085"/>
                  <a:gd name="T26" fmla="*/ 33959 w 97154"/>
                  <a:gd name="T27" fmla="*/ 165265 h 172085"/>
                  <a:gd name="T28" fmla="*/ 38214 w 97154"/>
                  <a:gd name="T29" fmla="*/ 158242 h 172085"/>
                  <a:gd name="T30" fmla="*/ 39789 w 97154"/>
                  <a:gd name="T31" fmla="*/ 149644 h 172085"/>
                  <a:gd name="T32" fmla="*/ 38214 w 97154"/>
                  <a:gd name="T33" fmla="*/ 141058 h 172085"/>
                  <a:gd name="T34" fmla="*/ 33959 w 97154"/>
                  <a:gd name="T35" fmla="*/ 134023 h 172085"/>
                  <a:gd name="T36" fmla="*/ 31267 w 97154"/>
                  <a:gd name="T37" fmla="*/ 132016 h 172085"/>
                  <a:gd name="T38" fmla="*/ 96913 w 97154"/>
                  <a:gd name="T39" fmla="*/ 4597 h 172085"/>
                  <a:gd name="T40" fmla="*/ 96913 w 97154"/>
                  <a:gd name="T41" fmla="*/ 0 h 17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154" h="172085">
                    <a:moveTo>
                      <a:pt x="96913" y="0"/>
                    </a:moveTo>
                    <a:lnTo>
                      <a:pt x="92316" y="0"/>
                    </a:lnTo>
                    <a:lnTo>
                      <a:pt x="25908" y="128905"/>
                    </a:lnTo>
                    <a:lnTo>
                      <a:pt x="19900" y="127546"/>
                    </a:lnTo>
                    <a:lnTo>
                      <a:pt x="12153" y="129286"/>
                    </a:lnTo>
                    <a:lnTo>
                      <a:pt x="5829" y="134023"/>
                    </a:lnTo>
                    <a:lnTo>
                      <a:pt x="1574" y="141058"/>
                    </a:lnTo>
                    <a:lnTo>
                      <a:pt x="0" y="149644"/>
                    </a:lnTo>
                    <a:lnTo>
                      <a:pt x="1574" y="158242"/>
                    </a:lnTo>
                    <a:lnTo>
                      <a:pt x="5842" y="165265"/>
                    </a:lnTo>
                    <a:lnTo>
                      <a:pt x="12153" y="170014"/>
                    </a:lnTo>
                    <a:lnTo>
                      <a:pt x="19900" y="171742"/>
                    </a:lnTo>
                    <a:lnTo>
                      <a:pt x="27635" y="170014"/>
                    </a:lnTo>
                    <a:lnTo>
                      <a:pt x="33959" y="165265"/>
                    </a:lnTo>
                    <a:lnTo>
                      <a:pt x="38214" y="158242"/>
                    </a:lnTo>
                    <a:lnTo>
                      <a:pt x="39789" y="149644"/>
                    </a:lnTo>
                    <a:lnTo>
                      <a:pt x="38214" y="141058"/>
                    </a:lnTo>
                    <a:lnTo>
                      <a:pt x="33959" y="134023"/>
                    </a:lnTo>
                    <a:lnTo>
                      <a:pt x="31267" y="132016"/>
                    </a:lnTo>
                    <a:lnTo>
                      <a:pt x="96913" y="4597"/>
                    </a:lnTo>
                    <a:lnTo>
                      <a:pt x="969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0" name="object 281">
                <a:extLst>
                  <a:ext uri="{FF2B5EF4-FFF2-40B4-BE49-F238E27FC236}">
                    <a16:creationId xmlns:a16="http://schemas.microsoft.com/office/drawing/2014/main" id="{697FCA99-4979-4FF8-AD02-85FE04D32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9059" y="5884849"/>
                <a:ext cx="35560" cy="40005"/>
              </a:xfrm>
              <a:custGeom>
                <a:avLst/>
                <a:gdLst>
                  <a:gd name="T0" fmla="*/ 17678 w 35559"/>
                  <a:gd name="T1" fmla="*/ 39776 h 40004"/>
                  <a:gd name="T2" fmla="*/ 10801 w 35559"/>
                  <a:gd name="T3" fmla="*/ 38211 h 40004"/>
                  <a:gd name="T4" fmla="*/ 5181 w 35559"/>
                  <a:gd name="T5" fmla="*/ 33947 h 40004"/>
                  <a:gd name="T6" fmla="*/ 1390 w 35559"/>
                  <a:gd name="T7" fmla="*/ 27624 h 40004"/>
                  <a:gd name="T8" fmla="*/ 0 w 35559"/>
                  <a:gd name="T9" fmla="*/ 19888 h 40004"/>
                  <a:gd name="T10" fmla="*/ 1390 w 35559"/>
                  <a:gd name="T11" fmla="*/ 12151 h 40004"/>
                  <a:gd name="T12" fmla="*/ 5181 w 35559"/>
                  <a:gd name="T13" fmla="*/ 5829 h 40004"/>
                  <a:gd name="T14" fmla="*/ 10801 w 35559"/>
                  <a:gd name="T15" fmla="*/ 1564 h 40004"/>
                  <a:gd name="T16" fmla="*/ 17678 w 35559"/>
                  <a:gd name="T17" fmla="*/ 0 h 40004"/>
                  <a:gd name="T18" fmla="*/ 24555 w 35559"/>
                  <a:gd name="T19" fmla="*/ 1564 h 40004"/>
                  <a:gd name="T20" fmla="*/ 30175 w 35559"/>
                  <a:gd name="T21" fmla="*/ 5829 h 40004"/>
                  <a:gd name="T22" fmla="*/ 33966 w 35559"/>
                  <a:gd name="T23" fmla="*/ 12151 h 40004"/>
                  <a:gd name="T24" fmla="*/ 35356 w 35559"/>
                  <a:gd name="T25" fmla="*/ 19888 h 40004"/>
                  <a:gd name="T26" fmla="*/ 33966 w 35559"/>
                  <a:gd name="T27" fmla="*/ 27624 h 40004"/>
                  <a:gd name="T28" fmla="*/ 30175 w 35559"/>
                  <a:gd name="T29" fmla="*/ 33947 h 40004"/>
                  <a:gd name="T30" fmla="*/ 24555 w 35559"/>
                  <a:gd name="T31" fmla="*/ 38211 h 40004"/>
                  <a:gd name="T32" fmla="*/ 17678 w 35559"/>
                  <a:gd name="T33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559" h="40004">
                    <a:moveTo>
                      <a:pt x="17678" y="39776"/>
                    </a:moveTo>
                    <a:lnTo>
                      <a:pt x="10801" y="38211"/>
                    </a:lnTo>
                    <a:lnTo>
                      <a:pt x="5181" y="33947"/>
                    </a:lnTo>
                    <a:lnTo>
                      <a:pt x="1390" y="27624"/>
                    </a:lnTo>
                    <a:lnTo>
                      <a:pt x="0" y="19888"/>
                    </a:lnTo>
                    <a:lnTo>
                      <a:pt x="1390" y="12151"/>
                    </a:lnTo>
                    <a:lnTo>
                      <a:pt x="5181" y="5829"/>
                    </a:lnTo>
                    <a:lnTo>
                      <a:pt x="10801" y="1564"/>
                    </a:lnTo>
                    <a:lnTo>
                      <a:pt x="17678" y="0"/>
                    </a:lnTo>
                    <a:lnTo>
                      <a:pt x="24555" y="1564"/>
                    </a:lnTo>
                    <a:lnTo>
                      <a:pt x="30175" y="5829"/>
                    </a:lnTo>
                    <a:lnTo>
                      <a:pt x="33966" y="12151"/>
                    </a:lnTo>
                    <a:lnTo>
                      <a:pt x="35356" y="19888"/>
                    </a:lnTo>
                    <a:lnTo>
                      <a:pt x="33966" y="27624"/>
                    </a:lnTo>
                    <a:lnTo>
                      <a:pt x="30175" y="33947"/>
                    </a:lnTo>
                    <a:lnTo>
                      <a:pt x="24555" y="38211"/>
                    </a:lnTo>
                    <a:lnTo>
                      <a:pt x="17678" y="3977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1" name="object 282">
                <a:extLst>
                  <a:ext uri="{FF2B5EF4-FFF2-40B4-BE49-F238E27FC236}">
                    <a16:creationId xmlns:a16="http://schemas.microsoft.com/office/drawing/2014/main" id="{75732AE3-3A49-4A0D-A175-C806CCBB2C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17792" y="5737097"/>
                <a:ext cx="97790" cy="150495"/>
              </a:xfrm>
              <a:custGeom>
                <a:avLst/>
                <a:gdLst>
                  <a:gd name="T0" fmla="*/ 97434 w 97790"/>
                  <a:gd name="T1" fmla="*/ 145402 h 150495"/>
                  <a:gd name="T2" fmla="*/ 37884 w 97790"/>
                  <a:gd name="T3" fmla="*/ 37477 h 150495"/>
                  <a:gd name="T4" fmla="*/ 42456 w 97790"/>
                  <a:gd name="T5" fmla="*/ 30695 h 150495"/>
                  <a:gd name="T6" fmla="*/ 44196 w 97790"/>
                  <a:gd name="T7" fmla="*/ 22098 h 150495"/>
                  <a:gd name="T8" fmla="*/ 42456 w 97790"/>
                  <a:gd name="T9" fmla="*/ 13512 h 150495"/>
                  <a:gd name="T10" fmla="*/ 37719 w 97790"/>
                  <a:gd name="T11" fmla="*/ 6477 h 150495"/>
                  <a:gd name="T12" fmla="*/ 30695 w 97790"/>
                  <a:gd name="T13" fmla="*/ 1739 h 150495"/>
                  <a:gd name="T14" fmla="*/ 22098 w 97790"/>
                  <a:gd name="T15" fmla="*/ 0 h 150495"/>
                  <a:gd name="T16" fmla="*/ 13500 w 97790"/>
                  <a:gd name="T17" fmla="*/ 1739 h 150495"/>
                  <a:gd name="T18" fmla="*/ 6477 w 97790"/>
                  <a:gd name="T19" fmla="*/ 6477 h 150495"/>
                  <a:gd name="T20" fmla="*/ 1727 w 97790"/>
                  <a:gd name="T21" fmla="*/ 13512 h 150495"/>
                  <a:gd name="T22" fmla="*/ 0 w 97790"/>
                  <a:gd name="T23" fmla="*/ 22098 h 150495"/>
                  <a:gd name="T24" fmla="*/ 1727 w 97790"/>
                  <a:gd name="T25" fmla="*/ 30695 h 150495"/>
                  <a:gd name="T26" fmla="*/ 6477 w 97790"/>
                  <a:gd name="T27" fmla="*/ 37719 h 150495"/>
                  <a:gd name="T28" fmla="*/ 13500 w 97790"/>
                  <a:gd name="T29" fmla="*/ 42468 h 150495"/>
                  <a:gd name="T30" fmla="*/ 22098 w 97790"/>
                  <a:gd name="T31" fmla="*/ 44196 h 150495"/>
                  <a:gd name="T32" fmla="*/ 30695 w 97790"/>
                  <a:gd name="T33" fmla="*/ 42468 h 150495"/>
                  <a:gd name="T34" fmla="*/ 32740 w 97790"/>
                  <a:gd name="T35" fmla="*/ 41084 h 150495"/>
                  <a:gd name="T36" fmla="*/ 92837 w 97790"/>
                  <a:gd name="T37" fmla="*/ 149999 h 150495"/>
                  <a:gd name="T38" fmla="*/ 97434 w 97790"/>
                  <a:gd name="T39" fmla="*/ 149999 h 150495"/>
                  <a:gd name="T40" fmla="*/ 97434 w 97790"/>
                  <a:gd name="T41" fmla="*/ 145402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90" h="150495">
                    <a:moveTo>
                      <a:pt x="97434" y="145402"/>
                    </a:moveTo>
                    <a:lnTo>
                      <a:pt x="37884" y="37477"/>
                    </a:lnTo>
                    <a:lnTo>
                      <a:pt x="42456" y="30695"/>
                    </a:lnTo>
                    <a:lnTo>
                      <a:pt x="44196" y="22098"/>
                    </a:lnTo>
                    <a:lnTo>
                      <a:pt x="42456" y="13512"/>
                    </a:lnTo>
                    <a:lnTo>
                      <a:pt x="37719" y="6477"/>
                    </a:lnTo>
                    <a:lnTo>
                      <a:pt x="30695" y="1739"/>
                    </a:lnTo>
                    <a:lnTo>
                      <a:pt x="22098" y="0"/>
                    </a:lnTo>
                    <a:lnTo>
                      <a:pt x="13500" y="1739"/>
                    </a:lnTo>
                    <a:lnTo>
                      <a:pt x="6477" y="6477"/>
                    </a:lnTo>
                    <a:lnTo>
                      <a:pt x="1727" y="13512"/>
                    </a:lnTo>
                    <a:lnTo>
                      <a:pt x="0" y="22098"/>
                    </a:lnTo>
                    <a:lnTo>
                      <a:pt x="1727" y="30695"/>
                    </a:lnTo>
                    <a:lnTo>
                      <a:pt x="6477" y="37719"/>
                    </a:lnTo>
                    <a:lnTo>
                      <a:pt x="13500" y="42468"/>
                    </a:lnTo>
                    <a:lnTo>
                      <a:pt x="22098" y="44196"/>
                    </a:lnTo>
                    <a:lnTo>
                      <a:pt x="30695" y="42468"/>
                    </a:lnTo>
                    <a:lnTo>
                      <a:pt x="32740" y="41084"/>
                    </a:lnTo>
                    <a:lnTo>
                      <a:pt x="92837" y="149999"/>
                    </a:lnTo>
                    <a:lnTo>
                      <a:pt x="97434" y="149999"/>
                    </a:lnTo>
                    <a:lnTo>
                      <a:pt x="97434" y="1454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2" name="object 283">
                <a:extLst>
                  <a:ext uri="{FF2B5EF4-FFF2-40B4-BE49-F238E27FC236}">
                    <a16:creationId xmlns:a16="http://schemas.microsoft.com/office/drawing/2014/main" id="{62DF0CE7-7D03-4C6B-AA95-6E3E6A664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0763" y="5738545"/>
                <a:ext cx="40005" cy="40005"/>
              </a:xfrm>
              <a:custGeom>
                <a:avLst/>
                <a:gdLst>
                  <a:gd name="T0" fmla="*/ 19888 w 40004"/>
                  <a:gd name="T1" fmla="*/ 39776 h 40004"/>
                  <a:gd name="T2" fmla="*/ 12151 w 40004"/>
                  <a:gd name="T3" fmla="*/ 38211 h 40004"/>
                  <a:gd name="T4" fmla="*/ 5829 w 40004"/>
                  <a:gd name="T5" fmla="*/ 33947 h 40004"/>
                  <a:gd name="T6" fmla="*/ 1564 w 40004"/>
                  <a:gd name="T7" fmla="*/ 27624 h 40004"/>
                  <a:gd name="T8" fmla="*/ 0 w 40004"/>
                  <a:gd name="T9" fmla="*/ 19888 h 40004"/>
                  <a:gd name="T10" fmla="*/ 1564 w 40004"/>
                  <a:gd name="T11" fmla="*/ 12151 h 40004"/>
                  <a:gd name="T12" fmla="*/ 5829 w 40004"/>
                  <a:gd name="T13" fmla="*/ 5829 h 40004"/>
                  <a:gd name="T14" fmla="*/ 12151 w 40004"/>
                  <a:gd name="T15" fmla="*/ 1564 h 40004"/>
                  <a:gd name="T16" fmla="*/ 19888 w 40004"/>
                  <a:gd name="T17" fmla="*/ 0 h 40004"/>
                  <a:gd name="T18" fmla="*/ 27624 w 40004"/>
                  <a:gd name="T19" fmla="*/ 1564 h 40004"/>
                  <a:gd name="T20" fmla="*/ 33947 w 40004"/>
                  <a:gd name="T21" fmla="*/ 5829 h 40004"/>
                  <a:gd name="T22" fmla="*/ 38211 w 40004"/>
                  <a:gd name="T23" fmla="*/ 12151 h 40004"/>
                  <a:gd name="T24" fmla="*/ 39776 w 40004"/>
                  <a:gd name="T25" fmla="*/ 19888 h 40004"/>
                  <a:gd name="T26" fmla="*/ 38211 w 40004"/>
                  <a:gd name="T27" fmla="*/ 27624 h 40004"/>
                  <a:gd name="T28" fmla="*/ 33947 w 40004"/>
                  <a:gd name="T29" fmla="*/ 33947 h 40004"/>
                  <a:gd name="T30" fmla="*/ 27624 w 40004"/>
                  <a:gd name="T31" fmla="*/ 38211 h 40004"/>
                  <a:gd name="T32" fmla="*/ 19888 w 40004"/>
                  <a:gd name="T33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40004">
                    <a:moveTo>
                      <a:pt x="19888" y="39776"/>
                    </a:moveTo>
                    <a:lnTo>
                      <a:pt x="12151" y="38211"/>
                    </a:lnTo>
                    <a:lnTo>
                      <a:pt x="5829" y="33947"/>
                    </a:lnTo>
                    <a:lnTo>
                      <a:pt x="1564" y="27624"/>
                    </a:lnTo>
                    <a:lnTo>
                      <a:pt x="0" y="19888"/>
                    </a:lnTo>
                    <a:lnTo>
                      <a:pt x="1564" y="12151"/>
                    </a:lnTo>
                    <a:lnTo>
                      <a:pt x="5829" y="5829"/>
                    </a:lnTo>
                    <a:lnTo>
                      <a:pt x="12151" y="1564"/>
                    </a:lnTo>
                    <a:lnTo>
                      <a:pt x="19888" y="0"/>
                    </a:lnTo>
                    <a:lnTo>
                      <a:pt x="27624" y="1564"/>
                    </a:lnTo>
                    <a:lnTo>
                      <a:pt x="33947" y="5829"/>
                    </a:lnTo>
                    <a:lnTo>
                      <a:pt x="38211" y="12151"/>
                    </a:lnTo>
                    <a:lnTo>
                      <a:pt x="39776" y="19888"/>
                    </a:lnTo>
                    <a:lnTo>
                      <a:pt x="38211" y="27624"/>
                    </a:lnTo>
                    <a:lnTo>
                      <a:pt x="33947" y="33947"/>
                    </a:lnTo>
                    <a:lnTo>
                      <a:pt x="27624" y="38211"/>
                    </a:lnTo>
                    <a:lnTo>
                      <a:pt x="19888" y="3977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3" name="object 284">
                <a:extLst>
                  <a:ext uri="{FF2B5EF4-FFF2-40B4-BE49-F238E27FC236}">
                    <a16:creationId xmlns:a16="http://schemas.microsoft.com/office/drawing/2014/main" id="{783B6ADD-D950-431E-A553-7E1FF9D497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3154" y="5754331"/>
                <a:ext cx="97790" cy="150495"/>
              </a:xfrm>
              <a:custGeom>
                <a:avLst/>
                <a:gdLst>
                  <a:gd name="T0" fmla="*/ 97205 w 97790"/>
                  <a:gd name="T1" fmla="*/ 0 h 150495"/>
                  <a:gd name="T2" fmla="*/ 92608 w 97790"/>
                  <a:gd name="T3" fmla="*/ 0 h 150495"/>
                  <a:gd name="T4" fmla="*/ 26873 w 97790"/>
                  <a:gd name="T5" fmla="*/ 112141 h 150495"/>
                  <a:gd name="T6" fmla="*/ 19888 w 97790"/>
                  <a:gd name="T7" fmla="*/ 110705 h 150495"/>
                  <a:gd name="T8" fmla="*/ 12141 w 97790"/>
                  <a:gd name="T9" fmla="*/ 112280 h 150495"/>
                  <a:gd name="T10" fmla="*/ 5829 w 97790"/>
                  <a:gd name="T11" fmla="*/ 116535 h 150495"/>
                  <a:gd name="T12" fmla="*/ 1562 w 97790"/>
                  <a:gd name="T13" fmla="*/ 122859 h 150495"/>
                  <a:gd name="T14" fmla="*/ 0 w 97790"/>
                  <a:gd name="T15" fmla="*/ 130594 h 150495"/>
                  <a:gd name="T16" fmla="*/ 1562 w 97790"/>
                  <a:gd name="T17" fmla="*/ 138341 h 150495"/>
                  <a:gd name="T18" fmla="*/ 5829 w 97790"/>
                  <a:gd name="T19" fmla="*/ 144653 h 150495"/>
                  <a:gd name="T20" fmla="*/ 12141 w 97790"/>
                  <a:gd name="T21" fmla="*/ 148920 h 150495"/>
                  <a:gd name="T22" fmla="*/ 19888 w 97790"/>
                  <a:gd name="T23" fmla="*/ 150482 h 150495"/>
                  <a:gd name="T24" fmla="*/ 27622 w 97790"/>
                  <a:gd name="T25" fmla="*/ 148920 h 150495"/>
                  <a:gd name="T26" fmla="*/ 33947 w 97790"/>
                  <a:gd name="T27" fmla="*/ 144653 h 150495"/>
                  <a:gd name="T28" fmla="*/ 38201 w 97790"/>
                  <a:gd name="T29" fmla="*/ 138341 h 150495"/>
                  <a:gd name="T30" fmla="*/ 39776 w 97790"/>
                  <a:gd name="T31" fmla="*/ 130594 h 150495"/>
                  <a:gd name="T32" fmla="*/ 38201 w 97790"/>
                  <a:gd name="T33" fmla="*/ 122859 h 150495"/>
                  <a:gd name="T34" fmla="*/ 33947 w 97790"/>
                  <a:gd name="T35" fmla="*/ 116535 h 150495"/>
                  <a:gd name="T36" fmla="*/ 32245 w 97790"/>
                  <a:gd name="T37" fmla="*/ 115404 h 150495"/>
                  <a:gd name="T38" fmla="*/ 97205 w 97790"/>
                  <a:gd name="T39" fmla="*/ 4597 h 150495"/>
                  <a:gd name="T40" fmla="*/ 97205 w 97790"/>
                  <a:gd name="T41" fmla="*/ 0 h 150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90" h="150495">
                    <a:moveTo>
                      <a:pt x="97205" y="0"/>
                    </a:moveTo>
                    <a:lnTo>
                      <a:pt x="92608" y="0"/>
                    </a:lnTo>
                    <a:lnTo>
                      <a:pt x="26873" y="112141"/>
                    </a:lnTo>
                    <a:lnTo>
                      <a:pt x="19888" y="110705"/>
                    </a:lnTo>
                    <a:lnTo>
                      <a:pt x="12141" y="112280"/>
                    </a:lnTo>
                    <a:lnTo>
                      <a:pt x="5829" y="116535"/>
                    </a:lnTo>
                    <a:lnTo>
                      <a:pt x="1562" y="122859"/>
                    </a:lnTo>
                    <a:lnTo>
                      <a:pt x="0" y="130594"/>
                    </a:lnTo>
                    <a:lnTo>
                      <a:pt x="1562" y="138341"/>
                    </a:lnTo>
                    <a:lnTo>
                      <a:pt x="5829" y="144653"/>
                    </a:lnTo>
                    <a:lnTo>
                      <a:pt x="12141" y="148920"/>
                    </a:lnTo>
                    <a:lnTo>
                      <a:pt x="19888" y="150482"/>
                    </a:lnTo>
                    <a:lnTo>
                      <a:pt x="27622" y="148920"/>
                    </a:lnTo>
                    <a:lnTo>
                      <a:pt x="33947" y="144653"/>
                    </a:lnTo>
                    <a:lnTo>
                      <a:pt x="38201" y="138341"/>
                    </a:lnTo>
                    <a:lnTo>
                      <a:pt x="39776" y="130594"/>
                    </a:lnTo>
                    <a:lnTo>
                      <a:pt x="38201" y="122859"/>
                    </a:lnTo>
                    <a:lnTo>
                      <a:pt x="33947" y="116535"/>
                    </a:lnTo>
                    <a:lnTo>
                      <a:pt x="32245" y="115404"/>
                    </a:lnTo>
                    <a:lnTo>
                      <a:pt x="97205" y="4597"/>
                    </a:lnTo>
                    <a:lnTo>
                      <a:pt x="9720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4" name="object 285">
                <a:extLst>
                  <a:ext uri="{FF2B5EF4-FFF2-40B4-BE49-F238E27FC236}">
                    <a16:creationId xmlns:a16="http://schemas.microsoft.com/office/drawing/2014/main" id="{4A44BE44-F3F0-4C96-98FE-A1DCAF9AB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5363" y="5866485"/>
                <a:ext cx="35560" cy="35560"/>
              </a:xfrm>
              <a:custGeom>
                <a:avLst/>
                <a:gdLst>
                  <a:gd name="T0" fmla="*/ 17678 w 35559"/>
                  <a:gd name="T1" fmla="*/ 35356 h 35560"/>
                  <a:gd name="T2" fmla="*/ 7924 w 35559"/>
                  <a:gd name="T3" fmla="*/ 35356 h 35560"/>
                  <a:gd name="T4" fmla="*/ 0 w 35559"/>
                  <a:gd name="T5" fmla="*/ 27432 h 35560"/>
                  <a:gd name="T6" fmla="*/ 0 w 35559"/>
                  <a:gd name="T7" fmla="*/ 17678 h 35560"/>
                  <a:gd name="T8" fmla="*/ 0 w 35559"/>
                  <a:gd name="T9" fmla="*/ 7924 h 35560"/>
                  <a:gd name="T10" fmla="*/ 7924 w 35559"/>
                  <a:gd name="T11" fmla="*/ 0 h 35560"/>
                  <a:gd name="T12" fmla="*/ 17678 w 35559"/>
                  <a:gd name="T13" fmla="*/ 0 h 35560"/>
                  <a:gd name="T14" fmla="*/ 27431 w 35559"/>
                  <a:gd name="T15" fmla="*/ 0 h 35560"/>
                  <a:gd name="T16" fmla="*/ 35356 w 35559"/>
                  <a:gd name="T17" fmla="*/ 7924 h 35560"/>
                  <a:gd name="T18" fmla="*/ 35356 w 35559"/>
                  <a:gd name="T19" fmla="*/ 17678 h 35560"/>
                  <a:gd name="T20" fmla="*/ 35356 w 35559"/>
                  <a:gd name="T21" fmla="*/ 27432 h 35560"/>
                  <a:gd name="T22" fmla="*/ 27431 w 35559"/>
                  <a:gd name="T23" fmla="*/ 35356 h 35560"/>
                  <a:gd name="T24" fmla="*/ 17678 w 35559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59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2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2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5" name="object 286">
                <a:extLst>
                  <a:ext uri="{FF2B5EF4-FFF2-40B4-BE49-F238E27FC236}">
                    <a16:creationId xmlns:a16="http://schemas.microsoft.com/office/drawing/2014/main" id="{A8A0BE69-BEE9-4AEA-92BF-C81254526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68591" y="5737097"/>
                <a:ext cx="97155" cy="62230"/>
              </a:xfrm>
              <a:custGeom>
                <a:avLst/>
                <a:gdLst>
                  <a:gd name="T0" fmla="*/ 96901 w 97154"/>
                  <a:gd name="T1" fmla="*/ 57010 h 62229"/>
                  <a:gd name="T2" fmla="*/ 38989 w 97154"/>
                  <a:gd name="T3" fmla="*/ 26365 h 62229"/>
                  <a:gd name="T4" fmla="*/ 39776 w 97154"/>
                  <a:gd name="T5" fmla="*/ 22098 h 62229"/>
                  <a:gd name="T6" fmla="*/ 38201 w 97154"/>
                  <a:gd name="T7" fmla="*/ 13512 h 62229"/>
                  <a:gd name="T8" fmla="*/ 33947 w 97154"/>
                  <a:gd name="T9" fmla="*/ 6477 h 62229"/>
                  <a:gd name="T10" fmla="*/ 27622 w 97154"/>
                  <a:gd name="T11" fmla="*/ 1739 h 62229"/>
                  <a:gd name="T12" fmla="*/ 19888 w 97154"/>
                  <a:gd name="T13" fmla="*/ 0 h 62229"/>
                  <a:gd name="T14" fmla="*/ 12141 w 97154"/>
                  <a:gd name="T15" fmla="*/ 1739 h 62229"/>
                  <a:gd name="T16" fmla="*/ 5816 w 97154"/>
                  <a:gd name="T17" fmla="*/ 6477 h 62229"/>
                  <a:gd name="T18" fmla="*/ 1562 w 97154"/>
                  <a:gd name="T19" fmla="*/ 13512 h 62229"/>
                  <a:gd name="T20" fmla="*/ 0 w 97154"/>
                  <a:gd name="T21" fmla="*/ 22098 h 62229"/>
                  <a:gd name="T22" fmla="*/ 1562 w 97154"/>
                  <a:gd name="T23" fmla="*/ 30695 h 62229"/>
                  <a:gd name="T24" fmla="*/ 5816 w 97154"/>
                  <a:gd name="T25" fmla="*/ 37719 h 62229"/>
                  <a:gd name="T26" fmla="*/ 12141 w 97154"/>
                  <a:gd name="T27" fmla="*/ 42468 h 62229"/>
                  <a:gd name="T28" fmla="*/ 19888 w 97154"/>
                  <a:gd name="T29" fmla="*/ 44196 h 62229"/>
                  <a:gd name="T30" fmla="*/ 27622 w 97154"/>
                  <a:gd name="T31" fmla="*/ 42468 h 62229"/>
                  <a:gd name="T32" fmla="*/ 33947 w 97154"/>
                  <a:gd name="T33" fmla="*/ 37719 h 62229"/>
                  <a:gd name="T34" fmla="*/ 37160 w 97154"/>
                  <a:gd name="T35" fmla="*/ 32423 h 62229"/>
                  <a:gd name="T36" fmla="*/ 92303 w 97154"/>
                  <a:gd name="T37" fmla="*/ 61607 h 62229"/>
                  <a:gd name="T38" fmla="*/ 96901 w 97154"/>
                  <a:gd name="T39" fmla="*/ 61607 h 62229"/>
                  <a:gd name="T40" fmla="*/ 96901 w 97154"/>
                  <a:gd name="T41" fmla="*/ 57010 h 62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154" h="62229">
                    <a:moveTo>
                      <a:pt x="96901" y="57010"/>
                    </a:moveTo>
                    <a:lnTo>
                      <a:pt x="38989" y="26365"/>
                    </a:lnTo>
                    <a:lnTo>
                      <a:pt x="39776" y="22098"/>
                    </a:lnTo>
                    <a:lnTo>
                      <a:pt x="38201" y="13512"/>
                    </a:lnTo>
                    <a:lnTo>
                      <a:pt x="33947" y="6477"/>
                    </a:lnTo>
                    <a:lnTo>
                      <a:pt x="27622" y="1739"/>
                    </a:lnTo>
                    <a:lnTo>
                      <a:pt x="19888" y="0"/>
                    </a:lnTo>
                    <a:lnTo>
                      <a:pt x="12141" y="1739"/>
                    </a:lnTo>
                    <a:lnTo>
                      <a:pt x="5816" y="6477"/>
                    </a:lnTo>
                    <a:lnTo>
                      <a:pt x="1562" y="13512"/>
                    </a:lnTo>
                    <a:lnTo>
                      <a:pt x="0" y="22098"/>
                    </a:lnTo>
                    <a:lnTo>
                      <a:pt x="1562" y="30695"/>
                    </a:lnTo>
                    <a:lnTo>
                      <a:pt x="5816" y="37719"/>
                    </a:lnTo>
                    <a:lnTo>
                      <a:pt x="12141" y="42468"/>
                    </a:lnTo>
                    <a:lnTo>
                      <a:pt x="19888" y="44196"/>
                    </a:lnTo>
                    <a:lnTo>
                      <a:pt x="27622" y="42468"/>
                    </a:lnTo>
                    <a:lnTo>
                      <a:pt x="33947" y="37719"/>
                    </a:lnTo>
                    <a:lnTo>
                      <a:pt x="37160" y="32423"/>
                    </a:lnTo>
                    <a:lnTo>
                      <a:pt x="92303" y="61607"/>
                    </a:lnTo>
                    <a:lnTo>
                      <a:pt x="96901" y="61607"/>
                    </a:lnTo>
                    <a:lnTo>
                      <a:pt x="96901" y="570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6" name="object 287">
                <a:extLst>
                  <a:ext uri="{FF2B5EF4-FFF2-40B4-BE49-F238E27FC236}">
                    <a16:creationId xmlns:a16="http://schemas.microsoft.com/office/drawing/2014/main" id="{77796FE9-8212-42FF-B7AE-A3CC60837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0039" y="5738545"/>
                <a:ext cx="35560" cy="40005"/>
              </a:xfrm>
              <a:custGeom>
                <a:avLst/>
                <a:gdLst>
                  <a:gd name="T0" fmla="*/ 17678 w 35559"/>
                  <a:gd name="T1" fmla="*/ 39776 h 40004"/>
                  <a:gd name="T2" fmla="*/ 10801 w 35559"/>
                  <a:gd name="T3" fmla="*/ 38211 h 40004"/>
                  <a:gd name="T4" fmla="*/ 5181 w 35559"/>
                  <a:gd name="T5" fmla="*/ 33947 h 40004"/>
                  <a:gd name="T6" fmla="*/ 1390 w 35559"/>
                  <a:gd name="T7" fmla="*/ 27624 h 40004"/>
                  <a:gd name="T8" fmla="*/ 0 w 35559"/>
                  <a:gd name="T9" fmla="*/ 19888 h 40004"/>
                  <a:gd name="T10" fmla="*/ 1390 w 35559"/>
                  <a:gd name="T11" fmla="*/ 12151 h 40004"/>
                  <a:gd name="T12" fmla="*/ 5181 w 35559"/>
                  <a:gd name="T13" fmla="*/ 5829 h 40004"/>
                  <a:gd name="T14" fmla="*/ 10801 w 35559"/>
                  <a:gd name="T15" fmla="*/ 1564 h 40004"/>
                  <a:gd name="T16" fmla="*/ 17678 w 35559"/>
                  <a:gd name="T17" fmla="*/ 0 h 40004"/>
                  <a:gd name="T18" fmla="*/ 24555 w 35559"/>
                  <a:gd name="T19" fmla="*/ 1564 h 40004"/>
                  <a:gd name="T20" fmla="*/ 30175 w 35559"/>
                  <a:gd name="T21" fmla="*/ 5829 h 40004"/>
                  <a:gd name="T22" fmla="*/ 33966 w 35559"/>
                  <a:gd name="T23" fmla="*/ 12151 h 40004"/>
                  <a:gd name="T24" fmla="*/ 35356 w 35559"/>
                  <a:gd name="T25" fmla="*/ 19888 h 40004"/>
                  <a:gd name="T26" fmla="*/ 33966 w 35559"/>
                  <a:gd name="T27" fmla="*/ 27624 h 40004"/>
                  <a:gd name="T28" fmla="*/ 30175 w 35559"/>
                  <a:gd name="T29" fmla="*/ 33947 h 40004"/>
                  <a:gd name="T30" fmla="*/ 24555 w 35559"/>
                  <a:gd name="T31" fmla="*/ 38211 h 40004"/>
                  <a:gd name="T32" fmla="*/ 17678 w 35559"/>
                  <a:gd name="T33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559" h="40004">
                    <a:moveTo>
                      <a:pt x="17678" y="39776"/>
                    </a:moveTo>
                    <a:lnTo>
                      <a:pt x="10801" y="38211"/>
                    </a:lnTo>
                    <a:lnTo>
                      <a:pt x="5181" y="33947"/>
                    </a:lnTo>
                    <a:lnTo>
                      <a:pt x="1390" y="27624"/>
                    </a:lnTo>
                    <a:lnTo>
                      <a:pt x="0" y="19888"/>
                    </a:lnTo>
                    <a:lnTo>
                      <a:pt x="1390" y="12151"/>
                    </a:lnTo>
                    <a:lnTo>
                      <a:pt x="5181" y="5829"/>
                    </a:lnTo>
                    <a:lnTo>
                      <a:pt x="10801" y="1564"/>
                    </a:lnTo>
                    <a:lnTo>
                      <a:pt x="17678" y="0"/>
                    </a:lnTo>
                    <a:lnTo>
                      <a:pt x="24555" y="1564"/>
                    </a:lnTo>
                    <a:lnTo>
                      <a:pt x="30175" y="5829"/>
                    </a:lnTo>
                    <a:lnTo>
                      <a:pt x="33966" y="12151"/>
                    </a:lnTo>
                    <a:lnTo>
                      <a:pt x="35356" y="19888"/>
                    </a:lnTo>
                    <a:lnTo>
                      <a:pt x="33966" y="27624"/>
                    </a:lnTo>
                    <a:lnTo>
                      <a:pt x="30175" y="33947"/>
                    </a:lnTo>
                    <a:lnTo>
                      <a:pt x="24555" y="38211"/>
                    </a:lnTo>
                    <a:lnTo>
                      <a:pt x="17678" y="3977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7" name="object 288">
                <a:extLst>
                  <a:ext uri="{FF2B5EF4-FFF2-40B4-BE49-F238E27FC236}">
                    <a16:creationId xmlns:a16="http://schemas.microsoft.com/office/drawing/2014/main" id="{D54E22BD-A8E5-4CB4-86DB-2F7D621D2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3267" y="5776645"/>
                <a:ext cx="97790" cy="57785"/>
              </a:xfrm>
              <a:custGeom>
                <a:avLst/>
                <a:gdLst>
                  <a:gd name="T0" fmla="*/ 97358 w 97790"/>
                  <a:gd name="T1" fmla="*/ 52819 h 57785"/>
                  <a:gd name="T2" fmla="*/ 38684 w 97790"/>
                  <a:gd name="T3" fmla="*/ 25222 h 57785"/>
                  <a:gd name="T4" fmla="*/ 39776 w 97790"/>
                  <a:gd name="T5" fmla="*/ 19888 h 57785"/>
                  <a:gd name="T6" fmla="*/ 38201 w 97790"/>
                  <a:gd name="T7" fmla="*/ 12153 h 57785"/>
                  <a:gd name="T8" fmla="*/ 33947 w 97790"/>
                  <a:gd name="T9" fmla="*/ 5829 h 57785"/>
                  <a:gd name="T10" fmla="*/ 27622 w 97790"/>
                  <a:gd name="T11" fmla="*/ 1574 h 57785"/>
                  <a:gd name="T12" fmla="*/ 19888 w 97790"/>
                  <a:gd name="T13" fmla="*/ 0 h 57785"/>
                  <a:gd name="T14" fmla="*/ 12141 w 97790"/>
                  <a:gd name="T15" fmla="*/ 1574 h 57785"/>
                  <a:gd name="T16" fmla="*/ 5829 w 97790"/>
                  <a:gd name="T17" fmla="*/ 5829 h 57785"/>
                  <a:gd name="T18" fmla="*/ 1562 w 97790"/>
                  <a:gd name="T19" fmla="*/ 12153 h 57785"/>
                  <a:gd name="T20" fmla="*/ 0 w 97790"/>
                  <a:gd name="T21" fmla="*/ 19888 h 57785"/>
                  <a:gd name="T22" fmla="*/ 1562 w 97790"/>
                  <a:gd name="T23" fmla="*/ 27635 h 57785"/>
                  <a:gd name="T24" fmla="*/ 5829 w 97790"/>
                  <a:gd name="T25" fmla="*/ 33947 h 57785"/>
                  <a:gd name="T26" fmla="*/ 12141 w 97790"/>
                  <a:gd name="T27" fmla="*/ 38214 h 57785"/>
                  <a:gd name="T28" fmla="*/ 19888 w 97790"/>
                  <a:gd name="T29" fmla="*/ 39776 h 57785"/>
                  <a:gd name="T30" fmla="*/ 27622 w 97790"/>
                  <a:gd name="T31" fmla="*/ 38214 h 57785"/>
                  <a:gd name="T32" fmla="*/ 33947 w 97790"/>
                  <a:gd name="T33" fmla="*/ 33947 h 57785"/>
                  <a:gd name="T34" fmla="*/ 36093 w 97790"/>
                  <a:gd name="T35" fmla="*/ 30759 h 57785"/>
                  <a:gd name="T36" fmla="*/ 92760 w 97790"/>
                  <a:gd name="T37" fmla="*/ 57416 h 57785"/>
                  <a:gd name="T38" fmla="*/ 97358 w 97790"/>
                  <a:gd name="T39" fmla="*/ 57416 h 57785"/>
                  <a:gd name="T40" fmla="*/ 97358 w 97790"/>
                  <a:gd name="T41" fmla="*/ 52819 h 57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90" h="57785">
                    <a:moveTo>
                      <a:pt x="97358" y="52819"/>
                    </a:moveTo>
                    <a:lnTo>
                      <a:pt x="38684" y="25222"/>
                    </a:lnTo>
                    <a:lnTo>
                      <a:pt x="39776" y="19888"/>
                    </a:lnTo>
                    <a:lnTo>
                      <a:pt x="38201" y="12153"/>
                    </a:lnTo>
                    <a:lnTo>
                      <a:pt x="33947" y="5829"/>
                    </a:lnTo>
                    <a:lnTo>
                      <a:pt x="27622" y="1574"/>
                    </a:lnTo>
                    <a:lnTo>
                      <a:pt x="19888" y="0"/>
                    </a:lnTo>
                    <a:lnTo>
                      <a:pt x="12141" y="1574"/>
                    </a:lnTo>
                    <a:lnTo>
                      <a:pt x="5829" y="5829"/>
                    </a:lnTo>
                    <a:lnTo>
                      <a:pt x="1562" y="12153"/>
                    </a:lnTo>
                    <a:lnTo>
                      <a:pt x="0" y="19888"/>
                    </a:lnTo>
                    <a:lnTo>
                      <a:pt x="1562" y="27635"/>
                    </a:lnTo>
                    <a:lnTo>
                      <a:pt x="5829" y="33947"/>
                    </a:lnTo>
                    <a:lnTo>
                      <a:pt x="12141" y="38214"/>
                    </a:lnTo>
                    <a:lnTo>
                      <a:pt x="19888" y="39776"/>
                    </a:lnTo>
                    <a:lnTo>
                      <a:pt x="27622" y="38214"/>
                    </a:lnTo>
                    <a:lnTo>
                      <a:pt x="33947" y="33947"/>
                    </a:lnTo>
                    <a:lnTo>
                      <a:pt x="36093" y="30759"/>
                    </a:lnTo>
                    <a:lnTo>
                      <a:pt x="92760" y="57416"/>
                    </a:lnTo>
                    <a:lnTo>
                      <a:pt x="97358" y="57416"/>
                    </a:lnTo>
                    <a:lnTo>
                      <a:pt x="97358" y="528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8" name="object 289">
                <a:extLst>
                  <a:ext uri="{FF2B5EF4-FFF2-40B4-BE49-F238E27FC236}">
                    <a16:creationId xmlns:a16="http://schemas.microsoft.com/office/drawing/2014/main" id="{39320892-8865-4274-A70A-921FE145E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5477" y="5778093"/>
                <a:ext cx="35560" cy="35560"/>
              </a:xfrm>
              <a:custGeom>
                <a:avLst/>
                <a:gdLst>
                  <a:gd name="T0" fmla="*/ 17678 w 35559"/>
                  <a:gd name="T1" fmla="*/ 35356 h 35560"/>
                  <a:gd name="T2" fmla="*/ 7924 w 35559"/>
                  <a:gd name="T3" fmla="*/ 35356 h 35560"/>
                  <a:gd name="T4" fmla="*/ 0 w 35559"/>
                  <a:gd name="T5" fmla="*/ 27431 h 35560"/>
                  <a:gd name="T6" fmla="*/ 0 w 35559"/>
                  <a:gd name="T7" fmla="*/ 17678 h 35560"/>
                  <a:gd name="T8" fmla="*/ 0 w 35559"/>
                  <a:gd name="T9" fmla="*/ 7924 h 35560"/>
                  <a:gd name="T10" fmla="*/ 7924 w 35559"/>
                  <a:gd name="T11" fmla="*/ 0 h 35560"/>
                  <a:gd name="T12" fmla="*/ 17678 w 35559"/>
                  <a:gd name="T13" fmla="*/ 0 h 35560"/>
                  <a:gd name="T14" fmla="*/ 27431 w 35559"/>
                  <a:gd name="T15" fmla="*/ 0 h 35560"/>
                  <a:gd name="T16" fmla="*/ 35356 w 35559"/>
                  <a:gd name="T17" fmla="*/ 7924 h 35560"/>
                  <a:gd name="T18" fmla="*/ 35356 w 35559"/>
                  <a:gd name="T19" fmla="*/ 17678 h 35560"/>
                  <a:gd name="T20" fmla="*/ 35356 w 35559"/>
                  <a:gd name="T21" fmla="*/ 27431 h 35560"/>
                  <a:gd name="T22" fmla="*/ 27431 w 35559"/>
                  <a:gd name="T23" fmla="*/ 35356 h 35560"/>
                  <a:gd name="T24" fmla="*/ 17678 w 35559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59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89" name="object 290">
                <a:extLst>
                  <a:ext uri="{FF2B5EF4-FFF2-40B4-BE49-F238E27FC236}">
                    <a16:creationId xmlns:a16="http://schemas.microsoft.com/office/drawing/2014/main" id="{107660D2-58F9-48C8-9A5F-1EFE79AA5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3447" y="5811697"/>
                <a:ext cx="44450" cy="40005"/>
              </a:xfrm>
              <a:custGeom>
                <a:avLst/>
                <a:gdLst>
                  <a:gd name="T0" fmla="*/ 44196 w 44450"/>
                  <a:gd name="T1" fmla="*/ 19888 h 40004"/>
                  <a:gd name="T2" fmla="*/ 42459 w 44450"/>
                  <a:gd name="T3" fmla="*/ 12151 h 40004"/>
                  <a:gd name="T4" fmla="*/ 37723 w 44450"/>
                  <a:gd name="T5" fmla="*/ 5829 h 40004"/>
                  <a:gd name="T6" fmla="*/ 30699 w 44450"/>
                  <a:gd name="T7" fmla="*/ 1564 h 40004"/>
                  <a:gd name="T8" fmla="*/ 22098 w 44450"/>
                  <a:gd name="T9" fmla="*/ 0 h 40004"/>
                  <a:gd name="T10" fmla="*/ 13501 w 44450"/>
                  <a:gd name="T11" fmla="*/ 1564 h 40004"/>
                  <a:gd name="T12" fmla="*/ 6476 w 44450"/>
                  <a:gd name="T13" fmla="*/ 5829 h 40004"/>
                  <a:gd name="T14" fmla="*/ 1738 w 44450"/>
                  <a:gd name="T15" fmla="*/ 12151 h 40004"/>
                  <a:gd name="T16" fmla="*/ 0 w 44450"/>
                  <a:gd name="T17" fmla="*/ 19888 h 40004"/>
                  <a:gd name="T18" fmla="*/ 1738 w 44450"/>
                  <a:gd name="T19" fmla="*/ 27624 h 40004"/>
                  <a:gd name="T20" fmla="*/ 6476 w 44450"/>
                  <a:gd name="T21" fmla="*/ 33947 h 40004"/>
                  <a:gd name="T22" fmla="*/ 13501 w 44450"/>
                  <a:gd name="T23" fmla="*/ 38211 h 40004"/>
                  <a:gd name="T24" fmla="*/ 22098 w 44450"/>
                  <a:gd name="T25" fmla="*/ 39776 h 40004"/>
                  <a:gd name="T26" fmla="*/ 30699 w 44450"/>
                  <a:gd name="T27" fmla="*/ 38211 h 40004"/>
                  <a:gd name="T28" fmla="*/ 37723 w 44450"/>
                  <a:gd name="T29" fmla="*/ 33947 h 40004"/>
                  <a:gd name="T30" fmla="*/ 42459 w 44450"/>
                  <a:gd name="T31" fmla="*/ 27624 h 40004"/>
                  <a:gd name="T32" fmla="*/ 44196 w 44450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4450" h="40004">
                    <a:moveTo>
                      <a:pt x="44196" y="19888"/>
                    </a:moveTo>
                    <a:lnTo>
                      <a:pt x="42459" y="12151"/>
                    </a:lnTo>
                    <a:lnTo>
                      <a:pt x="37723" y="5829"/>
                    </a:lnTo>
                    <a:lnTo>
                      <a:pt x="30699" y="1564"/>
                    </a:lnTo>
                    <a:lnTo>
                      <a:pt x="22098" y="0"/>
                    </a:lnTo>
                    <a:lnTo>
                      <a:pt x="13501" y="1564"/>
                    </a:lnTo>
                    <a:lnTo>
                      <a:pt x="6476" y="5829"/>
                    </a:lnTo>
                    <a:lnTo>
                      <a:pt x="1738" y="12151"/>
                    </a:lnTo>
                    <a:lnTo>
                      <a:pt x="0" y="19888"/>
                    </a:lnTo>
                    <a:lnTo>
                      <a:pt x="1738" y="27624"/>
                    </a:lnTo>
                    <a:lnTo>
                      <a:pt x="6476" y="33947"/>
                    </a:lnTo>
                    <a:lnTo>
                      <a:pt x="13501" y="38211"/>
                    </a:lnTo>
                    <a:lnTo>
                      <a:pt x="22098" y="39776"/>
                    </a:lnTo>
                    <a:lnTo>
                      <a:pt x="30699" y="38211"/>
                    </a:lnTo>
                    <a:lnTo>
                      <a:pt x="37723" y="33947"/>
                    </a:lnTo>
                    <a:lnTo>
                      <a:pt x="42459" y="27624"/>
                    </a:lnTo>
                    <a:lnTo>
                      <a:pt x="4419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90" name="object 291">
                <a:extLst>
                  <a:ext uri="{FF2B5EF4-FFF2-40B4-BE49-F238E27FC236}">
                    <a16:creationId xmlns:a16="http://schemas.microsoft.com/office/drawing/2014/main" id="{35B5BEA6-9FD9-4070-9CE6-C5B13E5E2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6419" y="5813907"/>
                <a:ext cx="40005" cy="35560"/>
              </a:xfrm>
              <a:custGeom>
                <a:avLst/>
                <a:gdLst>
                  <a:gd name="T0" fmla="*/ 19888 w 40004"/>
                  <a:gd name="T1" fmla="*/ 35356 h 35560"/>
                  <a:gd name="T2" fmla="*/ 12151 w 40004"/>
                  <a:gd name="T3" fmla="*/ 33966 h 35560"/>
                  <a:gd name="T4" fmla="*/ 5829 w 40004"/>
                  <a:gd name="T5" fmla="*/ 30175 h 35560"/>
                  <a:gd name="T6" fmla="*/ 1564 w 40004"/>
                  <a:gd name="T7" fmla="*/ 24555 h 35560"/>
                  <a:gd name="T8" fmla="*/ 0 w 40004"/>
                  <a:gd name="T9" fmla="*/ 17678 h 35560"/>
                  <a:gd name="T10" fmla="*/ 1564 w 40004"/>
                  <a:gd name="T11" fmla="*/ 10801 h 35560"/>
                  <a:gd name="T12" fmla="*/ 5829 w 40004"/>
                  <a:gd name="T13" fmla="*/ 5181 h 35560"/>
                  <a:gd name="T14" fmla="*/ 12151 w 40004"/>
                  <a:gd name="T15" fmla="*/ 1390 h 35560"/>
                  <a:gd name="T16" fmla="*/ 19888 w 40004"/>
                  <a:gd name="T17" fmla="*/ 0 h 35560"/>
                  <a:gd name="T18" fmla="*/ 27624 w 40004"/>
                  <a:gd name="T19" fmla="*/ 1390 h 35560"/>
                  <a:gd name="T20" fmla="*/ 33947 w 40004"/>
                  <a:gd name="T21" fmla="*/ 5181 h 35560"/>
                  <a:gd name="T22" fmla="*/ 38211 w 40004"/>
                  <a:gd name="T23" fmla="*/ 10801 h 35560"/>
                  <a:gd name="T24" fmla="*/ 39776 w 40004"/>
                  <a:gd name="T25" fmla="*/ 17678 h 35560"/>
                  <a:gd name="T26" fmla="*/ 38211 w 40004"/>
                  <a:gd name="T27" fmla="*/ 24555 h 35560"/>
                  <a:gd name="T28" fmla="*/ 33947 w 40004"/>
                  <a:gd name="T29" fmla="*/ 30175 h 35560"/>
                  <a:gd name="T30" fmla="*/ 27624 w 40004"/>
                  <a:gd name="T31" fmla="*/ 33966 h 35560"/>
                  <a:gd name="T32" fmla="*/ 19888 w 40004"/>
                  <a:gd name="T33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35560">
                    <a:moveTo>
                      <a:pt x="19888" y="35356"/>
                    </a:moveTo>
                    <a:lnTo>
                      <a:pt x="12151" y="33966"/>
                    </a:lnTo>
                    <a:lnTo>
                      <a:pt x="5829" y="30175"/>
                    </a:lnTo>
                    <a:lnTo>
                      <a:pt x="1564" y="24555"/>
                    </a:lnTo>
                    <a:lnTo>
                      <a:pt x="0" y="17678"/>
                    </a:lnTo>
                    <a:lnTo>
                      <a:pt x="1564" y="10801"/>
                    </a:lnTo>
                    <a:lnTo>
                      <a:pt x="5829" y="5181"/>
                    </a:lnTo>
                    <a:lnTo>
                      <a:pt x="12151" y="1390"/>
                    </a:lnTo>
                    <a:lnTo>
                      <a:pt x="19888" y="0"/>
                    </a:lnTo>
                    <a:lnTo>
                      <a:pt x="27624" y="1390"/>
                    </a:lnTo>
                    <a:lnTo>
                      <a:pt x="33947" y="5181"/>
                    </a:lnTo>
                    <a:lnTo>
                      <a:pt x="38211" y="10801"/>
                    </a:lnTo>
                    <a:lnTo>
                      <a:pt x="39776" y="17678"/>
                    </a:lnTo>
                    <a:lnTo>
                      <a:pt x="38211" y="24555"/>
                    </a:lnTo>
                    <a:lnTo>
                      <a:pt x="33947" y="30175"/>
                    </a:lnTo>
                    <a:lnTo>
                      <a:pt x="27624" y="33966"/>
                    </a:lnTo>
                    <a:lnTo>
                      <a:pt x="1988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91" name="object 292">
                <a:extLst>
                  <a:ext uri="{FF2B5EF4-FFF2-40B4-BE49-F238E27FC236}">
                    <a16:creationId xmlns:a16="http://schemas.microsoft.com/office/drawing/2014/main" id="{11F17142-2478-47BD-9D02-8F810EE0B2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85139" y="6156515"/>
                <a:ext cx="97447" cy="150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92" name="object 293">
                <a:extLst>
                  <a:ext uri="{FF2B5EF4-FFF2-40B4-BE49-F238E27FC236}">
                    <a16:creationId xmlns:a16="http://schemas.microsoft.com/office/drawing/2014/main" id="{14F1A470-100E-4012-AF01-3D80E0FA1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9904" y="5864821"/>
                <a:ext cx="98425" cy="314325"/>
              </a:xfrm>
              <a:custGeom>
                <a:avLst/>
                <a:gdLst>
                  <a:gd name="T0" fmla="*/ 97815 w 98425"/>
                  <a:gd name="T1" fmla="*/ 0 h 314325"/>
                  <a:gd name="T2" fmla="*/ 93218 w 98425"/>
                  <a:gd name="T3" fmla="*/ 0 h 314325"/>
                  <a:gd name="T4" fmla="*/ 22364 w 98425"/>
                  <a:gd name="T5" fmla="*/ 275043 h 314325"/>
                  <a:gd name="T6" fmla="*/ 19888 w 98425"/>
                  <a:gd name="T7" fmla="*/ 274535 h 314325"/>
                  <a:gd name="T8" fmla="*/ 12141 w 98425"/>
                  <a:gd name="T9" fmla="*/ 276110 h 314325"/>
                  <a:gd name="T10" fmla="*/ 5829 w 98425"/>
                  <a:gd name="T11" fmla="*/ 280365 h 314325"/>
                  <a:gd name="T12" fmla="*/ 1562 w 98425"/>
                  <a:gd name="T13" fmla="*/ 286689 h 314325"/>
                  <a:gd name="T14" fmla="*/ 0 w 98425"/>
                  <a:gd name="T15" fmla="*/ 294424 h 314325"/>
                  <a:gd name="T16" fmla="*/ 1562 w 98425"/>
                  <a:gd name="T17" fmla="*/ 302171 h 314325"/>
                  <a:gd name="T18" fmla="*/ 5829 w 98425"/>
                  <a:gd name="T19" fmla="*/ 308483 h 314325"/>
                  <a:gd name="T20" fmla="*/ 12141 w 98425"/>
                  <a:gd name="T21" fmla="*/ 312750 h 314325"/>
                  <a:gd name="T22" fmla="*/ 19888 w 98425"/>
                  <a:gd name="T23" fmla="*/ 314312 h 314325"/>
                  <a:gd name="T24" fmla="*/ 27622 w 98425"/>
                  <a:gd name="T25" fmla="*/ 312750 h 314325"/>
                  <a:gd name="T26" fmla="*/ 33947 w 98425"/>
                  <a:gd name="T27" fmla="*/ 308483 h 314325"/>
                  <a:gd name="T28" fmla="*/ 38201 w 98425"/>
                  <a:gd name="T29" fmla="*/ 302171 h 314325"/>
                  <a:gd name="T30" fmla="*/ 39776 w 98425"/>
                  <a:gd name="T31" fmla="*/ 294424 h 314325"/>
                  <a:gd name="T32" fmla="*/ 38201 w 98425"/>
                  <a:gd name="T33" fmla="*/ 286689 h 314325"/>
                  <a:gd name="T34" fmla="*/ 33947 w 98425"/>
                  <a:gd name="T35" fmla="*/ 280365 h 314325"/>
                  <a:gd name="T36" fmla="*/ 27838 w 98425"/>
                  <a:gd name="T37" fmla="*/ 276263 h 314325"/>
                  <a:gd name="T38" fmla="*/ 97815 w 98425"/>
                  <a:gd name="T39" fmla="*/ 4597 h 314325"/>
                  <a:gd name="T40" fmla="*/ 97815 w 98425"/>
                  <a:gd name="T41" fmla="*/ 0 h 314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8425" h="314325">
                    <a:moveTo>
                      <a:pt x="97815" y="0"/>
                    </a:moveTo>
                    <a:lnTo>
                      <a:pt x="93218" y="0"/>
                    </a:lnTo>
                    <a:lnTo>
                      <a:pt x="22364" y="275043"/>
                    </a:lnTo>
                    <a:lnTo>
                      <a:pt x="19888" y="274535"/>
                    </a:lnTo>
                    <a:lnTo>
                      <a:pt x="12141" y="276110"/>
                    </a:lnTo>
                    <a:lnTo>
                      <a:pt x="5829" y="280365"/>
                    </a:lnTo>
                    <a:lnTo>
                      <a:pt x="1562" y="286689"/>
                    </a:lnTo>
                    <a:lnTo>
                      <a:pt x="0" y="294424"/>
                    </a:lnTo>
                    <a:lnTo>
                      <a:pt x="1562" y="302171"/>
                    </a:lnTo>
                    <a:lnTo>
                      <a:pt x="5829" y="308483"/>
                    </a:lnTo>
                    <a:lnTo>
                      <a:pt x="12141" y="312750"/>
                    </a:lnTo>
                    <a:lnTo>
                      <a:pt x="19888" y="314312"/>
                    </a:lnTo>
                    <a:lnTo>
                      <a:pt x="27622" y="312750"/>
                    </a:lnTo>
                    <a:lnTo>
                      <a:pt x="33947" y="308483"/>
                    </a:lnTo>
                    <a:lnTo>
                      <a:pt x="38201" y="302171"/>
                    </a:lnTo>
                    <a:lnTo>
                      <a:pt x="39776" y="294424"/>
                    </a:lnTo>
                    <a:lnTo>
                      <a:pt x="38201" y="286689"/>
                    </a:lnTo>
                    <a:lnTo>
                      <a:pt x="33947" y="280365"/>
                    </a:lnTo>
                    <a:lnTo>
                      <a:pt x="27838" y="276263"/>
                    </a:lnTo>
                    <a:lnTo>
                      <a:pt x="97815" y="4597"/>
                    </a:lnTo>
                    <a:lnTo>
                      <a:pt x="978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93" name="object 294">
                <a:extLst>
                  <a:ext uri="{FF2B5EF4-FFF2-40B4-BE49-F238E27FC236}">
                    <a16:creationId xmlns:a16="http://schemas.microsoft.com/office/drawing/2014/main" id="{66ACD8FE-A1DB-49B5-BFA4-4FA0E997F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2875" y="6140805"/>
                <a:ext cx="35560" cy="35560"/>
              </a:xfrm>
              <a:custGeom>
                <a:avLst/>
                <a:gdLst>
                  <a:gd name="T0" fmla="*/ 17678 w 35559"/>
                  <a:gd name="T1" fmla="*/ 35356 h 35560"/>
                  <a:gd name="T2" fmla="*/ 7924 w 35559"/>
                  <a:gd name="T3" fmla="*/ 35356 h 35560"/>
                  <a:gd name="T4" fmla="*/ 0 w 35559"/>
                  <a:gd name="T5" fmla="*/ 27431 h 35560"/>
                  <a:gd name="T6" fmla="*/ 0 w 35559"/>
                  <a:gd name="T7" fmla="*/ 17678 h 35560"/>
                  <a:gd name="T8" fmla="*/ 0 w 35559"/>
                  <a:gd name="T9" fmla="*/ 7924 h 35560"/>
                  <a:gd name="T10" fmla="*/ 7924 w 35559"/>
                  <a:gd name="T11" fmla="*/ 0 h 35560"/>
                  <a:gd name="T12" fmla="*/ 17678 w 35559"/>
                  <a:gd name="T13" fmla="*/ 0 h 35560"/>
                  <a:gd name="T14" fmla="*/ 27431 w 35559"/>
                  <a:gd name="T15" fmla="*/ 0 h 35560"/>
                  <a:gd name="T16" fmla="*/ 35356 w 35559"/>
                  <a:gd name="T17" fmla="*/ 7924 h 35560"/>
                  <a:gd name="T18" fmla="*/ 35356 w 35559"/>
                  <a:gd name="T19" fmla="*/ 17678 h 35560"/>
                  <a:gd name="T20" fmla="*/ 35356 w 35559"/>
                  <a:gd name="T21" fmla="*/ 27431 h 35560"/>
                  <a:gd name="T22" fmla="*/ 27431 w 35559"/>
                  <a:gd name="T23" fmla="*/ 35356 h 35560"/>
                  <a:gd name="T24" fmla="*/ 17678 w 35559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59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994" name="object 295">
                <a:extLst>
                  <a:ext uri="{FF2B5EF4-FFF2-40B4-BE49-F238E27FC236}">
                    <a16:creationId xmlns:a16="http://schemas.microsoft.com/office/drawing/2014/main" id="{0C684011-BB25-4480-A799-C5907CAB8B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5252" y="5665939"/>
                <a:ext cx="97599" cy="221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995" name="object 296">
                <a:extLst>
                  <a:ext uri="{FF2B5EF4-FFF2-40B4-BE49-F238E27FC236}">
                    <a16:creationId xmlns:a16="http://schemas.microsoft.com/office/drawing/2014/main" id="{1E631A75-E9F8-4EC8-9AD5-120F24C9E1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6284" y="5648629"/>
                <a:ext cx="97790" cy="349250"/>
              </a:xfrm>
              <a:custGeom>
                <a:avLst/>
                <a:gdLst>
                  <a:gd name="T0" fmla="*/ 97282 w 97790"/>
                  <a:gd name="T1" fmla="*/ 344360 h 349250"/>
                  <a:gd name="T2" fmla="*/ 31038 w 97790"/>
                  <a:gd name="T3" fmla="*/ 37998 h 349250"/>
                  <a:gd name="T4" fmla="*/ 37719 w 97790"/>
                  <a:gd name="T5" fmla="*/ 33947 h 349250"/>
                  <a:gd name="T6" fmla="*/ 42456 w 97790"/>
                  <a:gd name="T7" fmla="*/ 27635 h 349250"/>
                  <a:gd name="T8" fmla="*/ 44196 w 97790"/>
                  <a:gd name="T9" fmla="*/ 19888 h 349250"/>
                  <a:gd name="T10" fmla="*/ 42456 w 97790"/>
                  <a:gd name="T11" fmla="*/ 12153 h 349250"/>
                  <a:gd name="T12" fmla="*/ 37719 w 97790"/>
                  <a:gd name="T13" fmla="*/ 5829 h 349250"/>
                  <a:gd name="T14" fmla="*/ 30683 w 97790"/>
                  <a:gd name="T15" fmla="*/ 1574 h 349250"/>
                  <a:gd name="T16" fmla="*/ 22098 w 97790"/>
                  <a:gd name="T17" fmla="*/ 0 h 349250"/>
                  <a:gd name="T18" fmla="*/ 13500 w 97790"/>
                  <a:gd name="T19" fmla="*/ 1574 h 349250"/>
                  <a:gd name="T20" fmla="*/ 6477 w 97790"/>
                  <a:gd name="T21" fmla="*/ 5829 h 349250"/>
                  <a:gd name="T22" fmla="*/ 1727 w 97790"/>
                  <a:gd name="T23" fmla="*/ 12153 h 349250"/>
                  <a:gd name="T24" fmla="*/ 0 w 97790"/>
                  <a:gd name="T25" fmla="*/ 19888 h 349250"/>
                  <a:gd name="T26" fmla="*/ 1727 w 97790"/>
                  <a:gd name="T27" fmla="*/ 27635 h 349250"/>
                  <a:gd name="T28" fmla="*/ 6477 w 97790"/>
                  <a:gd name="T29" fmla="*/ 33947 h 349250"/>
                  <a:gd name="T30" fmla="*/ 13500 w 97790"/>
                  <a:gd name="T31" fmla="*/ 38214 h 349250"/>
                  <a:gd name="T32" fmla="*/ 22098 w 97790"/>
                  <a:gd name="T33" fmla="*/ 39776 h 349250"/>
                  <a:gd name="T34" fmla="*/ 25692 w 97790"/>
                  <a:gd name="T35" fmla="*/ 39128 h 349250"/>
                  <a:gd name="T36" fmla="*/ 92684 w 97790"/>
                  <a:gd name="T37" fmla="*/ 348957 h 349250"/>
                  <a:gd name="T38" fmla="*/ 97282 w 97790"/>
                  <a:gd name="T39" fmla="*/ 348957 h 349250"/>
                  <a:gd name="T40" fmla="*/ 97282 w 97790"/>
                  <a:gd name="T41" fmla="*/ 344360 h 349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790" h="349250">
                    <a:moveTo>
                      <a:pt x="97282" y="344360"/>
                    </a:moveTo>
                    <a:lnTo>
                      <a:pt x="31038" y="37998"/>
                    </a:lnTo>
                    <a:lnTo>
                      <a:pt x="37719" y="33947"/>
                    </a:lnTo>
                    <a:lnTo>
                      <a:pt x="42456" y="27635"/>
                    </a:lnTo>
                    <a:lnTo>
                      <a:pt x="44196" y="19888"/>
                    </a:lnTo>
                    <a:lnTo>
                      <a:pt x="42456" y="12153"/>
                    </a:lnTo>
                    <a:lnTo>
                      <a:pt x="37719" y="5829"/>
                    </a:lnTo>
                    <a:lnTo>
                      <a:pt x="30683" y="1574"/>
                    </a:lnTo>
                    <a:lnTo>
                      <a:pt x="22098" y="0"/>
                    </a:lnTo>
                    <a:lnTo>
                      <a:pt x="13500" y="1574"/>
                    </a:lnTo>
                    <a:lnTo>
                      <a:pt x="6477" y="5829"/>
                    </a:lnTo>
                    <a:lnTo>
                      <a:pt x="1727" y="12153"/>
                    </a:lnTo>
                    <a:lnTo>
                      <a:pt x="0" y="19888"/>
                    </a:lnTo>
                    <a:lnTo>
                      <a:pt x="1727" y="27635"/>
                    </a:lnTo>
                    <a:lnTo>
                      <a:pt x="6477" y="33947"/>
                    </a:lnTo>
                    <a:lnTo>
                      <a:pt x="13500" y="38214"/>
                    </a:lnTo>
                    <a:lnTo>
                      <a:pt x="22098" y="39776"/>
                    </a:lnTo>
                    <a:lnTo>
                      <a:pt x="25692" y="39128"/>
                    </a:lnTo>
                    <a:lnTo>
                      <a:pt x="92684" y="348957"/>
                    </a:lnTo>
                    <a:lnTo>
                      <a:pt x="97282" y="348957"/>
                    </a:lnTo>
                    <a:lnTo>
                      <a:pt x="97282" y="3443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96" name="object 297">
                <a:extLst>
                  <a:ext uri="{FF2B5EF4-FFF2-40B4-BE49-F238E27FC236}">
                    <a16:creationId xmlns:a16="http://schemas.microsoft.com/office/drawing/2014/main" id="{0830171C-47AD-471E-B189-AA34EF85F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8493" y="5650077"/>
                <a:ext cx="40005" cy="35560"/>
              </a:xfrm>
              <a:custGeom>
                <a:avLst/>
                <a:gdLst>
                  <a:gd name="T0" fmla="*/ 19888 w 40004"/>
                  <a:gd name="T1" fmla="*/ 35356 h 35560"/>
                  <a:gd name="T2" fmla="*/ 12151 w 40004"/>
                  <a:gd name="T3" fmla="*/ 33966 h 35560"/>
                  <a:gd name="T4" fmla="*/ 5829 w 40004"/>
                  <a:gd name="T5" fmla="*/ 30175 h 35560"/>
                  <a:gd name="T6" fmla="*/ 1564 w 40004"/>
                  <a:gd name="T7" fmla="*/ 24555 h 35560"/>
                  <a:gd name="T8" fmla="*/ 0 w 40004"/>
                  <a:gd name="T9" fmla="*/ 17678 h 35560"/>
                  <a:gd name="T10" fmla="*/ 1564 w 40004"/>
                  <a:gd name="T11" fmla="*/ 10801 h 35560"/>
                  <a:gd name="T12" fmla="*/ 5829 w 40004"/>
                  <a:gd name="T13" fmla="*/ 5181 h 35560"/>
                  <a:gd name="T14" fmla="*/ 12151 w 40004"/>
                  <a:gd name="T15" fmla="*/ 1390 h 35560"/>
                  <a:gd name="T16" fmla="*/ 19888 w 40004"/>
                  <a:gd name="T17" fmla="*/ 0 h 35560"/>
                  <a:gd name="T18" fmla="*/ 27624 w 40004"/>
                  <a:gd name="T19" fmla="*/ 1390 h 35560"/>
                  <a:gd name="T20" fmla="*/ 33947 w 40004"/>
                  <a:gd name="T21" fmla="*/ 5181 h 35560"/>
                  <a:gd name="T22" fmla="*/ 38211 w 40004"/>
                  <a:gd name="T23" fmla="*/ 10801 h 35560"/>
                  <a:gd name="T24" fmla="*/ 39776 w 40004"/>
                  <a:gd name="T25" fmla="*/ 17678 h 35560"/>
                  <a:gd name="T26" fmla="*/ 38211 w 40004"/>
                  <a:gd name="T27" fmla="*/ 24555 h 35560"/>
                  <a:gd name="T28" fmla="*/ 33947 w 40004"/>
                  <a:gd name="T29" fmla="*/ 30175 h 35560"/>
                  <a:gd name="T30" fmla="*/ 27624 w 40004"/>
                  <a:gd name="T31" fmla="*/ 33966 h 35560"/>
                  <a:gd name="T32" fmla="*/ 19888 w 40004"/>
                  <a:gd name="T33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35560">
                    <a:moveTo>
                      <a:pt x="19888" y="35356"/>
                    </a:moveTo>
                    <a:lnTo>
                      <a:pt x="12151" y="33966"/>
                    </a:lnTo>
                    <a:lnTo>
                      <a:pt x="5829" y="30175"/>
                    </a:lnTo>
                    <a:lnTo>
                      <a:pt x="1564" y="24555"/>
                    </a:lnTo>
                    <a:lnTo>
                      <a:pt x="0" y="17678"/>
                    </a:lnTo>
                    <a:lnTo>
                      <a:pt x="1564" y="10801"/>
                    </a:lnTo>
                    <a:lnTo>
                      <a:pt x="5829" y="5181"/>
                    </a:lnTo>
                    <a:lnTo>
                      <a:pt x="12151" y="1390"/>
                    </a:lnTo>
                    <a:lnTo>
                      <a:pt x="19888" y="0"/>
                    </a:lnTo>
                    <a:lnTo>
                      <a:pt x="27624" y="1390"/>
                    </a:lnTo>
                    <a:lnTo>
                      <a:pt x="33947" y="5181"/>
                    </a:lnTo>
                    <a:lnTo>
                      <a:pt x="38211" y="10801"/>
                    </a:lnTo>
                    <a:lnTo>
                      <a:pt x="39776" y="17678"/>
                    </a:lnTo>
                    <a:lnTo>
                      <a:pt x="38211" y="24555"/>
                    </a:lnTo>
                    <a:lnTo>
                      <a:pt x="33947" y="30175"/>
                    </a:lnTo>
                    <a:lnTo>
                      <a:pt x="27624" y="33966"/>
                    </a:lnTo>
                    <a:lnTo>
                      <a:pt x="1988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97" name="object 298">
                <a:extLst>
                  <a:ext uri="{FF2B5EF4-FFF2-40B4-BE49-F238E27FC236}">
                    <a16:creationId xmlns:a16="http://schemas.microsoft.com/office/drawing/2014/main" id="{47DF86A5-27B4-42D1-A8DE-459A563CE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0883" y="5974765"/>
                <a:ext cx="40005" cy="40005"/>
              </a:xfrm>
              <a:custGeom>
                <a:avLst/>
                <a:gdLst>
                  <a:gd name="T0" fmla="*/ 39776 w 40004"/>
                  <a:gd name="T1" fmla="*/ 19888 h 40004"/>
                  <a:gd name="T2" fmla="*/ 38211 w 40004"/>
                  <a:gd name="T3" fmla="*/ 12151 h 40004"/>
                  <a:gd name="T4" fmla="*/ 33947 w 40004"/>
                  <a:gd name="T5" fmla="*/ 5829 h 40004"/>
                  <a:gd name="T6" fmla="*/ 27624 w 40004"/>
                  <a:gd name="T7" fmla="*/ 1564 h 40004"/>
                  <a:gd name="T8" fmla="*/ 19888 w 40004"/>
                  <a:gd name="T9" fmla="*/ 0 h 40004"/>
                  <a:gd name="T10" fmla="*/ 12151 w 40004"/>
                  <a:gd name="T11" fmla="*/ 1564 h 40004"/>
                  <a:gd name="T12" fmla="*/ 5829 w 40004"/>
                  <a:gd name="T13" fmla="*/ 5829 h 40004"/>
                  <a:gd name="T14" fmla="*/ 1564 w 40004"/>
                  <a:gd name="T15" fmla="*/ 12151 h 40004"/>
                  <a:gd name="T16" fmla="*/ 0 w 40004"/>
                  <a:gd name="T17" fmla="*/ 19888 h 40004"/>
                  <a:gd name="T18" fmla="*/ 1564 w 40004"/>
                  <a:gd name="T19" fmla="*/ 27624 h 40004"/>
                  <a:gd name="T20" fmla="*/ 5829 w 40004"/>
                  <a:gd name="T21" fmla="*/ 33947 h 40004"/>
                  <a:gd name="T22" fmla="*/ 12151 w 40004"/>
                  <a:gd name="T23" fmla="*/ 38211 h 40004"/>
                  <a:gd name="T24" fmla="*/ 19888 w 40004"/>
                  <a:gd name="T25" fmla="*/ 39776 h 40004"/>
                  <a:gd name="T26" fmla="*/ 27624 w 40004"/>
                  <a:gd name="T27" fmla="*/ 38211 h 40004"/>
                  <a:gd name="T28" fmla="*/ 33947 w 40004"/>
                  <a:gd name="T29" fmla="*/ 33947 h 40004"/>
                  <a:gd name="T30" fmla="*/ 38211 w 40004"/>
                  <a:gd name="T31" fmla="*/ 27624 h 40004"/>
                  <a:gd name="T32" fmla="*/ 39776 w 40004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40004">
                    <a:moveTo>
                      <a:pt x="39776" y="19888"/>
                    </a:moveTo>
                    <a:lnTo>
                      <a:pt x="38211" y="12151"/>
                    </a:lnTo>
                    <a:lnTo>
                      <a:pt x="33947" y="5829"/>
                    </a:lnTo>
                    <a:lnTo>
                      <a:pt x="27624" y="1564"/>
                    </a:lnTo>
                    <a:lnTo>
                      <a:pt x="19888" y="0"/>
                    </a:lnTo>
                    <a:lnTo>
                      <a:pt x="12151" y="1564"/>
                    </a:lnTo>
                    <a:lnTo>
                      <a:pt x="5829" y="5829"/>
                    </a:lnTo>
                    <a:lnTo>
                      <a:pt x="1564" y="12151"/>
                    </a:lnTo>
                    <a:lnTo>
                      <a:pt x="0" y="19888"/>
                    </a:lnTo>
                    <a:lnTo>
                      <a:pt x="1564" y="27624"/>
                    </a:lnTo>
                    <a:lnTo>
                      <a:pt x="5829" y="33947"/>
                    </a:lnTo>
                    <a:lnTo>
                      <a:pt x="12151" y="38211"/>
                    </a:lnTo>
                    <a:lnTo>
                      <a:pt x="19888" y="39776"/>
                    </a:lnTo>
                    <a:lnTo>
                      <a:pt x="27624" y="38211"/>
                    </a:lnTo>
                    <a:lnTo>
                      <a:pt x="33947" y="33947"/>
                    </a:lnTo>
                    <a:lnTo>
                      <a:pt x="38211" y="27624"/>
                    </a:lnTo>
                    <a:lnTo>
                      <a:pt x="3977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98" name="object 299">
                <a:extLst>
                  <a:ext uri="{FF2B5EF4-FFF2-40B4-BE49-F238E27FC236}">
                    <a16:creationId xmlns:a16="http://schemas.microsoft.com/office/drawing/2014/main" id="{346E234F-0FCC-4A2D-8A48-DFCD85DDC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3855" y="5977737"/>
                <a:ext cx="35560" cy="35560"/>
              </a:xfrm>
              <a:custGeom>
                <a:avLst/>
                <a:gdLst>
                  <a:gd name="T0" fmla="*/ 17678 w 35559"/>
                  <a:gd name="T1" fmla="*/ 35356 h 35560"/>
                  <a:gd name="T2" fmla="*/ 7924 w 35559"/>
                  <a:gd name="T3" fmla="*/ 35356 h 35560"/>
                  <a:gd name="T4" fmla="*/ 0 w 35559"/>
                  <a:gd name="T5" fmla="*/ 27432 h 35560"/>
                  <a:gd name="T6" fmla="*/ 0 w 35559"/>
                  <a:gd name="T7" fmla="*/ 17678 h 35560"/>
                  <a:gd name="T8" fmla="*/ 0 w 35559"/>
                  <a:gd name="T9" fmla="*/ 7924 h 35560"/>
                  <a:gd name="T10" fmla="*/ 7924 w 35559"/>
                  <a:gd name="T11" fmla="*/ 0 h 35560"/>
                  <a:gd name="T12" fmla="*/ 17678 w 35559"/>
                  <a:gd name="T13" fmla="*/ 0 h 35560"/>
                  <a:gd name="T14" fmla="*/ 27431 w 35559"/>
                  <a:gd name="T15" fmla="*/ 0 h 35560"/>
                  <a:gd name="T16" fmla="*/ 35356 w 35559"/>
                  <a:gd name="T17" fmla="*/ 7924 h 35560"/>
                  <a:gd name="T18" fmla="*/ 35356 w 35559"/>
                  <a:gd name="T19" fmla="*/ 17678 h 35560"/>
                  <a:gd name="T20" fmla="*/ 35356 w 35559"/>
                  <a:gd name="T21" fmla="*/ 27432 h 35560"/>
                  <a:gd name="T22" fmla="*/ 27431 w 35559"/>
                  <a:gd name="T23" fmla="*/ 35356 h 35560"/>
                  <a:gd name="T24" fmla="*/ 17678 w 35559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59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2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1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2"/>
                    </a:lnTo>
                    <a:lnTo>
                      <a:pt x="27431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999" name="object 300">
                <a:extLst>
                  <a:ext uri="{FF2B5EF4-FFF2-40B4-BE49-F238E27FC236}">
                    <a16:creationId xmlns:a16="http://schemas.microsoft.com/office/drawing/2014/main" id="{F8CE1573-3888-4DD5-8CB0-D00C8ED65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9119" y="5683681"/>
                <a:ext cx="44450" cy="40005"/>
              </a:xfrm>
              <a:custGeom>
                <a:avLst/>
                <a:gdLst>
                  <a:gd name="T0" fmla="*/ 44196 w 44450"/>
                  <a:gd name="T1" fmla="*/ 19888 h 40004"/>
                  <a:gd name="T2" fmla="*/ 42459 w 44450"/>
                  <a:gd name="T3" fmla="*/ 12151 h 40004"/>
                  <a:gd name="T4" fmla="*/ 37723 w 44450"/>
                  <a:gd name="T5" fmla="*/ 5829 h 40004"/>
                  <a:gd name="T6" fmla="*/ 30699 w 44450"/>
                  <a:gd name="T7" fmla="*/ 1564 h 40004"/>
                  <a:gd name="T8" fmla="*/ 22098 w 44450"/>
                  <a:gd name="T9" fmla="*/ 0 h 40004"/>
                  <a:gd name="T10" fmla="*/ 13501 w 44450"/>
                  <a:gd name="T11" fmla="*/ 1564 h 40004"/>
                  <a:gd name="T12" fmla="*/ 6476 w 44450"/>
                  <a:gd name="T13" fmla="*/ 5829 h 40004"/>
                  <a:gd name="T14" fmla="*/ 1738 w 44450"/>
                  <a:gd name="T15" fmla="*/ 12151 h 40004"/>
                  <a:gd name="T16" fmla="*/ 0 w 44450"/>
                  <a:gd name="T17" fmla="*/ 19888 h 40004"/>
                  <a:gd name="T18" fmla="*/ 1738 w 44450"/>
                  <a:gd name="T19" fmla="*/ 27624 h 40004"/>
                  <a:gd name="T20" fmla="*/ 6476 w 44450"/>
                  <a:gd name="T21" fmla="*/ 33947 h 40004"/>
                  <a:gd name="T22" fmla="*/ 13501 w 44450"/>
                  <a:gd name="T23" fmla="*/ 38211 h 40004"/>
                  <a:gd name="T24" fmla="*/ 22098 w 44450"/>
                  <a:gd name="T25" fmla="*/ 39776 h 40004"/>
                  <a:gd name="T26" fmla="*/ 30699 w 44450"/>
                  <a:gd name="T27" fmla="*/ 38211 h 40004"/>
                  <a:gd name="T28" fmla="*/ 37723 w 44450"/>
                  <a:gd name="T29" fmla="*/ 33947 h 40004"/>
                  <a:gd name="T30" fmla="*/ 42459 w 44450"/>
                  <a:gd name="T31" fmla="*/ 27624 h 40004"/>
                  <a:gd name="T32" fmla="*/ 44196 w 44450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4450" h="40004">
                    <a:moveTo>
                      <a:pt x="44196" y="19888"/>
                    </a:moveTo>
                    <a:lnTo>
                      <a:pt x="42459" y="12151"/>
                    </a:lnTo>
                    <a:lnTo>
                      <a:pt x="37723" y="5829"/>
                    </a:lnTo>
                    <a:lnTo>
                      <a:pt x="30699" y="1564"/>
                    </a:lnTo>
                    <a:lnTo>
                      <a:pt x="22098" y="0"/>
                    </a:lnTo>
                    <a:lnTo>
                      <a:pt x="13501" y="1564"/>
                    </a:lnTo>
                    <a:lnTo>
                      <a:pt x="6476" y="5829"/>
                    </a:lnTo>
                    <a:lnTo>
                      <a:pt x="1738" y="12151"/>
                    </a:lnTo>
                    <a:lnTo>
                      <a:pt x="0" y="19888"/>
                    </a:lnTo>
                    <a:lnTo>
                      <a:pt x="1738" y="27624"/>
                    </a:lnTo>
                    <a:lnTo>
                      <a:pt x="6476" y="33947"/>
                    </a:lnTo>
                    <a:lnTo>
                      <a:pt x="13501" y="38211"/>
                    </a:lnTo>
                    <a:lnTo>
                      <a:pt x="22098" y="39776"/>
                    </a:lnTo>
                    <a:lnTo>
                      <a:pt x="30699" y="38211"/>
                    </a:lnTo>
                    <a:lnTo>
                      <a:pt x="37723" y="33947"/>
                    </a:lnTo>
                    <a:lnTo>
                      <a:pt x="42459" y="27624"/>
                    </a:lnTo>
                    <a:lnTo>
                      <a:pt x="4419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6000" name="object 301">
                <a:extLst>
                  <a:ext uri="{FF2B5EF4-FFF2-40B4-BE49-F238E27FC236}">
                    <a16:creationId xmlns:a16="http://schemas.microsoft.com/office/drawing/2014/main" id="{1131413F-CD54-4093-8A58-1C8E75414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00567" y="5685891"/>
                <a:ext cx="40005" cy="35560"/>
              </a:xfrm>
              <a:custGeom>
                <a:avLst/>
                <a:gdLst>
                  <a:gd name="T0" fmla="*/ 19888 w 40004"/>
                  <a:gd name="T1" fmla="*/ 35356 h 35560"/>
                  <a:gd name="T2" fmla="*/ 12151 w 40004"/>
                  <a:gd name="T3" fmla="*/ 33966 h 35560"/>
                  <a:gd name="T4" fmla="*/ 5829 w 40004"/>
                  <a:gd name="T5" fmla="*/ 30175 h 35560"/>
                  <a:gd name="T6" fmla="*/ 1564 w 40004"/>
                  <a:gd name="T7" fmla="*/ 24555 h 35560"/>
                  <a:gd name="T8" fmla="*/ 0 w 40004"/>
                  <a:gd name="T9" fmla="*/ 17678 h 35560"/>
                  <a:gd name="T10" fmla="*/ 1564 w 40004"/>
                  <a:gd name="T11" fmla="*/ 10801 h 35560"/>
                  <a:gd name="T12" fmla="*/ 5829 w 40004"/>
                  <a:gd name="T13" fmla="*/ 5181 h 35560"/>
                  <a:gd name="T14" fmla="*/ 12151 w 40004"/>
                  <a:gd name="T15" fmla="*/ 1390 h 35560"/>
                  <a:gd name="T16" fmla="*/ 19888 w 40004"/>
                  <a:gd name="T17" fmla="*/ 0 h 35560"/>
                  <a:gd name="T18" fmla="*/ 27624 w 40004"/>
                  <a:gd name="T19" fmla="*/ 1390 h 35560"/>
                  <a:gd name="T20" fmla="*/ 33947 w 40004"/>
                  <a:gd name="T21" fmla="*/ 5181 h 35560"/>
                  <a:gd name="T22" fmla="*/ 38211 w 40004"/>
                  <a:gd name="T23" fmla="*/ 10801 h 35560"/>
                  <a:gd name="T24" fmla="*/ 39776 w 40004"/>
                  <a:gd name="T25" fmla="*/ 17678 h 35560"/>
                  <a:gd name="T26" fmla="*/ 38211 w 40004"/>
                  <a:gd name="T27" fmla="*/ 24555 h 35560"/>
                  <a:gd name="T28" fmla="*/ 33947 w 40004"/>
                  <a:gd name="T29" fmla="*/ 30175 h 35560"/>
                  <a:gd name="T30" fmla="*/ 27624 w 40004"/>
                  <a:gd name="T31" fmla="*/ 33966 h 35560"/>
                  <a:gd name="T32" fmla="*/ 19888 w 40004"/>
                  <a:gd name="T33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35560">
                    <a:moveTo>
                      <a:pt x="19888" y="35356"/>
                    </a:moveTo>
                    <a:lnTo>
                      <a:pt x="12151" y="33966"/>
                    </a:lnTo>
                    <a:lnTo>
                      <a:pt x="5829" y="30175"/>
                    </a:lnTo>
                    <a:lnTo>
                      <a:pt x="1564" y="24555"/>
                    </a:lnTo>
                    <a:lnTo>
                      <a:pt x="0" y="17678"/>
                    </a:lnTo>
                    <a:lnTo>
                      <a:pt x="1564" y="10801"/>
                    </a:lnTo>
                    <a:lnTo>
                      <a:pt x="5829" y="5181"/>
                    </a:lnTo>
                    <a:lnTo>
                      <a:pt x="12151" y="1390"/>
                    </a:lnTo>
                    <a:lnTo>
                      <a:pt x="19888" y="0"/>
                    </a:lnTo>
                    <a:lnTo>
                      <a:pt x="27624" y="1390"/>
                    </a:lnTo>
                    <a:lnTo>
                      <a:pt x="33947" y="5181"/>
                    </a:lnTo>
                    <a:lnTo>
                      <a:pt x="38211" y="10801"/>
                    </a:lnTo>
                    <a:lnTo>
                      <a:pt x="39776" y="17678"/>
                    </a:lnTo>
                    <a:lnTo>
                      <a:pt x="38211" y="24555"/>
                    </a:lnTo>
                    <a:lnTo>
                      <a:pt x="33947" y="30175"/>
                    </a:lnTo>
                    <a:lnTo>
                      <a:pt x="27624" y="33966"/>
                    </a:lnTo>
                    <a:lnTo>
                      <a:pt x="1988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6001" name="object 302">
                <a:extLst>
                  <a:ext uri="{FF2B5EF4-FFF2-40B4-BE49-F238E27FC236}">
                    <a16:creationId xmlns:a16="http://schemas.microsoft.com/office/drawing/2014/main" id="{AA1C9F86-7479-46DC-961A-B49575DA5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8396" y="5776645"/>
                <a:ext cx="40005" cy="40005"/>
              </a:xfrm>
              <a:custGeom>
                <a:avLst/>
                <a:gdLst>
                  <a:gd name="T0" fmla="*/ 39776 w 40004"/>
                  <a:gd name="T1" fmla="*/ 19888 h 40004"/>
                  <a:gd name="T2" fmla="*/ 38211 w 40004"/>
                  <a:gd name="T3" fmla="*/ 12151 h 40004"/>
                  <a:gd name="T4" fmla="*/ 33947 w 40004"/>
                  <a:gd name="T5" fmla="*/ 5829 h 40004"/>
                  <a:gd name="T6" fmla="*/ 27624 w 40004"/>
                  <a:gd name="T7" fmla="*/ 1564 h 40004"/>
                  <a:gd name="T8" fmla="*/ 19888 w 40004"/>
                  <a:gd name="T9" fmla="*/ 0 h 40004"/>
                  <a:gd name="T10" fmla="*/ 12151 w 40004"/>
                  <a:gd name="T11" fmla="*/ 1564 h 40004"/>
                  <a:gd name="T12" fmla="*/ 5829 w 40004"/>
                  <a:gd name="T13" fmla="*/ 5829 h 40004"/>
                  <a:gd name="T14" fmla="*/ 1564 w 40004"/>
                  <a:gd name="T15" fmla="*/ 12151 h 40004"/>
                  <a:gd name="T16" fmla="*/ 0 w 40004"/>
                  <a:gd name="T17" fmla="*/ 19888 h 40004"/>
                  <a:gd name="T18" fmla="*/ 1564 w 40004"/>
                  <a:gd name="T19" fmla="*/ 27624 h 40004"/>
                  <a:gd name="T20" fmla="*/ 5829 w 40004"/>
                  <a:gd name="T21" fmla="*/ 33947 h 40004"/>
                  <a:gd name="T22" fmla="*/ 12151 w 40004"/>
                  <a:gd name="T23" fmla="*/ 38211 h 40004"/>
                  <a:gd name="T24" fmla="*/ 19888 w 40004"/>
                  <a:gd name="T25" fmla="*/ 39776 h 40004"/>
                  <a:gd name="T26" fmla="*/ 27624 w 40004"/>
                  <a:gd name="T27" fmla="*/ 38211 h 40004"/>
                  <a:gd name="T28" fmla="*/ 33947 w 40004"/>
                  <a:gd name="T29" fmla="*/ 33947 h 40004"/>
                  <a:gd name="T30" fmla="*/ 38211 w 40004"/>
                  <a:gd name="T31" fmla="*/ 27624 h 40004"/>
                  <a:gd name="T32" fmla="*/ 39776 w 40004"/>
                  <a:gd name="T33" fmla="*/ 19888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40004">
                    <a:moveTo>
                      <a:pt x="39776" y="19888"/>
                    </a:moveTo>
                    <a:lnTo>
                      <a:pt x="38211" y="12151"/>
                    </a:lnTo>
                    <a:lnTo>
                      <a:pt x="33947" y="5829"/>
                    </a:lnTo>
                    <a:lnTo>
                      <a:pt x="27624" y="1564"/>
                    </a:lnTo>
                    <a:lnTo>
                      <a:pt x="19888" y="0"/>
                    </a:lnTo>
                    <a:lnTo>
                      <a:pt x="12151" y="1564"/>
                    </a:lnTo>
                    <a:lnTo>
                      <a:pt x="5829" y="5829"/>
                    </a:lnTo>
                    <a:lnTo>
                      <a:pt x="1564" y="12151"/>
                    </a:lnTo>
                    <a:lnTo>
                      <a:pt x="0" y="19888"/>
                    </a:lnTo>
                    <a:lnTo>
                      <a:pt x="1564" y="27624"/>
                    </a:lnTo>
                    <a:lnTo>
                      <a:pt x="5829" y="33947"/>
                    </a:lnTo>
                    <a:lnTo>
                      <a:pt x="12151" y="38211"/>
                    </a:lnTo>
                    <a:lnTo>
                      <a:pt x="19888" y="39776"/>
                    </a:lnTo>
                    <a:lnTo>
                      <a:pt x="27624" y="38211"/>
                    </a:lnTo>
                    <a:lnTo>
                      <a:pt x="33947" y="33947"/>
                    </a:lnTo>
                    <a:lnTo>
                      <a:pt x="38211" y="27624"/>
                    </a:lnTo>
                    <a:lnTo>
                      <a:pt x="39776" y="19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6002" name="object 303">
                <a:extLst>
                  <a:ext uri="{FF2B5EF4-FFF2-40B4-BE49-F238E27FC236}">
                    <a16:creationId xmlns:a16="http://schemas.microsoft.com/office/drawing/2014/main" id="{881E5FC3-C544-49CC-8407-12AFE8D5B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1367" y="5778093"/>
                <a:ext cx="35560" cy="35560"/>
              </a:xfrm>
              <a:custGeom>
                <a:avLst/>
                <a:gdLst>
                  <a:gd name="T0" fmla="*/ 17678 w 35559"/>
                  <a:gd name="T1" fmla="*/ 35356 h 35560"/>
                  <a:gd name="T2" fmla="*/ 7924 w 35559"/>
                  <a:gd name="T3" fmla="*/ 35356 h 35560"/>
                  <a:gd name="T4" fmla="*/ 0 w 35559"/>
                  <a:gd name="T5" fmla="*/ 27431 h 35560"/>
                  <a:gd name="T6" fmla="*/ 0 w 35559"/>
                  <a:gd name="T7" fmla="*/ 17678 h 35560"/>
                  <a:gd name="T8" fmla="*/ 0 w 35559"/>
                  <a:gd name="T9" fmla="*/ 7924 h 35560"/>
                  <a:gd name="T10" fmla="*/ 7924 w 35559"/>
                  <a:gd name="T11" fmla="*/ 0 h 35560"/>
                  <a:gd name="T12" fmla="*/ 17678 w 35559"/>
                  <a:gd name="T13" fmla="*/ 0 h 35560"/>
                  <a:gd name="T14" fmla="*/ 27432 w 35559"/>
                  <a:gd name="T15" fmla="*/ 0 h 35560"/>
                  <a:gd name="T16" fmla="*/ 35356 w 35559"/>
                  <a:gd name="T17" fmla="*/ 7924 h 35560"/>
                  <a:gd name="T18" fmla="*/ 35356 w 35559"/>
                  <a:gd name="T19" fmla="*/ 17678 h 35560"/>
                  <a:gd name="T20" fmla="*/ 35356 w 35559"/>
                  <a:gd name="T21" fmla="*/ 27431 h 35560"/>
                  <a:gd name="T22" fmla="*/ 27432 w 35559"/>
                  <a:gd name="T23" fmla="*/ 35356 h 35560"/>
                  <a:gd name="T24" fmla="*/ 17678 w 35559"/>
                  <a:gd name="T25" fmla="*/ 35356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559" h="35560">
                    <a:moveTo>
                      <a:pt x="17678" y="35356"/>
                    </a:moveTo>
                    <a:lnTo>
                      <a:pt x="7924" y="35356"/>
                    </a:lnTo>
                    <a:lnTo>
                      <a:pt x="0" y="27431"/>
                    </a:lnTo>
                    <a:lnTo>
                      <a:pt x="0" y="17678"/>
                    </a:lnTo>
                    <a:lnTo>
                      <a:pt x="0" y="7924"/>
                    </a:lnTo>
                    <a:lnTo>
                      <a:pt x="7924" y="0"/>
                    </a:lnTo>
                    <a:lnTo>
                      <a:pt x="17678" y="0"/>
                    </a:lnTo>
                    <a:lnTo>
                      <a:pt x="27432" y="0"/>
                    </a:lnTo>
                    <a:lnTo>
                      <a:pt x="35356" y="7924"/>
                    </a:lnTo>
                    <a:lnTo>
                      <a:pt x="35356" y="17678"/>
                    </a:lnTo>
                    <a:lnTo>
                      <a:pt x="35356" y="27431"/>
                    </a:lnTo>
                    <a:lnTo>
                      <a:pt x="27432" y="35356"/>
                    </a:lnTo>
                    <a:lnTo>
                      <a:pt x="17678" y="3535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6003" name="object 304">
                <a:extLst>
                  <a:ext uri="{FF2B5EF4-FFF2-40B4-BE49-F238E27FC236}">
                    <a16:creationId xmlns:a16="http://schemas.microsoft.com/office/drawing/2014/main" id="{E4B8DEEB-F191-44C8-8FC7-D63FD3CEB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615" y="4927866"/>
                <a:ext cx="2673985" cy="1290955"/>
              </a:xfrm>
              <a:custGeom>
                <a:avLst/>
                <a:gdLst>
                  <a:gd name="T0" fmla="*/ 0 w 2673985"/>
                  <a:gd name="T1" fmla="*/ 0 h 1290954"/>
                  <a:gd name="T2" fmla="*/ 44195 w 2673985"/>
                  <a:gd name="T3" fmla="*/ 813206 h 1290954"/>
                  <a:gd name="T4" fmla="*/ 150266 w 2673985"/>
                  <a:gd name="T5" fmla="*/ 441960 h 1290954"/>
                  <a:gd name="T6" fmla="*/ 110489 w 2673985"/>
                  <a:gd name="T7" fmla="*/ 822045 h 1290954"/>
                  <a:gd name="T8" fmla="*/ 601065 w 2673985"/>
                  <a:gd name="T9" fmla="*/ 274015 h 1290954"/>
                  <a:gd name="T10" fmla="*/ 658520 w 2673985"/>
                  <a:gd name="T11" fmla="*/ 994410 h 1290954"/>
                  <a:gd name="T12" fmla="*/ 742492 w 2673985"/>
                  <a:gd name="T13" fmla="*/ 4419 h 1290954"/>
                  <a:gd name="T14" fmla="*/ 707135 w 2673985"/>
                  <a:gd name="T15" fmla="*/ 967892 h 1290954"/>
                  <a:gd name="T16" fmla="*/ 1188872 w 2673985"/>
                  <a:gd name="T17" fmla="*/ 437540 h 1290954"/>
                  <a:gd name="T18" fmla="*/ 1228648 w 2673985"/>
                  <a:gd name="T19" fmla="*/ 1104900 h 1290954"/>
                  <a:gd name="T20" fmla="*/ 1343558 w 2673985"/>
                  <a:gd name="T21" fmla="*/ 70713 h 1290954"/>
                  <a:gd name="T22" fmla="*/ 1281683 w 2673985"/>
                  <a:gd name="T23" fmla="*/ 1100480 h 1290954"/>
                  <a:gd name="T24" fmla="*/ 2528011 w 2673985"/>
                  <a:gd name="T25" fmla="*/ 782269 h 1290954"/>
                  <a:gd name="T26" fmla="*/ 2563368 w 2673985"/>
                  <a:gd name="T27" fmla="*/ 1290523 h 1290954"/>
                  <a:gd name="T28" fmla="*/ 2673857 w 2673985"/>
                  <a:gd name="T29" fmla="*/ 521512 h 1290954"/>
                  <a:gd name="T30" fmla="*/ 2620822 w 2673985"/>
                  <a:gd name="T31" fmla="*/ 1264005 h 12909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73985" h="1290954">
                    <a:moveTo>
                      <a:pt x="0" y="0"/>
                    </a:moveTo>
                    <a:lnTo>
                      <a:pt x="44195" y="813206"/>
                    </a:lnTo>
                  </a:path>
                  <a:path w="2673985" h="1290954">
                    <a:moveTo>
                      <a:pt x="150266" y="441960"/>
                    </a:moveTo>
                    <a:lnTo>
                      <a:pt x="110489" y="822045"/>
                    </a:lnTo>
                  </a:path>
                  <a:path w="2673985" h="1290954">
                    <a:moveTo>
                      <a:pt x="601065" y="274015"/>
                    </a:moveTo>
                    <a:lnTo>
                      <a:pt x="658520" y="994410"/>
                    </a:lnTo>
                  </a:path>
                  <a:path w="2673985" h="1290954">
                    <a:moveTo>
                      <a:pt x="742492" y="4419"/>
                    </a:moveTo>
                    <a:lnTo>
                      <a:pt x="707135" y="967892"/>
                    </a:lnTo>
                  </a:path>
                  <a:path w="2673985" h="1290954">
                    <a:moveTo>
                      <a:pt x="1188872" y="437540"/>
                    </a:moveTo>
                    <a:lnTo>
                      <a:pt x="1228648" y="1104900"/>
                    </a:lnTo>
                  </a:path>
                  <a:path w="2673985" h="1290954">
                    <a:moveTo>
                      <a:pt x="1343558" y="70713"/>
                    </a:moveTo>
                    <a:lnTo>
                      <a:pt x="1281683" y="1100480"/>
                    </a:lnTo>
                  </a:path>
                  <a:path w="2673985" h="1290954">
                    <a:moveTo>
                      <a:pt x="2528011" y="782269"/>
                    </a:moveTo>
                    <a:lnTo>
                      <a:pt x="2563368" y="1290523"/>
                    </a:lnTo>
                  </a:path>
                  <a:path w="2673985" h="1290954">
                    <a:moveTo>
                      <a:pt x="2673857" y="521512"/>
                    </a:moveTo>
                    <a:lnTo>
                      <a:pt x="2620822" y="1264005"/>
                    </a:lnTo>
                  </a:path>
                </a:pathLst>
              </a:custGeom>
              <a:noFill/>
              <a:ln w="4597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6004" name="object 305">
                <a:extLst>
                  <a:ext uri="{FF2B5EF4-FFF2-40B4-BE49-F238E27FC236}">
                    <a16:creationId xmlns:a16="http://schemas.microsoft.com/office/drawing/2014/main" id="{E816E3FD-B0AC-4841-97D4-0DEA672F4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2703" y="5789688"/>
                <a:ext cx="150495" cy="499745"/>
              </a:xfrm>
              <a:custGeom>
                <a:avLst/>
                <a:gdLst>
                  <a:gd name="T0" fmla="*/ 17856 w 150495"/>
                  <a:gd name="T1" fmla="*/ 490575 h 499745"/>
                  <a:gd name="T2" fmla="*/ 4597 w 150495"/>
                  <a:gd name="T3" fmla="*/ 0 h 499745"/>
                  <a:gd name="T4" fmla="*/ 0 w 150495"/>
                  <a:gd name="T5" fmla="*/ 0 h 499745"/>
                  <a:gd name="T6" fmla="*/ 13258 w 150495"/>
                  <a:gd name="T7" fmla="*/ 495173 h 499745"/>
                  <a:gd name="T8" fmla="*/ 17856 w 150495"/>
                  <a:gd name="T9" fmla="*/ 495173 h 499745"/>
                  <a:gd name="T10" fmla="*/ 17856 w 150495"/>
                  <a:gd name="T11" fmla="*/ 490575 h 499745"/>
                  <a:gd name="T12" fmla="*/ 150444 w 150495"/>
                  <a:gd name="T13" fmla="*/ 35356 h 499745"/>
                  <a:gd name="T14" fmla="*/ 145846 w 150495"/>
                  <a:gd name="T15" fmla="*/ 35356 h 499745"/>
                  <a:gd name="T16" fmla="*/ 106070 w 150495"/>
                  <a:gd name="T17" fmla="*/ 494995 h 499745"/>
                  <a:gd name="T18" fmla="*/ 106070 w 150495"/>
                  <a:gd name="T19" fmla="*/ 499592 h 499745"/>
                  <a:gd name="T20" fmla="*/ 110667 w 150495"/>
                  <a:gd name="T21" fmla="*/ 499592 h 499745"/>
                  <a:gd name="T22" fmla="*/ 150444 w 150495"/>
                  <a:gd name="T23" fmla="*/ 39954 h 499745"/>
                  <a:gd name="T24" fmla="*/ 150444 w 150495"/>
                  <a:gd name="T25" fmla="*/ 35356 h 499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0495" h="499745">
                    <a:moveTo>
                      <a:pt x="17856" y="490575"/>
                    </a:moveTo>
                    <a:lnTo>
                      <a:pt x="4597" y="0"/>
                    </a:lnTo>
                    <a:lnTo>
                      <a:pt x="0" y="0"/>
                    </a:lnTo>
                    <a:lnTo>
                      <a:pt x="13258" y="495173"/>
                    </a:lnTo>
                    <a:lnTo>
                      <a:pt x="17856" y="495173"/>
                    </a:lnTo>
                    <a:lnTo>
                      <a:pt x="17856" y="490575"/>
                    </a:lnTo>
                    <a:close/>
                  </a:path>
                  <a:path w="150495" h="499745">
                    <a:moveTo>
                      <a:pt x="150444" y="35356"/>
                    </a:moveTo>
                    <a:lnTo>
                      <a:pt x="145846" y="35356"/>
                    </a:lnTo>
                    <a:lnTo>
                      <a:pt x="106070" y="494995"/>
                    </a:lnTo>
                    <a:lnTo>
                      <a:pt x="106070" y="499592"/>
                    </a:lnTo>
                    <a:lnTo>
                      <a:pt x="110667" y="499592"/>
                    </a:lnTo>
                    <a:lnTo>
                      <a:pt x="150444" y="39954"/>
                    </a:lnTo>
                    <a:lnTo>
                      <a:pt x="150444" y="3535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6005" name="object 306">
                <a:extLst>
                  <a:ext uri="{FF2B5EF4-FFF2-40B4-BE49-F238E27FC236}">
                    <a16:creationId xmlns:a16="http://schemas.microsoft.com/office/drawing/2014/main" id="{401C3D3E-5CE4-406A-9D36-69DBA6B98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0507" y="5758751"/>
                <a:ext cx="150495" cy="415925"/>
              </a:xfrm>
              <a:custGeom>
                <a:avLst/>
                <a:gdLst>
                  <a:gd name="T0" fmla="*/ 0 w 150495"/>
                  <a:gd name="T1" fmla="*/ 176784 h 415925"/>
                  <a:gd name="T2" fmla="*/ 30937 w 150495"/>
                  <a:gd name="T3" fmla="*/ 411022 h 415925"/>
                  <a:gd name="T4" fmla="*/ 150266 w 150495"/>
                  <a:gd name="T5" fmla="*/ 0 h 415925"/>
                  <a:gd name="T6" fmla="*/ 110489 w 150495"/>
                  <a:gd name="T7" fmla="*/ 415442 h 415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0495" h="415925">
                    <a:moveTo>
                      <a:pt x="0" y="176784"/>
                    </a:moveTo>
                    <a:lnTo>
                      <a:pt x="30937" y="411022"/>
                    </a:lnTo>
                  </a:path>
                  <a:path w="150495" h="415925">
                    <a:moveTo>
                      <a:pt x="150266" y="0"/>
                    </a:moveTo>
                    <a:lnTo>
                      <a:pt x="110489" y="415442"/>
                    </a:lnTo>
                  </a:path>
                </a:pathLst>
              </a:custGeom>
              <a:noFill/>
              <a:ln w="4597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6006" name="object 307">
                <a:extLst>
                  <a:ext uri="{FF2B5EF4-FFF2-40B4-BE49-F238E27FC236}">
                    <a16:creationId xmlns:a16="http://schemas.microsoft.com/office/drawing/2014/main" id="{4D4763A3-CBE1-405B-8BBD-5C58E6640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9073" y="5692457"/>
                <a:ext cx="53340" cy="588010"/>
              </a:xfrm>
              <a:custGeom>
                <a:avLst/>
                <a:gdLst>
                  <a:gd name="T0" fmla="*/ 53212 w 53339"/>
                  <a:gd name="T1" fmla="*/ 4597 h 588010"/>
                  <a:gd name="T2" fmla="*/ 53212 w 53339"/>
                  <a:gd name="T3" fmla="*/ 0 h 588010"/>
                  <a:gd name="T4" fmla="*/ 48615 w 53339"/>
                  <a:gd name="T5" fmla="*/ 0 h 588010"/>
                  <a:gd name="T6" fmla="*/ 0 w 53339"/>
                  <a:gd name="T7" fmla="*/ 583387 h 588010"/>
                  <a:gd name="T8" fmla="*/ 0 w 53339"/>
                  <a:gd name="T9" fmla="*/ 587984 h 588010"/>
                  <a:gd name="T10" fmla="*/ 4597 w 53339"/>
                  <a:gd name="T11" fmla="*/ 587984 h 588010"/>
                  <a:gd name="T12" fmla="*/ 53212 w 53339"/>
                  <a:gd name="T13" fmla="*/ 4597 h 588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339" h="588010">
                    <a:moveTo>
                      <a:pt x="53212" y="4597"/>
                    </a:moveTo>
                    <a:lnTo>
                      <a:pt x="53212" y="0"/>
                    </a:lnTo>
                    <a:lnTo>
                      <a:pt x="48615" y="0"/>
                    </a:lnTo>
                    <a:lnTo>
                      <a:pt x="0" y="583387"/>
                    </a:lnTo>
                    <a:lnTo>
                      <a:pt x="0" y="587984"/>
                    </a:lnTo>
                    <a:lnTo>
                      <a:pt x="4597" y="587984"/>
                    </a:lnTo>
                    <a:lnTo>
                      <a:pt x="53212" y="45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</p:grpSp>
        <p:sp>
          <p:nvSpPr>
            <p:cNvPr id="308" name="object 308">
              <a:extLst>
                <a:ext uri="{FF2B5EF4-FFF2-40B4-BE49-F238E27FC236}">
                  <a16:creationId xmlns:a16="http://schemas.microsoft.com/office/drawing/2014/main" id="{581DF673-ABA9-422D-9ED5-21799BC942AF}"/>
                </a:ext>
              </a:extLst>
            </p:cNvPr>
            <p:cNvSpPr txBox="1"/>
            <p:nvPr/>
          </p:nvSpPr>
          <p:spPr>
            <a:xfrm>
              <a:off x="1064255" y="3253950"/>
              <a:ext cx="192356" cy="3169285"/>
            </a:xfrm>
            <a:prstGeom prst="rect">
              <a:avLst/>
            </a:prstGeom>
          </p:spPr>
          <p:txBody>
            <a:bodyPr vert="vert270" lIns="0" tIns="12326" rIns="0" bIns="0">
              <a:spAutoFit/>
            </a:bodyPr>
            <a:lstStyle/>
            <a:p>
              <a:pPr marL="11206">
                <a:spcBef>
                  <a:spcPts val="97"/>
                </a:spcBef>
                <a:defRPr/>
              </a:pPr>
              <a:r>
                <a:rPr sz="1103" dirty="0">
                  <a:latin typeface="Arial MT"/>
                  <a:cs typeface="Arial MT"/>
                </a:rPr>
                <a:t>Log</a:t>
              </a:r>
              <a:r>
                <a:rPr sz="1103" spc="97" dirty="0">
                  <a:latin typeface="Arial MT"/>
                  <a:cs typeface="Arial MT"/>
                </a:rPr>
                <a:t> </a:t>
              </a:r>
              <a:r>
                <a:rPr sz="1103" dirty="0">
                  <a:latin typeface="Arial MT"/>
                  <a:cs typeface="Arial MT"/>
                </a:rPr>
                <a:t>atomic</a:t>
              </a:r>
              <a:r>
                <a:rPr sz="1103" spc="97" dirty="0">
                  <a:latin typeface="Arial MT"/>
                  <a:cs typeface="Arial MT"/>
                </a:rPr>
                <a:t> </a:t>
              </a:r>
              <a:r>
                <a:rPr sz="1103" dirty="0">
                  <a:latin typeface="Arial MT"/>
                  <a:cs typeface="Arial MT"/>
                </a:rPr>
                <a:t>abundance</a:t>
              </a:r>
              <a:r>
                <a:rPr sz="1103" spc="101" dirty="0">
                  <a:latin typeface="Arial MT"/>
                  <a:cs typeface="Arial MT"/>
                </a:rPr>
                <a:t> </a:t>
              </a:r>
              <a:r>
                <a:rPr sz="1103" dirty="0">
                  <a:latin typeface="Arial MT"/>
                  <a:cs typeface="Arial MT"/>
                </a:rPr>
                <a:t>per</a:t>
              </a:r>
              <a:r>
                <a:rPr sz="1103" spc="106" dirty="0">
                  <a:latin typeface="Arial MT"/>
                  <a:cs typeface="Arial MT"/>
                </a:rPr>
                <a:t> </a:t>
              </a:r>
              <a:r>
                <a:rPr sz="1103" dirty="0">
                  <a:latin typeface="Arial MT"/>
                  <a:cs typeface="Arial MT"/>
                </a:rPr>
                <a:t>10</a:t>
              </a:r>
              <a:r>
                <a:rPr sz="1324" baseline="19444" dirty="0">
                  <a:latin typeface="Arial MT"/>
                  <a:cs typeface="Arial MT"/>
                </a:rPr>
                <a:t>6</a:t>
              </a:r>
              <a:r>
                <a:rPr sz="1324" spc="205" baseline="19444" dirty="0">
                  <a:latin typeface="Arial MT"/>
                  <a:cs typeface="Arial MT"/>
                </a:rPr>
                <a:t> </a:t>
              </a:r>
              <a:r>
                <a:rPr sz="1103" dirty="0">
                  <a:latin typeface="Arial MT"/>
                  <a:cs typeface="Arial MT"/>
                </a:rPr>
                <a:t>atoms</a:t>
              </a:r>
              <a:r>
                <a:rPr sz="1103" spc="88" dirty="0">
                  <a:latin typeface="Arial MT"/>
                  <a:cs typeface="Arial MT"/>
                </a:rPr>
                <a:t> </a:t>
              </a:r>
              <a:r>
                <a:rPr sz="1103" dirty="0">
                  <a:latin typeface="Arial MT"/>
                  <a:cs typeface="Arial MT"/>
                </a:rPr>
                <a:t>of</a:t>
              </a:r>
              <a:r>
                <a:rPr sz="1103" spc="101" dirty="0">
                  <a:latin typeface="Arial MT"/>
                  <a:cs typeface="Arial MT"/>
                </a:rPr>
                <a:t> </a:t>
              </a:r>
              <a:r>
                <a:rPr sz="1103" spc="-22" dirty="0">
                  <a:latin typeface="Arial MT"/>
                  <a:cs typeface="Arial MT"/>
                </a:rPr>
                <a:t>Si</a:t>
              </a:r>
              <a:endParaRPr sz="1103">
                <a:latin typeface="Arial MT"/>
                <a:cs typeface="Arial MT"/>
              </a:endParaRPr>
            </a:p>
          </p:txBody>
        </p:sp>
        <p:sp>
          <p:nvSpPr>
            <p:cNvPr id="309" name="object 309">
              <a:extLst>
                <a:ext uri="{FF2B5EF4-FFF2-40B4-BE49-F238E27FC236}">
                  <a16:creationId xmlns:a16="http://schemas.microsoft.com/office/drawing/2014/main" id="{49EA3D0A-65D3-40AC-A93B-67FA31B93EC6}"/>
                </a:ext>
              </a:extLst>
            </p:cNvPr>
            <p:cNvSpPr txBox="1"/>
            <p:nvPr/>
          </p:nvSpPr>
          <p:spPr>
            <a:xfrm>
              <a:off x="5862172" y="4650063"/>
              <a:ext cx="1463151" cy="209916"/>
            </a:xfrm>
            <a:prstGeom prst="rect">
              <a:avLst/>
            </a:prstGeom>
          </p:spPr>
          <p:txBody>
            <a:bodyPr lIns="0" tIns="15128" rIns="0" bIns="0">
              <a:spAutoFit/>
            </a:bodyPr>
            <a:lstStyle/>
            <a:p>
              <a:pPr marL="11206">
                <a:spcBef>
                  <a:spcPts val="119"/>
                </a:spcBef>
                <a:defRPr/>
              </a:pPr>
              <a:r>
                <a:rPr sz="1103" i="1" dirty="0">
                  <a:latin typeface="Arial"/>
                  <a:cs typeface="Arial"/>
                </a:rPr>
                <a:t>Cosmic</a:t>
              </a:r>
              <a:r>
                <a:rPr sz="1103" i="1" spc="180" dirty="0">
                  <a:latin typeface="Arial"/>
                  <a:cs typeface="Arial"/>
                </a:rPr>
                <a:t> </a:t>
              </a:r>
              <a:r>
                <a:rPr sz="1103" i="1" spc="-9" dirty="0">
                  <a:latin typeface="Arial"/>
                  <a:cs typeface="Arial"/>
                </a:rPr>
                <a:t>Abundance</a:t>
              </a:r>
              <a:endParaRPr sz="1103">
                <a:latin typeface="Arial"/>
                <a:cs typeface="Arial"/>
              </a:endParaRPr>
            </a:p>
          </p:txBody>
        </p:sp>
        <p:sp>
          <p:nvSpPr>
            <p:cNvPr id="310" name="object 310">
              <a:extLst>
                <a:ext uri="{FF2B5EF4-FFF2-40B4-BE49-F238E27FC236}">
                  <a16:creationId xmlns:a16="http://schemas.microsoft.com/office/drawing/2014/main" id="{B19BFE8A-A032-451B-B785-13ED536E3D7C}"/>
                </a:ext>
              </a:extLst>
            </p:cNvPr>
            <p:cNvSpPr txBox="1"/>
            <p:nvPr/>
          </p:nvSpPr>
          <p:spPr>
            <a:xfrm>
              <a:off x="8716841" y="4482433"/>
              <a:ext cx="164605" cy="1967770"/>
            </a:xfrm>
            <a:prstGeom prst="rect">
              <a:avLst/>
            </a:prstGeom>
          </p:spPr>
          <p:txBody>
            <a:bodyPr lIns="0" tIns="10646" rIns="0" bIns="0">
              <a:spAutoFit/>
            </a:bodyPr>
            <a:lstStyle/>
            <a:p>
              <a:pPr marL="12887">
                <a:lnSpc>
                  <a:spcPts val="1178"/>
                </a:lnSpc>
                <a:spcBef>
                  <a:spcPts val="84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7</a:t>
              </a:r>
              <a:endParaRPr sz="1015">
                <a:latin typeface="Arial MT"/>
                <a:cs typeface="Arial MT"/>
              </a:endParaRPr>
            </a:p>
            <a:p>
              <a:pPr marL="12327">
                <a:lnSpc>
                  <a:spcPts val="1178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6</a:t>
              </a:r>
              <a:endParaRPr sz="1015">
                <a:latin typeface="Arial MT"/>
                <a:cs typeface="Arial MT"/>
              </a:endParaRPr>
            </a:p>
            <a:p>
              <a:pPr marL="11206">
                <a:spcBef>
                  <a:spcPts val="53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5</a:t>
              </a:r>
              <a:endParaRPr sz="1015">
                <a:latin typeface="Arial MT"/>
                <a:cs typeface="Arial MT"/>
              </a:endParaRPr>
            </a:p>
            <a:p>
              <a:pPr marL="13448">
                <a:lnSpc>
                  <a:spcPts val="1178"/>
                </a:lnSpc>
                <a:spcBef>
                  <a:spcPts val="53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4</a:t>
              </a:r>
              <a:endParaRPr sz="1015">
                <a:latin typeface="Arial MT"/>
                <a:cs typeface="Arial MT"/>
              </a:endParaRPr>
            </a:p>
            <a:p>
              <a:pPr marL="12887">
                <a:lnSpc>
                  <a:spcPts val="1143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3</a:t>
              </a:r>
              <a:endParaRPr sz="1015">
                <a:latin typeface="Arial MT"/>
                <a:cs typeface="Arial MT"/>
              </a:endParaRPr>
            </a:p>
            <a:p>
              <a:pPr marL="12327">
                <a:lnSpc>
                  <a:spcPts val="1178"/>
                </a:lnSpc>
                <a:defRPr/>
              </a:pPr>
              <a:r>
                <a:rPr sz="1015" spc="-44" dirty="0">
                  <a:latin typeface="Arial MT"/>
                  <a:cs typeface="Arial MT"/>
                </a:rPr>
                <a:t>2</a:t>
              </a:r>
              <a:endParaRPr sz="1015">
                <a:latin typeface="Arial MT"/>
                <a:cs typeface="Arial MT"/>
              </a:endParaRPr>
            </a:p>
            <a:p>
              <a:pPr marL="14568">
                <a:spcBef>
                  <a:spcPts val="49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1</a:t>
              </a:r>
              <a:endParaRPr sz="1015">
                <a:latin typeface="Arial MT"/>
                <a:cs typeface="Arial MT"/>
              </a:endParaRPr>
            </a:p>
            <a:p>
              <a:pPr marL="13448">
                <a:lnSpc>
                  <a:spcPts val="1187"/>
                </a:lnSpc>
                <a:spcBef>
                  <a:spcPts val="53"/>
                </a:spcBef>
                <a:defRPr/>
              </a:pPr>
              <a:r>
                <a:rPr sz="1015" spc="-44" dirty="0">
                  <a:latin typeface="Arial MT"/>
                  <a:cs typeface="Arial MT"/>
                </a:rPr>
                <a:t>0</a:t>
              </a:r>
              <a:endParaRPr sz="1015">
                <a:latin typeface="Arial MT"/>
                <a:cs typeface="Arial MT"/>
              </a:endParaRPr>
            </a:p>
            <a:p>
              <a:pPr marL="11206">
                <a:lnSpc>
                  <a:spcPts val="1152"/>
                </a:lnSpc>
                <a:defRPr/>
              </a:pPr>
              <a:r>
                <a:rPr sz="1015" dirty="0">
                  <a:latin typeface="Arial MT"/>
                  <a:cs typeface="Arial MT"/>
                </a:rPr>
                <a:t>-</a:t>
              </a:r>
              <a:r>
                <a:rPr sz="1015" spc="-44" dirty="0">
                  <a:latin typeface="Arial MT"/>
                  <a:cs typeface="Arial MT"/>
                </a:rPr>
                <a:t>1</a:t>
              </a:r>
              <a:endParaRPr sz="1015">
                <a:latin typeface="Arial MT"/>
                <a:cs typeface="Arial MT"/>
              </a:endParaRPr>
            </a:p>
            <a:p>
              <a:pPr marL="14008">
                <a:lnSpc>
                  <a:spcPts val="1178"/>
                </a:lnSpc>
                <a:defRPr/>
              </a:pPr>
              <a:r>
                <a:rPr sz="1015" spc="-9" dirty="0">
                  <a:latin typeface="Arial MT"/>
                  <a:cs typeface="Arial MT"/>
                </a:rPr>
                <a:t>-</a:t>
              </a:r>
              <a:r>
                <a:rPr sz="1015" spc="-44" dirty="0">
                  <a:latin typeface="Arial MT"/>
                  <a:cs typeface="Arial MT"/>
                </a:rPr>
                <a:t>2</a:t>
              </a:r>
              <a:endParaRPr sz="1015">
                <a:latin typeface="Arial MT"/>
                <a:cs typeface="Arial MT"/>
              </a:endParaRPr>
            </a:p>
            <a:p>
              <a:pPr marL="12887">
                <a:spcBef>
                  <a:spcPts val="49"/>
                </a:spcBef>
                <a:defRPr/>
              </a:pPr>
              <a:r>
                <a:rPr sz="1015" spc="-9" dirty="0">
                  <a:latin typeface="Arial MT"/>
                  <a:cs typeface="Arial MT"/>
                </a:rPr>
                <a:t>-</a:t>
              </a:r>
              <a:r>
                <a:rPr sz="1015" spc="-44" dirty="0">
                  <a:latin typeface="Arial MT"/>
                  <a:cs typeface="Arial MT"/>
                </a:rPr>
                <a:t>3</a:t>
              </a:r>
              <a:endParaRPr sz="1015">
                <a:latin typeface="Arial MT"/>
                <a:cs typeface="Arial MT"/>
              </a:endParaRPr>
            </a:p>
          </p:txBody>
        </p:sp>
        <p:sp>
          <p:nvSpPr>
            <p:cNvPr id="311" name="object 311">
              <a:extLst>
                <a:ext uri="{FF2B5EF4-FFF2-40B4-BE49-F238E27FC236}">
                  <a16:creationId xmlns:a16="http://schemas.microsoft.com/office/drawing/2014/main" id="{20F98081-C5B9-4FF5-873D-3302727B1CF1}"/>
                </a:ext>
              </a:extLst>
            </p:cNvPr>
            <p:cNvSpPr txBox="1"/>
            <p:nvPr/>
          </p:nvSpPr>
          <p:spPr>
            <a:xfrm>
              <a:off x="8098050" y="5687560"/>
              <a:ext cx="161556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Th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12" name="object 312">
              <a:extLst>
                <a:ext uri="{FF2B5EF4-FFF2-40B4-BE49-F238E27FC236}">
                  <a16:creationId xmlns:a16="http://schemas.microsoft.com/office/drawing/2014/main" id="{F8FE9BEA-9C27-4FA8-803D-3A93D4B7783E}"/>
                </a:ext>
              </a:extLst>
            </p:cNvPr>
            <p:cNvSpPr txBox="1"/>
            <p:nvPr/>
          </p:nvSpPr>
          <p:spPr>
            <a:xfrm>
              <a:off x="8352578" y="5800824"/>
              <a:ext cx="105164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U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13" name="object 313">
              <a:extLst>
                <a:ext uri="{FF2B5EF4-FFF2-40B4-BE49-F238E27FC236}">
                  <a16:creationId xmlns:a16="http://schemas.microsoft.com/office/drawing/2014/main" id="{565C1B80-90C7-49ED-9E9A-5C725264D410}"/>
                </a:ext>
              </a:extLst>
            </p:cNvPr>
            <p:cNvSpPr txBox="1"/>
            <p:nvPr/>
          </p:nvSpPr>
          <p:spPr>
            <a:xfrm>
              <a:off x="7665201" y="5658866"/>
              <a:ext cx="163081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Pb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14" name="object 314">
              <a:extLst>
                <a:ext uri="{FF2B5EF4-FFF2-40B4-BE49-F238E27FC236}">
                  <a16:creationId xmlns:a16="http://schemas.microsoft.com/office/drawing/2014/main" id="{38089242-E483-49B4-B04D-628C0ADC6CF3}"/>
                </a:ext>
              </a:extLst>
            </p:cNvPr>
            <p:cNvSpPr txBox="1"/>
            <p:nvPr/>
          </p:nvSpPr>
          <p:spPr>
            <a:xfrm>
              <a:off x="3899111" y="5971475"/>
              <a:ext cx="164605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Se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15" name="object 315">
              <a:extLst>
                <a:ext uri="{FF2B5EF4-FFF2-40B4-BE49-F238E27FC236}">
                  <a16:creationId xmlns:a16="http://schemas.microsoft.com/office/drawing/2014/main" id="{75F9CA3D-CDDE-48F7-B2A1-3110DF970B52}"/>
                </a:ext>
              </a:extLst>
            </p:cNvPr>
            <p:cNvSpPr txBox="1"/>
            <p:nvPr/>
          </p:nvSpPr>
          <p:spPr>
            <a:xfrm>
              <a:off x="1900994" y="5057813"/>
              <a:ext cx="106688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C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16" name="object 316">
              <a:extLst>
                <a:ext uri="{FF2B5EF4-FFF2-40B4-BE49-F238E27FC236}">
                  <a16:creationId xmlns:a16="http://schemas.microsoft.com/office/drawing/2014/main" id="{28E4E836-9CBB-483B-9659-0A80A42DFCE4}"/>
                </a:ext>
              </a:extLst>
            </p:cNvPr>
            <p:cNvSpPr txBox="1"/>
            <p:nvPr/>
          </p:nvSpPr>
          <p:spPr>
            <a:xfrm>
              <a:off x="2181432" y="4607778"/>
              <a:ext cx="111261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O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17" name="object 317">
              <a:extLst>
                <a:ext uri="{FF2B5EF4-FFF2-40B4-BE49-F238E27FC236}">
                  <a16:creationId xmlns:a16="http://schemas.microsoft.com/office/drawing/2014/main" id="{2B92E1ED-64C2-4CD9-9DD3-677384CD3B63}"/>
                </a:ext>
              </a:extLst>
            </p:cNvPr>
            <p:cNvSpPr txBox="1"/>
            <p:nvPr/>
          </p:nvSpPr>
          <p:spPr>
            <a:xfrm>
              <a:off x="2547219" y="4615329"/>
              <a:ext cx="126502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Si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18" name="object 318">
              <a:extLst>
                <a:ext uri="{FF2B5EF4-FFF2-40B4-BE49-F238E27FC236}">
                  <a16:creationId xmlns:a16="http://schemas.microsoft.com/office/drawing/2014/main" id="{E7645EB9-5B07-4C47-AAE2-9496A1F4E4C2}"/>
                </a:ext>
              </a:extLst>
            </p:cNvPr>
            <p:cNvSpPr txBox="1"/>
            <p:nvPr/>
          </p:nvSpPr>
          <p:spPr>
            <a:xfrm>
              <a:off x="2977020" y="4770878"/>
              <a:ext cx="166129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Ca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19" name="object 319">
              <a:extLst>
                <a:ext uri="{FF2B5EF4-FFF2-40B4-BE49-F238E27FC236}">
                  <a16:creationId xmlns:a16="http://schemas.microsoft.com/office/drawing/2014/main" id="{4BE61042-0076-4FBB-93C0-3152D4D42D29}"/>
                </a:ext>
              </a:extLst>
            </p:cNvPr>
            <p:cNvSpPr txBox="1"/>
            <p:nvPr/>
          </p:nvSpPr>
          <p:spPr>
            <a:xfrm>
              <a:off x="3385483" y="4767857"/>
              <a:ext cx="153936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Fe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0" name="object 320">
              <a:extLst>
                <a:ext uri="{FF2B5EF4-FFF2-40B4-BE49-F238E27FC236}">
                  <a16:creationId xmlns:a16="http://schemas.microsoft.com/office/drawing/2014/main" id="{152A588E-D37C-4661-A6F8-FBC21DEFC91C}"/>
                </a:ext>
              </a:extLst>
            </p:cNvPr>
            <p:cNvSpPr txBox="1"/>
            <p:nvPr/>
          </p:nvSpPr>
          <p:spPr>
            <a:xfrm>
              <a:off x="3141625" y="4936998"/>
              <a:ext cx="117357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Ti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1" name="object 321">
              <a:extLst>
                <a:ext uri="{FF2B5EF4-FFF2-40B4-BE49-F238E27FC236}">
                  <a16:creationId xmlns:a16="http://schemas.microsoft.com/office/drawing/2014/main" id="{3F19C35B-ABBE-440A-B113-22E12CA46136}"/>
                </a:ext>
              </a:extLst>
            </p:cNvPr>
            <p:cNvSpPr txBox="1"/>
            <p:nvPr/>
          </p:nvSpPr>
          <p:spPr>
            <a:xfrm>
              <a:off x="3772609" y="5281320"/>
              <a:ext cx="155460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Zn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2" name="object 322">
              <a:extLst>
                <a:ext uri="{FF2B5EF4-FFF2-40B4-BE49-F238E27FC236}">
                  <a16:creationId xmlns:a16="http://schemas.microsoft.com/office/drawing/2014/main" id="{5DE2A1F4-D210-4A55-8E9B-77F1E79FD8FB}"/>
                </a:ext>
              </a:extLst>
            </p:cNvPr>
            <p:cNvSpPr txBox="1"/>
            <p:nvPr/>
          </p:nvSpPr>
          <p:spPr>
            <a:xfrm>
              <a:off x="5179368" y="5545603"/>
              <a:ext cx="163080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Sn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3" name="object 323">
              <a:extLst>
                <a:ext uri="{FF2B5EF4-FFF2-40B4-BE49-F238E27FC236}">
                  <a16:creationId xmlns:a16="http://schemas.microsoft.com/office/drawing/2014/main" id="{324BAD99-7985-4B42-BA03-6E4B922B4038}"/>
                </a:ext>
              </a:extLst>
            </p:cNvPr>
            <p:cNvSpPr txBox="1"/>
            <p:nvPr/>
          </p:nvSpPr>
          <p:spPr>
            <a:xfrm>
              <a:off x="5513149" y="5251117"/>
              <a:ext cx="160033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Ba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4" name="object 324">
              <a:extLst>
                <a:ext uri="{FF2B5EF4-FFF2-40B4-BE49-F238E27FC236}">
                  <a16:creationId xmlns:a16="http://schemas.microsoft.com/office/drawing/2014/main" id="{8C323F99-DD11-4B3C-BCF7-137CCA235F1F}"/>
                </a:ext>
              </a:extLst>
            </p:cNvPr>
            <p:cNvSpPr txBox="1"/>
            <p:nvPr/>
          </p:nvSpPr>
          <p:spPr>
            <a:xfrm>
              <a:off x="5933805" y="5391564"/>
              <a:ext cx="167653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Nd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5" name="object 325">
              <a:extLst>
                <a:ext uri="{FF2B5EF4-FFF2-40B4-BE49-F238E27FC236}">
                  <a16:creationId xmlns:a16="http://schemas.microsoft.com/office/drawing/2014/main" id="{CA12FB40-8915-4D7D-A462-E99A5094834D}"/>
                </a:ext>
              </a:extLst>
            </p:cNvPr>
            <p:cNvSpPr txBox="1"/>
            <p:nvPr/>
          </p:nvSpPr>
          <p:spPr>
            <a:xfrm>
              <a:off x="1679998" y="4864509"/>
              <a:ext cx="105164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H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6" name="object 326">
              <a:extLst>
                <a:ext uri="{FF2B5EF4-FFF2-40B4-BE49-F238E27FC236}">
                  <a16:creationId xmlns:a16="http://schemas.microsoft.com/office/drawing/2014/main" id="{5A29899E-774B-4FEB-A052-B655FA1C7623}"/>
                </a:ext>
              </a:extLst>
            </p:cNvPr>
            <p:cNvSpPr txBox="1"/>
            <p:nvPr/>
          </p:nvSpPr>
          <p:spPr>
            <a:xfrm>
              <a:off x="1789734" y="5565235"/>
              <a:ext cx="163080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Be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7" name="object 327">
              <a:extLst>
                <a:ext uri="{FF2B5EF4-FFF2-40B4-BE49-F238E27FC236}">
                  <a16:creationId xmlns:a16="http://schemas.microsoft.com/office/drawing/2014/main" id="{3E132DD6-D88A-41C6-82D4-51825007B508}"/>
                </a:ext>
              </a:extLst>
            </p:cNvPr>
            <p:cNvSpPr txBox="1"/>
            <p:nvPr/>
          </p:nvSpPr>
          <p:spPr>
            <a:xfrm>
              <a:off x="2640191" y="5260178"/>
              <a:ext cx="99067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S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8" name="object 328">
              <a:extLst>
                <a:ext uri="{FF2B5EF4-FFF2-40B4-BE49-F238E27FC236}">
                  <a16:creationId xmlns:a16="http://schemas.microsoft.com/office/drawing/2014/main" id="{07002307-D7F6-482F-9E8B-8EEF66088968}"/>
                </a:ext>
              </a:extLst>
            </p:cNvPr>
            <p:cNvSpPr txBox="1"/>
            <p:nvPr/>
          </p:nvSpPr>
          <p:spPr>
            <a:xfrm>
              <a:off x="4476750" y="5714744"/>
              <a:ext cx="181370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Mo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29" name="object 329">
              <a:extLst>
                <a:ext uri="{FF2B5EF4-FFF2-40B4-BE49-F238E27FC236}">
                  <a16:creationId xmlns:a16="http://schemas.microsoft.com/office/drawing/2014/main" id="{EF134726-ED7C-4751-992D-C8510AB63751}"/>
                </a:ext>
              </a:extLst>
            </p:cNvPr>
            <p:cNvSpPr txBox="1"/>
            <p:nvPr/>
          </p:nvSpPr>
          <p:spPr>
            <a:xfrm>
              <a:off x="7197298" y="6145146"/>
              <a:ext cx="455710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tabLst>
                  <a:tab pos="266154" algn="l"/>
                </a:tabLst>
                <a:defRPr/>
              </a:pPr>
              <a:r>
                <a:rPr sz="750" spc="-22" dirty="0">
                  <a:latin typeface="Arial MT"/>
                  <a:cs typeface="Arial MT"/>
                </a:rPr>
                <a:t>Au</a:t>
              </a:r>
              <a:r>
                <a:rPr sz="750" dirty="0">
                  <a:latin typeface="Arial MT"/>
                  <a:cs typeface="Arial MT"/>
                </a:rPr>
                <a:t>	</a:t>
              </a:r>
              <a:r>
                <a:rPr sz="1125" spc="-33" baseline="3267" dirty="0">
                  <a:latin typeface="Arial MT"/>
                  <a:cs typeface="Arial MT"/>
                </a:rPr>
                <a:t>Hg</a:t>
              </a:r>
              <a:endParaRPr sz="1125" baseline="3267">
                <a:latin typeface="Arial MT"/>
                <a:cs typeface="Arial MT"/>
              </a:endParaRPr>
            </a:p>
          </p:txBody>
        </p:sp>
        <p:grpSp>
          <p:nvGrpSpPr>
            <p:cNvPr id="25629" name="object 330">
              <a:extLst>
                <a:ext uri="{FF2B5EF4-FFF2-40B4-BE49-F238E27FC236}">
                  <a16:creationId xmlns:a16="http://schemas.microsoft.com/office/drawing/2014/main" id="{E5866B8B-B16B-40B3-934C-1ED09EBF42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6823" y="3950804"/>
              <a:ext cx="4875530" cy="1521460"/>
              <a:chOff x="3336823" y="3950804"/>
              <a:chExt cx="4875530" cy="1521460"/>
            </a:xfrm>
          </p:grpSpPr>
          <p:pic>
            <p:nvPicPr>
              <p:cNvPr id="25695" name="object 331">
                <a:extLst>
                  <a:ext uri="{FF2B5EF4-FFF2-40B4-BE49-F238E27FC236}">
                    <a16:creationId xmlns:a16="http://schemas.microsoft.com/office/drawing/2014/main" id="{2CCF80A6-C88C-4D8F-9E1D-274D9B6C81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28517" y="4278185"/>
                <a:ext cx="4597" cy="1127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96" name="object 332">
                <a:extLst>
                  <a:ext uri="{FF2B5EF4-FFF2-40B4-BE49-F238E27FC236}">
                    <a16:creationId xmlns:a16="http://schemas.microsoft.com/office/drawing/2014/main" id="{FAC40060-DE4A-4DC3-8577-937B12ADAC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36823" y="4366577"/>
                <a:ext cx="9016" cy="1012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697" name="object 333">
                <a:extLst>
                  <a:ext uri="{FF2B5EF4-FFF2-40B4-BE49-F238E27FC236}">
                    <a16:creationId xmlns:a16="http://schemas.microsoft.com/office/drawing/2014/main" id="{80242902-93E2-4C68-975F-EC836D2A59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2223" y="4454969"/>
                <a:ext cx="4597" cy="1016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98" name="object 334">
                <a:extLst>
                  <a:ext uri="{FF2B5EF4-FFF2-40B4-BE49-F238E27FC236}">
                    <a16:creationId xmlns:a16="http://schemas.microsoft.com/office/drawing/2014/main" id="{DE43051F-7964-493B-AAE9-B22EBF0C1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9833" y="3953344"/>
                <a:ext cx="40005" cy="35560"/>
              </a:xfrm>
              <a:custGeom>
                <a:avLst/>
                <a:gdLst>
                  <a:gd name="T0" fmla="*/ 39776 w 40004"/>
                  <a:gd name="T1" fmla="*/ 0 h 35560"/>
                  <a:gd name="T2" fmla="*/ 39776 w 40004"/>
                  <a:gd name="T3" fmla="*/ 35356 h 35560"/>
                  <a:gd name="T4" fmla="*/ 0 w 40004"/>
                  <a:gd name="T5" fmla="*/ 35356 h 35560"/>
                  <a:gd name="T6" fmla="*/ 0 w 40004"/>
                  <a:gd name="T7" fmla="*/ 0 h 35560"/>
                  <a:gd name="T8" fmla="*/ 39776 w 40004"/>
                  <a:gd name="T9" fmla="*/ 0 h 35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004" h="35560">
                    <a:moveTo>
                      <a:pt x="39776" y="0"/>
                    </a:moveTo>
                    <a:lnTo>
                      <a:pt x="39776" y="35356"/>
                    </a:lnTo>
                    <a:lnTo>
                      <a:pt x="0" y="35356"/>
                    </a:lnTo>
                    <a:lnTo>
                      <a:pt x="0" y="0"/>
                    </a:lnTo>
                    <a:lnTo>
                      <a:pt x="39776" y="0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699" name="object 335">
                <a:extLst>
                  <a:ext uri="{FF2B5EF4-FFF2-40B4-BE49-F238E27FC236}">
                    <a16:creationId xmlns:a16="http://schemas.microsoft.com/office/drawing/2014/main" id="{20E595FE-4580-4D9C-A6A4-12D18C792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7039" y="4671822"/>
                <a:ext cx="40005" cy="44450"/>
              </a:xfrm>
              <a:custGeom>
                <a:avLst/>
                <a:gdLst>
                  <a:gd name="T0" fmla="*/ 39776 w 40004"/>
                  <a:gd name="T1" fmla="*/ 22098 h 44450"/>
                  <a:gd name="T2" fmla="*/ 38211 w 40004"/>
                  <a:gd name="T3" fmla="*/ 13501 h 44450"/>
                  <a:gd name="T4" fmla="*/ 33947 w 40004"/>
                  <a:gd name="T5" fmla="*/ 6476 h 44450"/>
                  <a:gd name="T6" fmla="*/ 27624 w 40004"/>
                  <a:gd name="T7" fmla="*/ 1738 h 44450"/>
                  <a:gd name="T8" fmla="*/ 19888 w 40004"/>
                  <a:gd name="T9" fmla="*/ 0 h 44450"/>
                  <a:gd name="T10" fmla="*/ 12151 w 40004"/>
                  <a:gd name="T11" fmla="*/ 1738 h 44450"/>
                  <a:gd name="T12" fmla="*/ 5829 w 40004"/>
                  <a:gd name="T13" fmla="*/ 6476 h 44450"/>
                  <a:gd name="T14" fmla="*/ 1564 w 40004"/>
                  <a:gd name="T15" fmla="*/ 13501 h 44450"/>
                  <a:gd name="T16" fmla="*/ 0 w 40004"/>
                  <a:gd name="T17" fmla="*/ 22098 h 44450"/>
                  <a:gd name="T18" fmla="*/ 1564 w 40004"/>
                  <a:gd name="T19" fmla="*/ 30694 h 44450"/>
                  <a:gd name="T20" fmla="*/ 5829 w 40004"/>
                  <a:gd name="T21" fmla="*/ 37718 h 44450"/>
                  <a:gd name="T22" fmla="*/ 12151 w 40004"/>
                  <a:gd name="T23" fmla="*/ 42457 h 44450"/>
                  <a:gd name="T24" fmla="*/ 19888 w 40004"/>
                  <a:gd name="T25" fmla="*/ 44195 h 44450"/>
                  <a:gd name="T26" fmla="*/ 27624 w 40004"/>
                  <a:gd name="T27" fmla="*/ 42457 h 44450"/>
                  <a:gd name="T28" fmla="*/ 33947 w 40004"/>
                  <a:gd name="T29" fmla="*/ 37718 h 44450"/>
                  <a:gd name="T30" fmla="*/ 38211 w 40004"/>
                  <a:gd name="T31" fmla="*/ 30694 h 44450"/>
                  <a:gd name="T32" fmla="*/ 39776 w 40004"/>
                  <a:gd name="T33" fmla="*/ 22098 h 444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0004" h="44450">
                    <a:moveTo>
                      <a:pt x="39776" y="22098"/>
                    </a:moveTo>
                    <a:lnTo>
                      <a:pt x="38211" y="13501"/>
                    </a:lnTo>
                    <a:lnTo>
                      <a:pt x="33947" y="6476"/>
                    </a:lnTo>
                    <a:lnTo>
                      <a:pt x="27624" y="1738"/>
                    </a:lnTo>
                    <a:lnTo>
                      <a:pt x="19888" y="0"/>
                    </a:lnTo>
                    <a:lnTo>
                      <a:pt x="12151" y="1738"/>
                    </a:lnTo>
                    <a:lnTo>
                      <a:pt x="5829" y="6476"/>
                    </a:lnTo>
                    <a:lnTo>
                      <a:pt x="1564" y="13501"/>
                    </a:lnTo>
                    <a:lnTo>
                      <a:pt x="0" y="22098"/>
                    </a:lnTo>
                    <a:lnTo>
                      <a:pt x="1564" y="30694"/>
                    </a:lnTo>
                    <a:lnTo>
                      <a:pt x="5829" y="37718"/>
                    </a:lnTo>
                    <a:lnTo>
                      <a:pt x="12151" y="42457"/>
                    </a:lnTo>
                    <a:lnTo>
                      <a:pt x="19888" y="44195"/>
                    </a:lnTo>
                    <a:lnTo>
                      <a:pt x="27624" y="42457"/>
                    </a:lnTo>
                    <a:lnTo>
                      <a:pt x="33947" y="37718"/>
                    </a:lnTo>
                    <a:lnTo>
                      <a:pt x="38211" y="30694"/>
                    </a:lnTo>
                    <a:lnTo>
                      <a:pt x="39776" y="2209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00" name="object 336">
                <a:extLst>
                  <a:ext uri="{FF2B5EF4-FFF2-40B4-BE49-F238E27FC236}">
                    <a16:creationId xmlns:a16="http://schemas.microsoft.com/office/drawing/2014/main" id="{FA6ABB38-86F7-45BF-A8D8-3B8603B00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0011" y="4673269"/>
                <a:ext cx="35560" cy="40005"/>
              </a:xfrm>
              <a:custGeom>
                <a:avLst/>
                <a:gdLst>
                  <a:gd name="T0" fmla="*/ 17678 w 35559"/>
                  <a:gd name="T1" fmla="*/ 39776 h 40004"/>
                  <a:gd name="T2" fmla="*/ 10801 w 35559"/>
                  <a:gd name="T3" fmla="*/ 38211 h 40004"/>
                  <a:gd name="T4" fmla="*/ 5181 w 35559"/>
                  <a:gd name="T5" fmla="*/ 33947 h 40004"/>
                  <a:gd name="T6" fmla="*/ 1390 w 35559"/>
                  <a:gd name="T7" fmla="*/ 27624 h 40004"/>
                  <a:gd name="T8" fmla="*/ 0 w 35559"/>
                  <a:gd name="T9" fmla="*/ 19888 h 40004"/>
                  <a:gd name="T10" fmla="*/ 1390 w 35559"/>
                  <a:gd name="T11" fmla="*/ 12151 h 40004"/>
                  <a:gd name="T12" fmla="*/ 5181 w 35559"/>
                  <a:gd name="T13" fmla="*/ 5829 h 40004"/>
                  <a:gd name="T14" fmla="*/ 10801 w 35559"/>
                  <a:gd name="T15" fmla="*/ 1564 h 40004"/>
                  <a:gd name="T16" fmla="*/ 17678 w 35559"/>
                  <a:gd name="T17" fmla="*/ 0 h 40004"/>
                  <a:gd name="T18" fmla="*/ 24555 w 35559"/>
                  <a:gd name="T19" fmla="*/ 1564 h 40004"/>
                  <a:gd name="T20" fmla="*/ 30175 w 35559"/>
                  <a:gd name="T21" fmla="*/ 5829 h 40004"/>
                  <a:gd name="T22" fmla="*/ 33966 w 35559"/>
                  <a:gd name="T23" fmla="*/ 12151 h 40004"/>
                  <a:gd name="T24" fmla="*/ 35356 w 35559"/>
                  <a:gd name="T25" fmla="*/ 19888 h 40004"/>
                  <a:gd name="T26" fmla="*/ 33966 w 35559"/>
                  <a:gd name="T27" fmla="*/ 27624 h 40004"/>
                  <a:gd name="T28" fmla="*/ 30175 w 35559"/>
                  <a:gd name="T29" fmla="*/ 33947 h 40004"/>
                  <a:gd name="T30" fmla="*/ 24555 w 35559"/>
                  <a:gd name="T31" fmla="*/ 38211 h 40004"/>
                  <a:gd name="T32" fmla="*/ 17678 w 35559"/>
                  <a:gd name="T33" fmla="*/ 39776 h 400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559" h="40004">
                    <a:moveTo>
                      <a:pt x="17678" y="39776"/>
                    </a:moveTo>
                    <a:lnTo>
                      <a:pt x="10801" y="38211"/>
                    </a:lnTo>
                    <a:lnTo>
                      <a:pt x="5181" y="33947"/>
                    </a:lnTo>
                    <a:lnTo>
                      <a:pt x="1390" y="27624"/>
                    </a:lnTo>
                    <a:lnTo>
                      <a:pt x="0" y="19888"/>
                    </a:lnTo>
                    <a:lnTo>
                      <a:pt x="1390" y="12151"/>
                    </a:lnTo>
                    <a:lnTo>
                      <a:pt x="5181" y="5829"/>
                    </a:lnTo>
                    <a:lnTo>
                      <a:pt x="10801" y="1564"/>
                    </a:lnTo>
                    <a:lnTo>
                      <a:pt x="17678" y="0"/>
                    </a:lnTo>
                    <a:lnTo>
                      <a:pt x="24555" y="1564"/>
                    </a:lnTo>
                    <a:lnTo>
                      <a:pt x="30175" y="5829"/>
                    </a:lnTo>
                    <a:lnTo>
                      <a:pt x="33966" y="12151"/>
                    </a:lnTo>
                    <a:lnTo>
                      <a:pt x="35356" y="19888"/>
                    </a:lnTo>
                    <a:lnTo>
                      <a:pt x="33966" y="27624"/>
                    </a:lnTo>
                    <a:lnTo>
                      <a:pt x="30175" y="33947"/>
                    </a:lnTo>
                    <a:lnTo>
                      <a:pt x="24555" y="38211"/>
                    </a:lnTo>
                    <a:lnTo>
                      <a:pt x="17678" y="39776"/>
                    </a:lnTo>
                    <a:close/>
                  </a:path>
                </a:pathLst>
              </a:custGeom>
              <a:noFill/>
              <a:ln w="4597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pic>
            <p:nvPicPr>
              <p:cNvPr id="25701" name="object 337">
                <a:extLst>
                  <a:ext uri="{FF2B5EF4-FFF2-40B4-BE49-F238E27FC236}">
                    <a16:creationId xmlns:a16="http://schemas.microsoft.com/office/drawing/2014/main" id="{43D217FA-53FE-4790-8B56-E7412EE45D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80704" y="4013009"/>
                <a:ext cx="4597" cy="645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02" name="object 338">
                <a:extLst>
                  <a:ext uri="{FF2B5EF4-FFF2-40B4-BE49-F238E27FC236}">
                    <a16:creationId xmlns:a16="http://schemas.microsoft.com/office/drawing/2014/main" id="{22EA25DC-75C3-41EF-A9D6-8D618003F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1553" y="4021848"/>
                <a:ext cx="93345" cy="309880"/>
              </a:xfrm>
              <a:custGeom>
                <a:avLst/>
                <a:gdLst>
                  <a:gd name="T0" fmla="*/ 92811 w 93345"/>
                  <a:gd name="T1" fmla="*/ 0 h 309879"/>
                  <a:gd name="T2" fmla="*/ 73821 w 93345"/>
                  <a:gd name="T3" fmla="*/ 17264 h 309879"/>
                  <a:gd name="T4" fmla="*/ 56902 w 93345"/>
                  <a:gd name="T5" fmla="*/ 32042 h 309879"/>
                  <a:gd name="T6" fmla="*/ 42469 w 93345"/>
                  <a:gd name="T7" fmla="*/ 48477 h 309879"/>
                  <a:gd name="T8" fmla="*/ 30937 w 93345"/>
                  <a:gd name="T9" fmla="*/ 70713 h 309879"/>
                  <a:gd name="T10" fmla="*/ 19542 w 93345"/>
                  <a:gd name="T11" fmla="*/ 111871 h 309879"/>
                  <a:gd name="T12" fmla="*/ 19335 w 93345"/>
                  <a:gd name="T13" fmla="*/ 151371 h 309879"/>
                  <a:gd name="T14" fmla="*/ 21614 w 93345"/>
                  <a:gd name="T15" fmla="*/ 192528 h 309879"/>
                  <a:gd name="T16" fmla="*/ 17678 w 93345"/>
                  <a:gd name="T17" fmla="*/ 238658 h 309879"/>
                  <a:gd name="T18" fmla="*/ 13673 w 93345"/>
                  <a:gd name="T19" fmla="*/ 257165 h 309879"/>
                  <a:gd name="T20" fmla="*/ 8839 w 93345"/>
                  <a:gd name="T21" fmla="*/ 274015 h 309879"/>
                  <a:gd name="T22" fmla="*/ 4005 w 93345"/>
                  <a:gd name="T23" fmla="*/ 290864 h 309879"/>
                  <a:gd name="T24" fmla="*/ 0 w 93345"/>
                  <a:gd name="T25" fmla="*/ 309372 h 3098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345" h="309879">
                    <a:moveTo>
                      <a:pt x="92811" y="0"/>
                    </a:moveTo>
                    <a:lnTo>
                      <a:pt x="73821" y="17264"/>
                    </a:lnTo>
                    <a:lnTo>
                      <a:pt x="56902" y="32042"/>
                    </a:lnTo>
                    <a:lnTo>
                      <a:pt x="42469" y="48477"/>
                    </a:lnTo>
                    <a:lnTo>
                      <a:pt x="30937" y="70713"/>
                    </a:lnTo>
                    <a:lnTo>
                      <a:pt x="19542" y="111871"/>
                    </a:lnTo>
                    <a:lnTo>
                      <a:pt x="19335" y="151371"/>
                    </a:lnTo>
                    <a:lnTo>
                      <a:pt x="21614" y="192528"/>
                    </a:lnTo>
                    <a:lnTo>
                      <a:pt x="17678" y="238658"/>
                    </a:lnTo>
                    <a:lnTo>
                      <a:pt x="13673" y="257165"/>
                    </a:lnTo>
                    <a:lnTo>
                      <a:pt x="8839" y="274015"/>
                    </a:lnTo>
                    <a:lnTo>
                      <a:pt x="4005" y="290864"/>
                    </a:lnTo>
                    <a:lnTo>
                      <a:pt x="0" y="30937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  <p:sp>
            <p:nvSpPr>
              <p:cNvPr id="25703" name="object 339">
                <a:extLst>
                  <a:ext uri="{FF2B5EF4-FFF2-40B4-BE49-F238E27FC236}">
                    <a16:creationId xmlns:a16="http://schemas.microsoft.com/office/drawing/2014/main" id="{DDEE919C-CA5E-442B-9A4C-A8B0DA054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7134" y="4335640"/>
                <a:ext cx="93345" cy="309880"/>
              </a:xfrm>
              <a:custGeom>
                <a:avLst/>
                <a:gdLst>
                  <a:gd name="T0" fmla="*/ 92811 w 93345"/>
                  <a:gd name="T1" fmla="*/ 309372 h 309879"/>
                  <a:gd name="T2" fmla="*/ 73821 w 93345"/>
                  <a:gd name="T3" fmla="*/ 292107 h 309879"/>
                  <a:gd name="T4" fmla="*/ 56902 w 93345"/>
                  <a:gd name="T5" fmla="*/ 277329 h 309879"/>
                  <a:gd name="T6" fmla="*/ 42469 w 93345"/>
                  <a:gd name="T7" fmla="*/ 260894 h 309879"/>
                  <a:gd name="T8" fmla="*/ 30937 w 93345"/>
                  <a:gd name="T9" fmla="*/ 238658 h 309879"/>
                  <a:gd name="T10" fmla="*/ 18921 w 93345"/>
                  <a:gd name="T11" fmla="*/ 197500 h 309879"/>
                  <a:gd name="T12" fmla="*/ 17678 w 93345"/>
                  <a:gd name="T13" fmla="*/ 158000 h 309879"/>
                  <a:gd name="T14" fmla="*/ 19750 w 93345"/>
                  <a:gd name="T15" fmla="*/ 116843 h 309879"/>
                  <a:gd name="T16" fmla="*/ 17678 w 93345"/>
                  <a:gd name="T17" fmla="*/ 70713 h 309879"/>
                  <a:gd name="T18" fmla="*/ 13673 w 93345"/>
                  <a:gd name="T19" fmla="*/ 52206 h 309879"/>
                  <a:gd name="T20" fmla="*/ 8839 w 93345"/>
                  <a:gd name="T21" fmla="*/ 35356 h 309879"/>
                  <a:gd name="T22" fmla="*/ 4005 w 93345"/>
                  <a:gd name="T23" fmla="*/ 18507 h 309879"/>
                  <a:gd name="T24" fmla="*/ 0 w 93345"/>
                  <a:gd name="T25" fmla="*/ 0 h 3098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3345" h="309879">
                    <a:moveTo>
                      <a:pt x="92811" y="309372"/>
                    </a:moveTo>
                    <a:lnTo>
                      <a:pt x="73821" y="292107"/>
                    </a:lnTo>
                    <a:lnTo>
                      <a:pt x="56902" y="277329"/>
                    </a:lnTo>
                    <a:lnTo>
                      <a:pt x="42469" y="260894"/>
                    </a:lnTo>
                    <a:lnTo>
                      <a:pt x="30937" y="238658"/>
                    </a:lnTo>
                    <a:lnTo>
                      <a:pt x="18921" y="197500"/>
                    </a:lnTo>
                    <a:lnTo>
                      <a:pt x="17678" y="158000"/>
                    </a:lnTo>
                    <a:lnTo>
                      <a:pt x="19750" y="116843"/>
                    </a:lnTo>
                    <a:lnTo>
                      <a:pt x="17678" y="70713"/>
                    </a:lnTo>
                    <a:lnTo>
                      <a:pt x="13673" y="52206"/>
                    </a:lnTo>
                    <a:lnTo>
                      <a:pt x="8839" y="35356"/>
                    </a:lnTo>
                    <a:lnTo>
                      <a:pt x="4005" y="18507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N"/>
              </a:p>
            </p:txBody>
          </p:sp>
        </p:grpSp>
        <p:sp>
          <p:nvSpPr>
            <p:cNvPr id="340" name="object 340">
              <a:extLst>
                <a:ext uri="{FF2B5EF4-FFF2-40B4-BE49-F238E27FC236}">
                  <a16:creationId xmlns:a16="http://schemas.microsoft.com/office/drawing/2014/main" id="{ADD29655-97BE-4F88-9C14-537D83D60277}"/>
                </a:ext>
              </a:extLst>
            </p:cNvPr>
            <p:cNvSpPr txBox="1"/>
            <p:nvPr/>
          </p:nvSpPr>
          <p:spPr>
            <a:xfrm>
              <a:off x="6982397" y="5858211"/>
              <a:ext cx="129550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W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41" name="object 341">
              <a:extLst>
                <a:ext uri="{FF2B5EF4-FFF2-40B4-BE49-F238E27FC236}">
                  <a16:creationId xmlns:a16="http://schemas.microsoft.com/office/drawing/2014/main" id="{1716DEBD-FF58-45EB-9458-4381F9D18E31}"/>
                </a:ext>
              </a:extLst>
            </p:cNvPr>
            <p:cNvSpPr txBox="1"/>
            <p:nvPr/>
          </p:nvSpPr>
          <p:spPr>
            <a:xfrm>
              <a:off x="6166996" y="6042453"/>
              <a:ext cx="865698" cy="209916"/>
            </a:xfrm>
            <a:prstGeom prst="rect">
              <a:avLst/>
            </a:prstGeom>
          </p:spPr>
          <p:txBody>
            <a:bodyPr lIns="0" tIns="15128" rIns="0" bIns="0">
              <a:spAutoFit/>
            </a:bodyPr>
            <a:lstStyle/>
            <a:p>
              <a:pPr marL="11206">
                <a:spcBef>
                  <a:spcPts val="119"/>
                </a:spcBef>
                <a:defRPr/>
              </a:pPr>
              <a:r>
                <a:rPr sz="1103" i="1" spc="-9" dirty="0">
                  <a:latin typeface="Arial"/>
                  <a:cs typeface="Arial"/>
                </a:rPr>
                <a:t>Abundance</a:t>
              </a:r>
              <a:endParaRPr sz="1103">
                <a:latin typeface="Arial"/>
                <a:cs typeface="Arial"/>
              </a:endParaRPr>
            </a:p>
          </p:txBody>
        </p:sp>
        <p:sp>
          <p:nvSpPr>
            <p:cNvPr id="342" name="object 342">
              <a:extLst>
                <a:ext uri="{FF2B5EF4-FFF2-40B4-BE49-F238E27FC236}">
                  <a16:creationId xmlns:a16="http://schemas.microsoft.com/office/drawing/2014/main" id="{4F3CEE94-6E0E-4ECF-BDEC-97EB08F953FF}"/>
                </a:ext>
              </a:extLst>
            </p:cNvPr>
            <p:cNvSpPr txBox="1"/>
            <p:nvPr/>
          </p:nvSpPr>
          <p:spPr>
            <a:xfrm>
              <a:off x="6208146" y="5894455"/>
              <a:ext cx="548682" cy="209916"/>
            </a:xfrm>
            <a:prstGeom prst="rect">
              <a:avLst/>
            </a:prstGeom>
          </p:spPr>
          <p:txBody>
            <a:bodyPr lIns="0" tIns="15128" rIns="0" bIns="0">
              <a:spAutoFit/>
            </a:bodyPr>
            <a:lstStyle/>
            <a:p>
              <a:pPr marL="11206">
                <a:spcBef>
                  <a:spcPts val="119"/>
                </a:spcBef>
                <a:defRPr/>
              </a:pPr>
              <a:r>
                <a:rPr sz="1103" i="1" spc="-9" dirty="0">
                  <a:latin typeface="Arial"/>
                  <a:cs typeface="Arial"/>
                </a:rPr>
                <a:t>Crustal</a:t>
              </a:r>
              <a:endParaRPr sz="1103">
                <a:latin typeface="Arial"/>
                <a:cs typeface="Arial"/>
              </a:endParaRPr>
            </a:p>
          </p:txBody>
        </p:sp>
        <p:sp>
          <p:nvSpPr>
            <p:cNvPr id="344" name="object 344">
              <a:extLst>
                <a:ext uri="{FF2B5EF4-FFF2-40B4-BE49-F238E27FC236}">
                  <a16:creationId xmlns:a16="http://schemas.microsoft.com/office/drawing/2014/main" id="{E2DE1F7B-D9A7-4F64-969D-1125680ECB32}"/>
                </a:ext>
              </a:extLst>
            </p:cNvPr>
            <p:cNvSpPr txBox="1"/>
            <p:nvPr/>
          </p:nvSpPr>
          <p:spPr>
            <a:xfrm>
              <a:off x="7034217" y="4113948"/>
              <a:ext cx="1025731" cy="475708"/>
            </a:xfrm>
            <a:prstGeom prst="rect">
              <a:avLst/>
            </a:prstGeom>
          </p:spPr>
          <p:txBody>
            <a:bodyPr lIns="0" tIns="31376" rIns="0" bIns="0">
              <a:spAutoFit/>
            </a:bodyPr>
            <a:lstStyle>
              <a:lvl1pPr marL="11113" indent="-127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4000"/>
                </a:lnSpc>
                <a:spcBef>
                  <a:spcPts val="250"/>
                </a:spcBef>
              </a:pPr>
              <a:r>
                <a:rPr lang="en-US" altLang="en-US" sz="700">
                  <a:latin typeface="Arial MT"/>
                  <a:ea typeface="Arial MT"/>
                  <a:cs typeface="Arial MT"/>
                </a:rPr>
                <a:t>Notable crustal depletion of non-gas elements relative to cosmic abundance</a:t>
              </a:r>
            </a:p>
          </p:txBody>
        </p:sp>
        <p:pic>
          <p:nvPicPr>
            <p:cNvPr id="25634" name="object 345">
              <a:extLst>
                <a:ext uri="{FF2B5EF4-FFF2-40B4-BE49-F238E27FC236}">
                  <a16:creationId xmlns:a16="http://schemas.microsoft.com/office/drawing/2014/main" id="{0F770327-36AF-4CC6-A835-D211FD58D2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0210" y="4799698"/>
              <a:ext cx="9016" cy="906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6" name="object 346">
              <a:extLst>
                <a:ext uri="{FF2B5EF4-FFF2-40B4-BE49-F238E27FC236}">
                  <a16:creationId xmlns:a16="http://schemas.microsoft.com/office/drawing/2014/main" id="{F30ECBF6-5A6E-4E74-AEBE-23FC85FB1283}"/>
                </a:ext>
              </a:extLst>
            </p:cNvPr>
            <p:cNvSpPr txBox="1"/>
            <p:nvPr/>
          </p:nvSpPr>
          <p:spPr>
            <a:xfrm>
              <a:off x="3742127" y="5713233"/>
              <a:ext cx="176797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Ge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47" name="object 347">
              <a:extLst>
                <a:ext uri="{FF2B5EF4-FFF2-40B4-BE49-F238E27FC236}">
                  <a16:creationId xmlns:a16="http://schemas.microsoft.com/office/drawing/2014/main" id="{95BB185A-1F26-4669-9752-E24839464AEB}"/>
                </a:ext>
              </a:extLst>
            </p:cNvPr>
            <p:cNvSpPr txBox="1"/>
            <p:nvPr/>
          </p:nvSpPr>
          <p:spPr>
            <a:xfrm>
              <a:off x="1574833" y="5764579"/>
              <a:ext cx="239287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18" dirty="0">
                  <a:latin typeface="Arial MT"/>
                  <a:cs typeface="Arial MT"/>
                </a:rPr>
                <a:t>(He)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48" name="object 348">
              <a:extLst>
                <a:ext uri="{FF2B5EF4-FFF2-40B4-BE49-F238E27FC236}">
                  <a16:creationId xmlns:a16="http://schemas.microsoft.com/office/drawing/2014/main" id="{1A63F9D4-ABDF-4DCE-87CE-A65379AD3584}"/>
                </a:ext>
              </a:extLst>
            </p:cNvPr>
            <p:cNvSpPr txBox="1"/>
            <p:nvPr/>
          </p:nvSpPr>
          <p:spPr>
            <a:xfrm>
              <a:off x="2163142" y="5889925"/>
              <a:ext cx="239287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18" dirty="0">
                  <a:latin typeface="Arial MT"/>
                  <a:cs typeface="Arial MT"/>
                </a:rPr>
                <a:t>(Ne)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49" name="object 349">
              <a:extLst>
                <a:ext uri="{FF2B5EF4-FFF2-40B4-BE49-F238E27FC236}">
                  <a16:creationId xmlns:a16="http://schemas.microsoft.com/office/drawing/2014/main" id="{307F8ED7-8407-45E8-BB7B-B3888E33BE31}"/>
                </a:ext>
              </a:extLst>
            </p:cNvPr>
            <p:cNvSpPr txBox="1"/>
            <p:nvPr/>
          </p:nvSpPr>
          <p:spPr>
            <a:xfrm>
              <a:off x="4106391" y="6166289"/>
              <a:ext cx="1554598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tabLst>
                  <a:tab pos="1176120" algn="l"/>
                </a:tabLst>
                <a:defRPr/>
              </a:pPr>
              <a:r>
                <a:rPr sz="750" spc="-18" dirty="0">
                  <a:latin typeface="Arial MT"/>
                  <a:cs typeface="Arial MT"/>
                </a:rPr>
                <a:t>(Kr)</a:t>
              </a:r>
              <a:r>
                <a:rPr sz="750" dirty="0">
                  <a:latin typeface="Arial MT"/>
                  <a:cs typeface="Arial MT"/>
                </a:rPr>
                <a:t>	</a:t>
              </a:r>
              <a:r>
                <a:rPr sz="750" spc="-18" dirty="0">
                  <a:latin typeface="Arial MT"/>
                  <a:cs typeface="Arial MT"/>
                </a:rPr>
                <a:t>(Xe)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0" name="object 350">
              <a:extLst>
                <a:ext uri="{FF2B5EF4-FFF2-40B4-BE49-F238E27FC236}">
                  <a16:creationId xmlns:a16="http://schemas.microsoft.com/office/drawing/2014/main" id="{CABE5BAE-DEA2-4481-9A02-2DE6144AC5F1}"/>
                </a:ext>
              </a:extLst>
            </p:cNvPr>
            <p:cNvSpPr txBox="1"/>
            <p:nvPr/>
          </p:nvSpPr>
          <p:spPr>
            <a:xfrm>
              <a:off x="1673901" y="3106654"/>
              <a:ext cx="239286" cy="300527"/>
            </a:xfrm>
            <a:prstGeom prst="rect">
              <a:avLst/>
            </a:prstGeom>
          </p:spPr>
          <p:txBody>
            <a:bodyPr lIns="0" tIns="20731" rIns="0" bIns="0">
              <a:spAutoFit/>
            </a:bodyPr>
            <a:lstStyle/>
            <a:p>
              <a:pPr marL="11206">
                <a:spcBef>
                  <a:spcPts val="163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H</a:t>
              </a:r>
              <a:endParaRPr sz="750">
                <a:latin typeface="Arial MT"/>
                <a:cs typeface="Arial MT"/>
              </a:endParaRPr>
            </a:p>
            <a:p>
              <a:pPr marL="74523">
                <a:spcBef>
                  <a:spcPts val="79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He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1" name="object 351">
              <a:extLst>
                <a:ext uri="{FF2B5EF4-FFF2-40B4-BE49-F238E27FC236}">
                  <a16:creationId xmlns:a16="http://schemas.microsoft.com/office/drawing/2014/main" id="{F80DD597-C100-4A07-B23B-A09C79BDF6A4}"/>
                </a:ext>
              </a:extLst>
            </p:cNvPr>
            <p:cNvSpPr txBox="1"/>
            <p:nvPr/>
          </p:nvSpPr>
          <p:spPr>
            <a:xfrm>
              <a:off x="1904042" y="3565750"/>
              <a:ext cx="105164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C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2" name="object 352">
              <a:extLst>
                <a:ext uri="{FF2B5EF4-FFF2-40B4-BE49-F238E27FC236}">
                  <a16:creationId xmlns:a16="http://schemas.microsoft.com/office/drawing/2014/main" id="{ECF109D5-8543-4ACE-9CF8-A7DDD6035CD7}"/>
                </a:ext>
              </a:extLst>
            </p:cNvPr>
            <p:cNvSpPr txBox="1"/>
            <p:nvPr/>
          </p:nvSpPr>
          <p:spPr>
            <a:xfrm>
              <a:off x="2022924" y="5454992"/>
              <a:ext cx="105164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N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3" name="object 353">
              <a:extLst>
                <a:ext uri="{FF2B5EF4-FFF2-40B4-BE49-F238E27FC236}">
                  <a16:creationId xmlns:a16="http://schemas.microsoft.com/office/drawing/2014/main" id="{E6614FAD-A58A-422F-B4BB-3880CF3356D0}"/>
                </a:ext>
              </a:extLst>
            </p:cNvPr>
            <p:cNvSpPr txBox="1"/>
            <p:nvPr/>
          </p:nvSpPr>
          <p:spPr>
            <a:xfrm>
              <a:off x="2094557" y="4360107"/>
              <a:ext cx="92971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F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4" name="object 354">
              <a:extLst>
                <a:ext uri="{FF2B5EF4-FFF2-40B4-BE49-F238E27FC236}">
                  <a16:creationId xmlns:a16="http://schemas.microsoft.com/office/drawing/2014/main" id="{037D258B-7916-46FE-8EB5-52DB9470028F}"/>
                </a:ext>
              </a:extLst>
            </p:cNvPr>
            <p:cNvSpPr txBox="1"/>
            <p:nvPr/>
          </p:nvSpPr>
          <p:spPr>
            <a:xfrm>
              <a:off x="2161619" y="3547628"/>
              <a:ext cx="111260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O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5" name="object 355">
              <a:extLst>
                <a:ext uri="{FF2B5EF4-FFF2-40B4-BE49-F238E27FC236}">
                  <a16:creationId xmlns:a16="http://schemas.microsoft.com/office/drawing/2014/main" id="{5945A10F-59BD-479C-A8E5-BB4475B406F6}"/>
                </a:ext>
              </a:extLst>
            </p:cNvPr>
            <p:cNvSpPr txBox="1"/>
            <p:nvPr/>
          </p:nvSpPr>
          <p:spPr>
            <a:xfrm>
              <a:off x="2013779" y="3897991"/>
              <a:ext cx="105164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N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6" name="object 356">
              <a:extLst>
                <a:ext uri="{FF2B5EF4-FFF2-40B4-BE49-F238E27FC236}">
                  <a16:creationId xmlns:a16="http://schemas.microsoft.com/office/drawing/2014/main" id="{AF523663-DC36-4E4C-B2DC-10C79813DB79}"/>
                </a:ext>
              </a:extLst>
            </p:cNvPr>
            <p:cNvSpPr txBox="1"/>
            <p:nvPr/>
          </p:nvSpPr>
          <p:spPr>
            <a:xfrm>
              <a:off x="2830705" y="3897991"/>
              <a:ext cx="140219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Ar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7" name="object 357">
              <a:extLst>
                <a:ext uri="{FF2B5EF4-FFF2-40B4-BE49-F238E27FC236}">
                  <a16:creationId xmlns:a16="http://schemas.microsoft.com/office/drawing/2014/main" id="{8D173AB0-1A6E-419C-9B0D-8C4E5913C60F}"/>
                </a:ext>
              </a:extLst>
            </p:cNvPr>
            <p:cNvSpPr txBox="1"/>
            <p:nvPr/>
          </p:nvSpPr>
          <p:spPr>
            <a:xfrm>
              <a:off x="3393104" y="3916113"/>
              <a:ext cx="153935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Fe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8" name="object 358">
              <a:extLst>
                <a:ext uri="{FF2B5EF4-FFF2-40B4-BE49-F238E27FC236}">
                  <a16:creationId xmlns:a16="http://schemas.microsoft.com/office/drawing/2014/main" id="{D81FA53F-ADAA-4884-B509-4B40289C728F}"/>
                </a:ext>
              </a:extLst>
            </p:cNvPr>
            <p:cNvSpPr txBox="1"/>
            <p:nvPr/>
          </p:nvSpPr>
          <p:spPr>
            <a:xfrm>
              <a:off x="3588191" y="3999174"/>
              <a:ext cx="129549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Ni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59" name="object 359">
              <a:extLst>
                <a:ext uri="{FF2B5EF4-FFF2-40B4-BE49-F238E27FC236}">
                  <a16:creationId xmlns:a16="http://schemas.microsoft.com/office/drawing/2014/main" id="{3CA3FC1B-01E1-4D0E-A5CA-93BDB8DA81D8}"/>
                </a:ext>
              </a:extLst>
            </p:cNvPr>
            <p:cNvSpPr txBox="1"/>
            <p:nvPr/>
          </p:nvSpPr>
          <p:spPr>
            <a:xfrm>
              <a:off x="3845766" y="4557942"/>
              <a:ext cx="172226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Ge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0" name="object 360">
              <a:extLst>
                <a:ext uri="{FF2B5EF4-FFF2-40B4-BE49-F238E27FC236}">
                  <a16:creationId xmlns:a16="http://schemas.microsoft.com/office/drawing/2014/main" id="{D1005707-7480-41CB-A51B-086C131C3882}"/>
                </a:ext>
              </a:extLst>
            </p:cNvPr>
            <p:cNvSpPr txBox="1"/>
            <p:nvPr/>
          </p:nvSpPr>
          <p:spPr>
            <a:xfrm>
              <a:off x="4523999" y="4627411"/>
              <a:ext cx="137170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Zr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1" name="object 361">
              <a:extLst>
                <a:ext uri="{FF2B5EF4-FFF2-40B4-BE49-F238E27FC236}">
                  <a16:creationId xmlns:a16="http://schemas.microsoft.com/office/drawing/2014/main" id="{8B6DD501-02A7-4E8C-B004-7EB42755BF5E}"/>
                </a:ext>
              </a:extLst>
            </p:cNvPr>
            <p:cNvSpPr txBox="1"/>
            <p:nvPr/>
          </p:nvSpPr>
          <p:spPr>
            <a:xfrm>
              <a:off x="5141265" y="4775409"/>
              <a:ext cx="164605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Sn</a:t>
              </a:r>
              <a:endParaRPr sz="750" dirty="0">
                <a:latin typeface="Arial MT"/>
                <a:cs typeface="Arial MT"/>
              </a:endParaRPr>
            </a:p>
          </p:txBody>
        </p:sp>
        <p:sp>
          <p:nvSpPr>
            <p:cNvPr id="362" name="object 362">
              <a:extLst>
                <a:ext uri="{FF2B5EF4-FFF2-40B4-BE49-F238E27FC236}">
                  <a16:creationId xmlns:a16="http://schemas.microsoft.com/office/drawing/2014/main" id="{55AB5DC9-472E-46D2-9949-FBAAB70880EA}"/>
                </a:ext>
              </a:extLst>
            </p:cNvPr>
            <p:cNvSpPr txBox="1"/>
            <p:nvPr/>
          </p:nvSpPr>
          <p:spPr>
            <a:xfrm>
              <a:off x="5126024" y="5152955"/>
              <a:ext cx="118881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In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3" name="object 363">
              <a:extLst>
                <a:ext uri="{FF2B5EF4-FFF2-40B4-BE49-F238E27FC236}">
                  <a16:creationId xmlns:a16="http://schemas.microsoft.com/office/drawing/2014/main" id="{1F6B7A8C-CD85-4AE1-AE3C-1D46DEEF9BA2}"/>
                </a:ext>
              </a:extLst>
            </p:cNvPr>
            <p:cNvSpPr txBox="1"/>
            <p:nvPr/>
          </p:nvSpPr>
          <p:spPr>
            <a:xfrm>
              <a:off x="5252526" y="5106139"/>
              <a:ext cx="163080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Sb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4" name="object 364">
              <a:extLst>
                <a:ext uri="{FF2B5EF4-FFF2-40B4-BE49-F238E27FC236}">
                  <a16:creationId xmlns:a16="http://schemas.microsoft.com/office/drawing/2014/main" id="{89FD48C4-B584-470F-B0E5-204D53DEEA6F}"/>
                </a:ext>
              </a:extLst>
            </p:cNvPr>
            <p:cNvSpPr txBox="1"/>
            <p:nvPr/>
          </p:nvSpPr>
          <p:spPr>
            <a:xfrm>
              <a:off x="7556990" y="4692348"/>
              <a:ext cx="161556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Pb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5" name="object 365">
              <a:extLst>
                <a:ext uri="{FF2B5EF4-FFF2-40B4-BE49-F238E27FC236}">
                  <a16:creationId xmlns:a16="http://schemas.microsoft.com/office/drawing/2014/main" id="{ED5C1EBB-5996-42C1-A198-53F115B70B42}"/>
                </a:ext>
              </a:extLst>
            </p:cNvPr>
            <p:cNvSpPr txBox="1"/>
            <p:nvPr/>
          </p:nvSpPr>
          <p:spPr>
            <a:xfrm>
              <a:off x="7749028" y="5951842"/>
              <a:ext cx="126501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Bi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6" name="object 366">
              <a:extLst>
                <a:ext uri="{FF2B5EF4-FFF2-40B4-BE49-F238E27FC236}">
                  <a16:creationId xmlns:a16="http://schemas.microsoft.com/office/drawing/2014/main" id="{FE025BE3-F37A-4B5E-9382-B869D3B86C0A}"/>
                </a:ext>
              </a:extLst>
            </p:cNvPr>
            <p:cNvSpPr txBox="1"/>
            <p:nvPr/>
          </p:nvSpPr>
          <p:spPr>
            <a:xfrm>
              <a:off x="7433536" y="5695111"/>
              <a:ext cx="124978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Tl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7" name="object 367">
              <a:extLst>
                <a:ext uri="{FF2B5EF4-FFF2-40B4-BE49-F238E27FC236}">
                  <a16:creationId xmlns:a16="http://schemas.microsoft.com/office/drawing/2014/main" id="{979806B8-1C3B-4C13-ACBC-F6974B08BDF5}"/>
                </a:ext>
              </a:extLst>
            </p:cNvPr>
            <p:cNvSpPr txBox="1"/>
            <p:nvPr/>
          </p:nvSpPr>
          <p:spPr>
            <a:xfrm>
              <a:off x="7681967" y="5106139"/>
              <a:ext cx="128026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Bi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8" name="object 368">
              <a:extLst>
                <a:ext uri="{FF2B5EF4-FFF2-40B4-BE49-F238E27FC236}">
                  <a16:creationId xmlns:a16="http://schemas.microsoft.com/office/drawing/2014/main" id="{7E470965-04C6-4FA5-8764-28BA8FB7DB3F}"/>
                </a:ext>
              </a:extLst>
            </p:cNvPr>
            <p:cNvSpPr txBox="1"/>
            <p:nvPr/>
          </p:nvSpPr>
          <p:spPr>
            <a:xfrm>
              <a:off x="7352758" y="4810143"/>
              <a:ext cx="132598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Pt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69" name="object 369">
              <a:extLst>
                <a:ext uri="{FF2B5EF4-FFF2-40B4-BE49-F238E27FC236}">
                  <a16:creationId xmlns:a16="http://schemas.microsoft.com/office/drawing/2014/main" id="{70C631C8-462C-4C6F-B831-F6C27C68DF72}"/>
                </a:ext>
              </a:extLst>
            </p:cNvPr>
            <p:cNvSpPr txBox="1"/>
            <p:nvPr/>
          </p:nvSpPr>
          <p:spPr>
            <a:xfrm>
              <a:off x="6212719" y="5516909"/>
              <a:ext cx="173749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Gd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70" name="object 370">
              <a:extLst>
                <a:ext uri="{FF2B5EF4-FFF2-40B4-BE49-F238E27FC236}">
                  <a16:creationId xmlns:a16="http://schemas.microsoft.com/office/drawing/2014/main" id="{6724BB65-DECB-4E00-94F8-C756B7E499A2}"/>
                </a:ext>
              </a:extLst>
            </p:cNvPr>
            <p:cNvSpPr txBox="1"/>
            <p:nvPr/>
          </p:nvSpPr>
          <p:spPr>
            <a:xfrm>
              <a:off x="6551073" y="5548623"/>
              <a:ext cx="140219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Er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71" name="object 371">
              <a:extLst>
                <a:ext uri="{FF2B5EF4-FFF2-40B4-BE49-F238E27FC236}">
                  <a16:creationId xmlns:a16="http://schemas.microsoft.com/office/drawing/2014/main" id="{4BBEC018-965A-4433-BD86-9C1D2153F717}"/>
                </a:ext>
              </a:extLst>
            </p:cNvPr>
            <p:cNvSpPr txBox="1"/>
            <p:nvPr/>
          </p:nvSpPr>
          <p:spPr>
            <a:xfrm>
              <a:off x="6826937" y="5574296"/>
              <a:ext cx="135647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Hf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72" name="object 372">
              <a:extLst>
                <a:ext uri="{FF2B5EF4-FFF2-40B4-BE49-F238E27FC236}">
                  <a16:creationId xmlns:a16="http://schemas.microsoft.com/office/drawing/2014/main" id="{0702968D-E18C-4E6D-9F38-FC0E6C52C14E}"/>
                </a:ext>
              </a:extLst>
            </p:cNvPr>
            <p:cNvSpPr txBox="1"/>
            <p:nvPr/>
          </p:nvSpPr>
          <p:spPr>
            <a:xfrm>
              <a:off x="6148706" y="5139363"/>
              <a:ext cx="160032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Eu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73" name="object 373">
              <a:extLst>
                <a:ext uri="{FF2B5EF4-FFF2-40B4-BE49-F238E27FC236}">
                  <a16:creationId xmlns:a16="http://schemas.microsoft.com/office/drawing/2014/main" id="{554F29A1-BB03-4CA2-85C3-71EE560DDEA1}"/>
                </a:ext>
              </a:extLst>
            </p:cNvPr>
            <p:cNvSpPr txBox="1"/>
            <p:nvPr/>
          </p:nvSpPr>
          <p:spPr>
            <a:xfrm>
              <a:off x="6718726" y="5234505"/>
              <a:ext cx="149363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Lu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74" name="object 374">
              <a:extLst>
                <a:ext uri="{FF2B5EF4-FFF2-40B4-BE49-F238E27FC236}">
                  <a16:creationId xmlns:a16="http://schemas.microsoft.com/office/drawing/2014/main" id="{EC2DF792-7015-49D6-BE34-B3F1E220DB6C}"/>
                </a:ext>
              </a:extLst>
            </p:cNvPr>
            <p:cNvSpPr txBox="1"/>
            <p:nvPr/>
          </p:nvSpPr>
          <p:spPr>
            <a:xfrm>
              <a:off x="1512345" y="6042453"/>
              <a:ext cx="7166394" cy="55574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34096">
                <a:spcBef>
                  <a:spcPts val="106"/>
                </a:spcBef>
                <a:tabLst>
                  <a:tab pos="3045361" algn="l"/>
                </a:tabLst>
                <a:defRPr/>
              </a:pPr>
              <a:r>
                <a:rPr sz="1125" spc="-26" baseline="3267" dirty="0">
                  <a:latin typeface="Arial MT"/>
                  <a:cs typeface="Arial MT"/>
                </a:rPr>
                <a:t>(Ar)</a:t>
              </a:r>
              <a:r>
                <a:rPr sz="1125" baseline="3267" dirty="0">
                  <a:latin typeface="Arial MT"/>
                  <a:cs typeface="Arial MT"/>
                </a:rPr>
                <a:t>	Ag</a:t>
              </a:r>
              <a:r>
                <a:rPr sz="1125" spc="410" baseline="3267" dirty="0">
                  <a:latin typeface="Arial MT"/>
                  <a:cs typeface="Arial MT"/>
                </a:rPr>
                <a:t> </a:t>
              </a:r>
              <a:r>
                <a:rPr sz="750" spc="-22" dirty="0">
                  <a:latin typeface="Arial MT"/>
                  <a:cs typeface="Arial MT"/>
                </a:rPr>
                <a:t>In</a:t>
              </a:r>
              <a:endParaRPr sz="750">
                <a:latin typeface="Arial MT"/>
                <a:cs typeface="Arial MT"/>
              </a:endParaRPr>
            </a:p>
            <a:p>
              <a:pPr>
                <a:spcBef>
                  <a:spcPts val="666"/>
                </a:spcBef>
                <a:defRPr/>
              </a:pPr>
              <a:endParaRPr sz="750">
                <a:latin typeface="Arial MT"/>
                <a:cs typeface="Arial MT"/>
              </a:endParaRPr>
            </a:p>
            <a:p>
              <a:pPr marL="11206">
                <a:tabLst>
                  <a:tab pos="337315" algn="l"/>
                  <a:tab pos="612434" algn="l"/>
                  <a:tab pos="939103" algn="l"/>
                  <a:tab pos="1265212" algn="l"/>
                  <a:tab pos="1591880" algn="l"/>
                  <a:tab pos="1918549" algn="l"/>
                  <a:tab pos="2245218" algn="l"/>
                  <a:tab pos="2571887" algn="l"/>
                  <a:tab pos="2898555" algn="l"/>
                  <a:tab pos="3225225" algn="l"/>
                  <a:tab pos="3551894" algn="l"/>
                  <a:tab pos="3878002" algn="l"/>
                  <a:tab pos="4204671" algn="l"/>
                  <a:tab pos="4531340" algn="l"/>
                  <a:tab pos="4858009" algn="l"/>
                  <a:tab pos="5184678" algn="l"/>
                  <a:tab pos="5511347" algn="l"/>
                  <a:tab pos="5838016" algn="l"/>
                  <a:tab pos="6164685" algn="l"/>
                </a:tabLst>
                <a:defRPr/>
              </a:pPr>
              <a:r>
                <a:rPr sz="1522" spc="-66" baseline="2415" dirty="0">
                  <a:latin typeface="Arial MT"/>
                  <a:cs typeface="Arial MT"/>
                </a:rPr>
                <a:t>0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015" spc="-44" dirty="0">
                  <a:latin typeface="Arial MT"/>
                  <a:cs typeface="Arial MT"/>
                </a:rPr>
                <a:t>5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10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15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20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25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30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35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40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45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50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55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60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65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70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75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80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85</a:t>
              </a:r>
              <a:r>
                <a:rPr sz="1015" dirty="0">
                  <a:latin typeface="Arial MT"/>
                  <a:cs typeface="Arial MT"/>
                </a:rPr>
                <a:t>	</a:t>
              </a:r>
              <a:r>
                <a:rPr sz="1522" spc="-33" baseline="2415" dirty="0">
                  <a:latin typeface="Arial MT"/>
                  <a:cs typeface="Arial MT"/>
                </a:rPr>
                <a:t>90</a:t>
              </a:r>
              <a:r>
                <a:rPr sz="1522" baseline="2415" dirty="0">
                  <a:latin typeface="Arial MT"/>
                  <a:cs typeface="Arial MT"/>
                </a:rPr>
                <a:t>	</a:t>
              </a:r>
              <a:r>
                <a:rPr sz="1015" spc="-22" dirty="0">
                  <a:latin typeface="Arial MT"/>
                  <a:cs typeface="Arial MT"/>
                </a:rPr>
                <a:t>95</a:t>
              </a:r>
              <a:endParaRPr sz="1015">
                <a:latin typeface="Arial MT"/>
                <a:cs typeface="Arial MT"/>
              </a:endParaRPr>
            </a:p>
          </p:txBody>
        </p:sp>
        <p:sp>
          <p:nvSpPr>
            <p:cNvPr id="375" name="object 375">
              <a:extLst>
                <a:ext uri="{FF2B5EF4-FFF2-40B4-BE49-F238E27FC236}">
                  <a16:creationId xmlns:a16="http://schemas.microsoft.com/office/drawing/2014/main" id="{0891B070-2613-4A38-A90F-5EEAA1D89C30}"/>
                </a:ext>
              </a:extLst>
            </p:cNvPr>
            <p:cNvSpPr txBox="1"/>
            <p:nvPr/>
          </p:nvSpPr>
          <p:spPr>
            <a:xfrm>
              <a:off x="4729754" y="5637724"/>
              <a:ext cx="399318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33619">
                <a:spcBef>
                  <a:spcPts val="106"/>
                </a:spcBef>
                <a:defRPr/>
              </a:pPr>
              <a:r>
                <a:rPr sz="750" dirty="0">
                  <a:latin typeface="Arial MT"/>
                  <a:cs typeface="Arial MT"/>
                </a:rPr>
                <a:t>Ru</a:t>
              </a:r>
              <a:r>
                <a:rPr sz="750" spc="128" dirty="0">
                  <a:latin typeface="Arial MT"/>
                  <a:cs typeface="Arial MT"/>
                </a:rPr>
                <a:t> </a:t>
              </a:r>
              <a:r>
                <a:rPr sz="1125" spc="-33" baseline="-22875" dirty="0">
                  <a:latin typeface="Arial MT"/>
                  <a:cs typeface="Arial MT"/>
                </a:rPr>
                <a:t>Pd</a:t>
              </a:r>
              <a:endParaRPr sz="1125" baseline="-22875">
                <a:latin typeface="Arial MT"/>
                <a:cs typeface="Arial MT"/>
              </a:endParaRPr>
            </a:p>
          </p:txBody>
        </p:sp>
        <p:sp>
          <p:nvSpPr>
            <p:cNvPr id="376" name="object 376">
              <a:extLst>
                <a:ext uri="{FF2B5EF4-FFF2-40B4-BE49-F238E27FC236}">
                  <a16:creationId xmlns:a16="http://schemas.microsoft.com/office/drawing/2014/main" id="{09401589-DF55-434D-BCDC-5A9641CFA0DF}"/>
                </a:ext>
              </a:extLst>
            </p:cNvPr>
            <p:cNvSpPr txBox="1"/>
            <p:nvPr/>
          </p:nvSpPr>
          <p:spPr>
            <a:xfrm>
              <a:off x="5688423" y="5547113"/>
              <a:ext cx="149363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La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77" name="object 377">
              <a:extLst>
                <a:ext uri="{FF2B5EF4-FFF2-40B4-BE49-F238E27FC236}">
                  <a16:creationId xmlns:a16="http://schemas.microsoft.com/office/drawing/2014/main" id="{8A08ACD1-0AA3-4F18-8728-782F445B18AF}"/>
                </a:ext>
              </a:extLst>
            </p:cNvPr>
            <p:cNvSpPr txBox="1"/>
            <p:nvPr/>
          </p:nvSpPr>
          <p:spPr>
            <a:xfrm>
              <a:off x="4231368" y="4828265"/>
              <a:ext cx="166128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Rb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78" name="object 378">
              <a:extLst>
                <a:ext uri="{FF2B5EF4-FFF2-40B4-BE49-F238E27FC236}">
                  <a16:creationId xmlns:a16="http://schemas.microsoft.com/office/drawing/2014/main" id="{28C5F518-7C45-4F03-802E-775872973B4A}"/>
                </a:ext>
              </a:extLst>
            </p:cNvPr>
            <p:cNvSpPr txBox="1"/>
            <p:nvPr/>
          </p:nvSpPr>
          <p:spPr>
            <a:xfrm>
              <a:off x="4142970" y="4509616"/>
              <a:ext cx="362740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33619">
                <a:spcBef>
                  <a:spcPts val="106"/>
                </a:spcBef>
                <a:defRPr/>
              </a:pPr>
              <a:r>
                <a:rPr sz="750" dirty="0">
                  <a:latin typeface="Arial MT"/>
                  <a:cs typeface="Arial MT"/>
                </a:rPr>
                <a:t>Kr</a:t>
              </a:r>
              <a:r>
                <a:rPr sz="750" spc="251" dirty="0">
                  <a:latin typeface="Arial MT"/>
                  <a:cs typeface="Arial MT"/>
                </a:rPr>
                <a:t> </a:t>
              </a:r>
              <a:r>
                <a:rPr sz="1125" spc="-33" baseline="6535" dirty="0">
                  <a:latin typeface="Arial MT"/>
                  <a:cs typeface="Arial MT"/>
                </a:rPr>
                <a:t>Sr</a:t>
              </a:r>
              <a:endParaRPr sz="1125" baseline="6535">
                <a:latin typeface="Arial MT"/>
                <a:cs typeface="Arial MT"/>
              </a:endParaRPr>
            </a:p>
          </p:txBody>
        </p:sp>
        <p:sp>
          <p:nvSpPr>
            <p:cNvPr id="379" name="object 379">
              <a:extLst>
                <a:ext uri="{FF2B5EF4-FFF2-40B4-BE49-F238E27FC236}">
                  <a16:creationId xmlns:a16="http://schemas.microsoft.com/office/drawing/2014/main" id="{F1A4EACC-7D53-4EE6-8A9F-3CBA3AD03226}"/>
                </a:ext>
              </a:extLst>
            </p:cNvPr>
            <p:cNvSpPr txBox="1"/>
            <p:nvPr/>
          </p:nvSpPr>
          <p:spPr>
            <a:xfrm>
              <a:off x="3769561" y="4387291"/>
              <a:ext cx="161556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Zn</a:t>
              </a:r>
              <a:endParaRPr sz="750" dirty="0">
                <a:latin typeface="Arial MT"/>
                <a:cs typeface="Arial MT"/>
              </a:endParaRPr>
            </a:p>
          </p:txBody>
        </p:sp>
        <p:sp>
          <p:nvSpPr>
            <p:cNvPr id="380" name="object 380">
              <a:extLst>
                <a:ext uri="{FF2B5EF4-FFF2-40B4-BE49-F238E27FC236}">
                  <a16:creationId xmlns:a16="http://schemas.microsoft.com/office/drawing/2014/main" id="{B111FDB2-BF02-44D3-A655-147E71CC1195}"/>
                </a:ext>
              </a:extLst>
            </p:cNvPr>
            <p:cNvSpPr txBox="1"/>
            <p:nvPr/>
          </p:nvSpPr>
          <p:spPr>
            <a:xfrm>
              <a:off x="2419194" y="4929448"/>
              <a:ext cx="210328" cy="363954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>
                <a:spcBef>
                  <a:spcPts val="100"/>
                </a:spcBef>
              </a:pPr>
              <a:r>
                <a:rPr lang="en-US" altLang="en-US" sz="700">
                  <a:latin typeface="Arial MT"/>
                  <a:ea typeface="Arial MT"/>
                  <a:cs typeface="Arial MT"/>
                </a:rPr>
                <a:t>Mg</a:t>
              </a:r>
            </a:p>
            <a:p>
              <a:pPr algn="r">
                <a:spcBef>
                  <a:spcPts val="575"/>
                </a:spcBef>
              </a:pPr>
              <a:r>
                <a:rPr lang="en-US" altLang="en-US" sz="700">
                  <a:latin typeface="Arial MT"/>
                  <a:ea typeface="Arial MT"/>
                  <a:cs typeface="Arial MT"/>
                </a:rPr>
                <a:t>P</a:t>
              </a:r>
            </a:p>
          </p:txBody>
        </p:sp>
        <p:sp>
          <p:nvSpPr>
            <p:cNvPr id="381" name="object 381">
              <a:extLst>
                <a:ext uri="{FF2B5EF4-FFF2-40B4-BE49-F238E27FC236}">
                  <a16:creationId xmlns:a16="http://schemas.microsoft.com/office/drawing/2014/main" id="{8B71589B-120B-43F1-8D66-6CFD533D0A8B}"/>
                </a:ext>
              </a:extLst>
            </p:cNvPr>
            <p:cNvSpPr txBox="1"/>
            <p:nvPr/>
          </p:nvSpPr>
          <p:spPr>
            <a:xfrm>
              <a:off x="1635798" y="4533779"/>
              <a:ext cx="112785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Li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82" name="object 382">
              <a:extLst>
                <a:ext uri="{FF2B5EF4-FFF2-40B4-BE49-F238E27FC236}">
                  <a16:creationId xmlns:a16="http://schemas.microsoft.com/office/drawing/2014/main" id="{0ECB86E0-C803-4D00-9D80-3E09FA74F784}"/>
                </a:ext>
              </a:extLst>
            </p:cNvPr>
            <p:cNvSpPr txBox="1"/>
            <p:nvPr/>
          </p:nvSpPr>
          <p:spPr>
            <a:xfrm>
              <a:off x="1948242" y="4642513"/>
              <a:ext cx="99067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B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83" name="object 383">
              <a:extLst>
                <a:ext uri="{FF2B5EF4-FFF2-40B4-BE49-F238E27FC236}">
                  <a16:creationId xmlns:a16="http://schemas.microsoft.com/office/drawing/2014/main" id="{CB7CE1A0-F04A-488E-80F2-8DA5B0B95D84}"/>
                </a:ext>
              </a:extLst>
            </p:cNvPr>
            <p:cNvSpPr txBox="1"/>
            <p:nvPr/>
          </p:nvSpPr>
          <p:spPr>
            <a:xfrm>
              <a:off x="4665741" y="4728593"/>
              <a:ext cx="384077" cy="247670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lnSpc>
                  <a:spcPts val="833"/>
                </a:lnSpc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Mo</a:t>
              </a:r>
              <a:endParaRPr sz="750">
                <a:latin typeface="Arial MT"/>
                <a:cs typeface="Arial MT"/>
              </a:endParaRPr>
            </a:p>
            <a:p>
              <a:pPr marL="205639">
                <a:lnSpc>
                  <a:spcPts val="833"/>
                </a:lnSpc>
                <a:defRPr/>
              </a:pPr>
              <a:r>
                <a:rPr sz="750" spc="-22" dirty="0">
                  <a:latin typeface="Arial MT"/>
                  <a:cs typeface="Arial MT"/>
                </a:rPr>
                <a:t>Pd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84" name="object 384">
              <a:extLst>
                <a:ext uri="{FF2B5EF4-FFF2-40B4-BE49-F238E27FC236}">
                  <a16:creationId xmlns:a16="http://schemas.microsoft.com/office/drawing/2014/main" id="{CC67590B-883E-4BB1-A455-A21F29CC79A1}"/>
                </a:ext>
              </a:extLst>
            </p:cNvPr>
            <p:cNvSpPr txBox="1"/>
            <p:nvPr/>
          </p:nvSpPr>
          <p:spPr>
            <a:xfrm>
              <a:off x="5686899" y="4792020"/>
              <a:ext cx="253003" cy="37905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90212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Ba</a:t>
              </a:r>
              <a:endParaRPr sz="750">
                <a:latin typeface="Arial MT"/>
                <a:cs typeface="Arial MT"/>
              </a:endParaRPr>
            </a:p>
            <a:p>
              <a:pPr marL="11206">
                <a:spcBef>
                  <a:spcPts val="693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La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85" name="object 385">
              <a:extLst>
                <a:ext uri="{FF2B5EF4-FFF2-40B4-BE49-F238E27FC236}">
                  <a16:creationId xmlns:a16="http://schemas.microsoft.com/office/drawing/2014/main" id="{1CA648AC-D2C2-48C6-B5C2-016872A7A370}"/>
                </a:ext>
              </a:extLst>
            </p:cNvPr>
            <p:cNvSpPr txBox="1"/>
            <p:nvPr/>
          </p:nvSpPr>
          <p:spPr>
            <a:xfrm>
              <a:off x="6360558" y="4820714"/>
              <a:ext cx="160033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Dy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86" name="object 386">
              <a:extLst>
                <a:ext uri="{FF2B5EF4-FFF2-40B4-BE49-F238E27FC236}">
                  <a16:creationId xmlns:a16="http://schemas.microsoft.com/office/drawing/2014/main" id="{A70E2EEF-A108-4778-88A9-513B4F85DCF3}"/>
                </a:ext>
              </a:extLst>
            </p:cNvPr>
            <p:cNvSpPr txBox="1"/>
            <p:nvPr/>
          </p:nvSpPr>
          <p:spPr>
            <a:xfrm>
              <a:off x="3016647" y="5525970"/>
              <a:ext cx="155460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Sc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87" name="object 387">
              <a:extLst>
                <a:ext uri="{FF2B5EF4-FFF2-40B4-BE49-F238E27FC236}">
                  <a16:creationId xmlns:a16="http://schemas.microsoft.com/office/drawing/2014/main" id="{43881D8E-AA1B-41DD-94CD-A96A448726B1}"/>
                </a:ext>
              </a:extLst>
            </p:cNvPr>
            <p:cNvSpPr txBox="1"/>
            <p:nvPr/>
          </p:nvSpPr>
          <p:spPr>
            <a:xfrm>
              <a:off x="3202589" y="4588146"/>
              <a:ext cx="99068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V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88" name="object 388">
              <a:extLst>
                <a:ext uri="{FF2B5EF4-FFF2-40B4-BE49-F238E27FC236}">
                  <a16:creationId xmlns:a16="http://schemas.microsoft.com/office/drawing/2014/main" id="{7FAE6C86-B04A-4933-8B2C-763FF31F173F}"/>
                </a:ext>
              </a:extLst>
            </p:cNvPr>
            <p:cNvSpPr txBox="1"/>
            <p:nvPr/>
          </p:nvSpPr>
          <p:spPr>
            <a:xfrm>
              <a:off x="3707072" y="4790511"/>
              <a:ext cx="172225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Ga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89" name="object 389">
              <a:extLst>
                <a:ext uri="{FF2B5EF4-FFF2-40B4-BE49-F238E27FC236}">
                  <a16:creationId xmlns:a16="http://schemas.microsoft.com/office/drawing/2014/main" id="{399E939B-592D-4DB2-93BA-BE5B2C09DDA9}"/>
                </a:ext>
              </a:extLst>
            </p:cNvPr>
            <p:cNvSpPr txBox="1"/>
            <p:nvPr/>
          </p:nvSpPr>
          <p:spPr>
            <a:xfrm>
              <a:off x="3926545" y="4927937"/>
              <a:ext cx="156983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As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90" name="object 390">
              <a:extLst>
                <a:ext uri="{FF2B5EF4-FFF2-40B4-BE49-F238E27FC236}">
                  <a16:creationId xmlns:a16="http://schemas.microsoft.com/office/drawing/2014/main" id="{DBEB4563-E4CC-4C8E-9C55-CD2050BD37E8}"/>
                </a:ext>
              </a:extLst>
            </p:cNvPr>
            <p:cNvSpPr txBox="1"/>
            <p:nvPr/>
          </p:nvSpPr>
          <p:spPr>
            <a:xfrm>
              <a:off x="2288120" y="4157743"/>
              <a:ext cx="167653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Na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91" name="object 391">
              <a:extLst>
                <a:ext uri="{FF2B5EF4-FFF2-40B4-BE49-F238E27FC236}">
                  <a16:creationId xmlns:a16="http://schemas.microsoft.com/office/drawing/2014/main" id="{F78C38C1-3ECA-449C-A389-42672656BE6E}"/>
                </a:ext>
              </a:extLst>
            </p:cNvPr>
            <p:cNvSpPr txBox="1"/>
            <p:nvPr/>
          </p:nvSpPr>
          <p:spPr>
            <a:xfrm>
              <a:off x="2471014" y="4050520"/>
              <a:ext cx="166129" cy="362444"/>
            </a:xfrm>
            <a:prstGeom prst="rect">
              <a:avLst/>
            </a:prstGeom>
          </p:spPr>
          <p:txBody>
            <a:bodyPr lIns="0" tIns="10646" rIns="0" bIns="0">
              <a:spAutoFit/>
            </a:bodyPr>
            <a:lstStyle>
              <a:lvl1pPr marL="69850" indent="-58738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42000"/>
                </a:lnSpc>
                <a:spcBef>
                  <a:spcPts val="88"/>
                </a:spcBef>
              </a:pPr>
              <a:r>
                <a:rPr lang="en-US" altLang="en-US" sz="700">
                  <a:latin typeface="Arial MT"/>
                  <a:ea typeface="Arial MT"/>
                  <a:cs typeface="Arial MT"/>
                </a:rPr>
                <a:t>Al P</a:t>
              </a:r>
            </a:p>
          </p:txBody>
        </p:sp>
        <p:sp>
          <p:nvSpPr>
            <p:cNvPr id="392" name="object 392">
              <a:extLst>
                <a:ext uri="{FF2B5EF4-FFF2-40B4-BE49-F238E27FC236}">
                  <a16:creationId xmlns:a16="http://schemas.microsoft.com/office/drawing/2014/main" id="{0879B2DB-7DB4-4CEE-84D5-1FBCA1D1921C}"/>
                </a:ext>
              </a:extLst>
            </p:cNvPr>
            <p:cNvSpPr txBox="1"/>
            <p:nvPr/>
          </p:nvSpPr>
          <p:spPr>
            <a:xfrm>
              <a:off x="2748403" y="4378230"/>
              <a:ext cx="129550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Cl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93" name="object 393">
              <a:extLst>
                <a:ext uri="{FF2B5EF4-FFF2-40B4-BE49-F238E27FC236}">
                  <a16:creationId xmlns:a16="http://schemas.microsoft.com/office/drawing/2014/main" id="{9A6100F1-9E91-4F0E-930D-990EDB9BE37C}"/>
                </a:ext>
              </a:extLst>
            </p:cNvPr>
            <p:cNvSpPr txBox="1"/>
            <p:nvPr/>
          </p:nvSpPr>
          <p:spPr>
            <a:xfrm>
              <a:off x="2823085" y="4872061"/>
              <a:ext cx="99067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44" dirty="0">
                  <a:latin typeface="Arial MT"/>
                  <a:cs typeface="Arial MT"/>
                </a:rPr>
                <a:t>K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94" name="object 394">
              <a:extLst>
                <a:ext uri="{FF2B5EF4-FFF2-40B4-BE49-F238E27FC236}">
                  <a16:creationId xmlns:a16="http://schemas.microsoft.com/office/drawing/2014/main" id="{235D9DE0-CB53-4EFD-830F-F170BBEB1C95}"/>
                </a:ext>
              </a:extLst>
            </p:cNvPr>
            <p:cNvSpPr txBox="1"/>
            <p:nvPr/>
          </p:nvSpPr>
          <p:spPr>
            <a:xfrm>
              <a:off x="3246789" y="5429318"/>
              <a:ext cx="577640" cy="21897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33619">
                <a:lnSpc>
                  <a:spcPts val="675"/>
                </a:lnSpc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Cr</a:t>
              </a:r>
              <a:endParaRPr sz="750">
                <a:latin typeface="Arial MT"/>
                <a:cs typeface="Arial MT"/>
              </a:endParaRPr>
            </a:p>
            <a:p>
              <a:pPr marL="154649">
                <a:lnSpc>
                  <a:spcPts val="675"/>
                </a:lnSpc>
                <a:defRPr/>
              </a:pPr>
              <a:r>
                <a:rPr sz="1125" baseline="-19607" dirty="0">
                  <a:latin typeface="Arial MT"/>
                  <a:cs typeface="Arial MT"/>
                </a:rPr>
                <a:t>Co</a:t>
              </a:r>
              <a:r>
                <a:rPr sz="1125" spc="556" baseline="-19607" dirty="0">
                  <a:latin typeface="Arial MT"/>
                  <a:cs typeface="Arial MT"/>
                </a:rPr>
                <a:t> </a:t>
              </a:r>
              <a:r>
                <a:rPr sz="750" spc="-22" dirty="0">
                  <a:latin typeface="Arial MT"/>
                  <a:cs typeface="Arial MT"/>
                </a:rPr>
                <a:t>Cu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95" name="object 395">
              <a:extLst>
                <a:ext uri="{FF2B5EF4-FFF2-40B4-BE49-F238E27FC236}">
                  <a16:creationId xmlns:a16="http://schemas.microsoft.com/office/drawing/2014/main" id="{29228489-E8E7-4DEE-A809-360557F2FA54}"/>
                </a:ext>
              </a:extLst>
            </p:cNvPr>
            <p:cNvSpPr txBox="1"/>
            <p:nvPr/>
          </p:nvSpPr>
          <p:spPr>
            <a:xfrm>
              <a:off x="4094198" y="5519929"/>
              <a:ext cx="393222" cy="14648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tabLst>
                  <a:tab pos="270076" algn="l"/>
                </a:tabLst>
                <a:defRPr/>
              </a:pPr>
              <a:r>
                <a:rPr sz="750" spc="-22" dirty="0">
                  <a:latin typeface="Arial MT"/>
                  <a:cs typeface="Arial MT"/>
                </a:rPr>
                <a:t>Br</a:t>
              </a:r>
              <a:r>
                <a:rPr sz="750" dirty="0">
                  <a:latin typeface="Arial MT"/>
                  <a:cs typeface="Arial MT"/>
                </a:rPr>
                <a:t>	</a:t>
              </a:r>
              <a:r>
                <a:rPr sz="750" spc="-44" dirty="0">
                  <a:latin typeface="Arial MT"/>
                  <a:cs typeface="Arial MT"/>
                </a:rPr>
                <a:t>Y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96" name="object 396">
              <a:extLst>
                <a:ext uri="{FF2B5EF4-FFF2-40B4-BE49-F238E27FC236}">
                  <a16:creationId xmlns:a16="http://schemas.microsoft.com/office/drawing/2014/main" id="{7E1A0702-DA77-4040-9D35-BCB5959C030C}"/>
                </a:ext>
              </a:extLst>
            </p:cNvPr>
            <p:cNvSpPr txBox="1"/>
            <p:nvPr/>
          </p:nvSpPr>
          <p:spPr>
            <a:xfrm>
              <a:off x="4272519" y="4914346"/>
              <a:ext cx="379505" cy="397178"/>
            </a:xfrm>
            <a:prstGeom prst="rect">
              <a:avLst/>
            </a:prstGeom>
          </p:spPr>
          <p:txBody>
            <a:bodyPr lIns="0" tIns="67235" rIns="0" bIns="0">
              <a:spAutoFit/>
            </a:bodyPr>
            <a:lstStyle/>
            <a:p>
              <a:pPr marL="176502">
                <a:spcBef>
                  <a:spcPts val="529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Nb</a:t>
              </a:r>
              <a:endParaRPr sz="750">
                <a:latin typeface="Arial MT"/>
                <a:cs typeface="Arial MT"/>
              </a:endParaRPr>
            </a:p>
            <a:p>
              <a:pPr marL="33619">
                <a:spcBef>
                  <a:spcPts val="441"/>
                </a:spcBef>
                <a:defRPr/>
              </a:pPr>
              <a:r>
                <a:rPr sz="750" dirty="0">
                  <a:latin typeface="Arial MT"/>
                  <a:cs typeface="Arial MT"/>
                </a:rPr>
                <a:t>Sr</a:t>
              </a:r>
              <a:r>
                <a:rPr sz="750" spc="309" dirty="0">
                  <a:latin typeface="Arial MT"/>
                  <a:cs typeface="Arial MT"/>
                </a:rPr>
                <a:t> </a:t>
              </a:r>
              <a:r>
                <a:rPr sz="1125" spc="-33" baseline="-22875" dirty="0">
                  <a:latin typeface="Arial MT"/>
                  <a:cs typeface="Arial MT"/>
                </a:rPr>
                <a:t>Zr</a:t>
              </a:r>
              <a:endParaRPr sz="1125" baseline="-22875">
                <a:latin typeface="Arial MT"/>
                <a:cs typeface="Arial MT"/>
              </a:endParaRPr>
            </a:p>
          </p:txBody>
        </p:sp>
        <p:sp>
          <p:nvSpPr>
            <p:cNvPr id="397" name="object 397">
              <a:extLst>
                <a:ext uri="{FF2B5EF4-FFF2-40B4-BE49-F238E27FC236}">
                  <a16:creationId xmlns:a16="http://schemas.microsoft.com/office/drawing/2014/main" id="{06B3C7C2-28A8-42A4-AA5A-762181B41C12}"/>
                </a:ext>
              </a:extLst>
            </p:cNvPr>
            <p:cNvSpPr txBox="1"/>
            <p:nvPr/>
          </p:nvSpPr>
          <p:spPr>
            <a:xfrm>
              <a:off x="7093658" y="5186179"/>
              <a:ext cx="167653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Re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98" name="object 398">
              <a:extLst>
                <a:ext uri="{FF2B5EF4-FFF2-40B4-BE49-F238E27FC236}">
                  <a16:creationId xmlns:a16="http://schemas.microsoft.com/office/drawing/2014/main" id="{50F99118-ACAA-415C-A688-BF2FB8B8A6B9}"/>
                </a:ext>
              </a:extLst>
            </p:cNvPr>
            <p:cNvSpPr txBox="1"/>
            <p:nvPr/>
          </p:nvSpPr>
          <p:spPr>
            <a:xfrm>
              <a:off x="6839130" y="4875081"/>
              <a:ext cx="342927" cy="218976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62494">
                <a:lnSpc>
                  <a:spcPts val="737"/>
                </a:lnSpc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Os</a:t>
              </a:r>
              <a:endParaRPr sz="750">
                <a:latin typeface="Arial MT"/>
                <a:cs typeface="Arial MT"/>
              </a:endParaRPr>
            </a:p>
            <a:p>
              <a:pPr marL="11206">
                <a:lnSpc>
                  <a:spcPts val="737"/>
                </a:lnSpc>
                <a:defRPr/>
              </a:pPr>
              <a:r>
                <a:rPr sz="750" spc="-22" dirty="0">
                  <a:latin typeface="Arial MT"/>
                  <a:cs typeface="Arial MT"/>
                </a:rPr>
                <a:t>Hf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399" name="object 399">
              <a:extLst>
                <a:ext uri="{FF2B5EF4-FFF2-40B4-BE49-F238E27FC236}">
                  <a16:creationId xmlns:a16="http://schemas.microsoft.com/office/drawing/2014/main" id="{E7303A4D-9348-4465-9314-90DA8FFF0DE7}"/>
                </a:ext>
              </a:extLst>
            </p:cNvPr>
            <p:cNvSpPr txBox="1"/>
            <p:nvPr/>
          </p:nvSpPr>
          <p:spPr>
            <a:xfrm>
              <a:off x="7214063" y="5038181"/>
              <a:ext cx="92972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Ir</a:t>
              </a:r>
              <a:endParaRPr sz="750">
                <a:latin typeface="Arial MT"/>
                <a:cs typeface="Arial MT"/>
              </a:endParaRPr>
            </a:p>
          </p:txBody>
        </p:sp>
        <p:pic>
          <p:nvPicPr>
            <p:cNvPr id="25689" name="object 400">
              <a:extLst>
                <a:ext uri="{FF2B5EF4-FFF2-40B4-BE49-F238E27FC236}">
                  <a16:creationId xmlns:a16="http://schemas.microsoft.com/office/drawing/2014/main" id="{574793F9-895D-48EC-810F-2BCFBE87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9615" y="4919027"/>
              <a:ext cx="4597" cy="1286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1" name="object 401">
              <a:extLst>
                <a:ext uri="{FF2B5EF4-FFF2-40B4-BE49-F238E27FC236}">
                  <a16:creationId xmlns:a16="http://schemas.microsoft.com/office/drawing/2014/main" id="{9E877F0E-6931-4A45-AF2A-0A6FCBA60E2A}"/>
                </a:ext>
              </a:extLst>
            </p:cNvPr>
            <p:cNvSpPr txBox="1"/>
            <p:nvPr/>
          </p:nvSpPr>
          <p:spPr>
            <a:xfrm>
              <a:off x="5305870" y="4702920"/>
              <a:ext cx="353595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dirty="0">
                  <a:latin typeface="Arial MT"/>
                  <a:cs typeface="Arial MT"/>
                </a:rPr>
                <a:t>Te</a:t>
              </a:r>
              <a:r>
                <a:rPr sz="750" spc="238" dirty="0">
                  <a:latin typeface="Arial MT"/>
                  <a:cs typeface="Arial MT"/>
                </a:rPr>
                <a:t> </a:t>
              </a:r>
              <a:r>
                <a:rPr sz="750" spc="-22" dirty="0">
                  <a:latin typeface="Arial MT"/>
                  <a:cs typeface="Arial MT"/>
                </a:rPr>
                <a:t>Xe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402" name="object 402">
              <a:extLst>
                <a:ext uri="{FF2B5EF4-FFF2-40B4-BE49-F238E27FC236}">
                  <a16:creationId xmlns:a16="http://schemas.microsoft.com/office/drawing/2014/main" id="{0DB40F84-29DA-468B-9290-E95CAA9719AE}"/>
                </a:ext>
              </a:extLst>
            </p:cNvPr>
            <p:cNvSpPr txBox="1"/>
            <p:nvPr/>
          </p:nvSpPr>
          <p:spPr>
            <a:xfrm>
              <a:off x="2173812" y="3763585"/>
              <a:ext cx="658418" cy="14497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33619">
                <a:spcBef>
                  <a:spcPts val="106"/>
                </a:spcBef>
                <a:defRPr/>
              </a:pPr>
              <a:r>
                <a:rPr sz="750" dirty="0">
                  <a:latin typeface="Arial MT"/>
                  <a:cs typeface="Arial MT"/>
                </a:rPr>
                <a:t>Ne</a:t>
              </a:r>
              <a:r>
                <a:rPr sz="750" spc="13" dirty="0">
                  <a:latin typeface="Arial MT"/>
                  <a:cs typeface="Arial MT"/>
                </a:rPr>
                <a:t> </a:t>
              </a:r>
              <a:r>
                <a:rPr sz="750" dirty="0">
                  <a:latin typeface="Arial MT"/>
                  <a:cs typeface="Arial MT"/>
                </a:rPr>
                <a:t>Mg</a:t>
              </a:r>
              <a:r>
                <a:rPr sz="750" spc="-22" dirty="0">
                  <a:latin typeface="Arial MT"/>
                  <a:cs typeface="Arial MT"/>
                </a:rPr>
                <a:t> </a:t>
              </a:r>
              <a:r>
                <a:rPr sz="1125" baseline="3267" dirty="0">
                  <a:latin typeface="Arial MT"/>
                  <a:cs typeface="Arial MT"/>
                </a:rPr>
                <a:t>Si</a:t>
              </a:r>
              <a:r>
                <a:rPr sz="1125" spc="337" baseline="3267" dirty="0">
                  <a:latin typeface="Arial MT"/>
                  <a:cs typeface="Arial MT"/>
                </a:rPr>
                <a:t> </a:t>
              </a:r>
              <a:r>
                <a:rPr sz="1125" spc="-66" baseline="-39215" dirty="0">
                  <a:latin typeface="Arial MT"/>
                  <a:cs typeface="Arial MT"/>
                </a:rPr>
                <a:t>S</a:t>
              </a:r>
              <a:endParaRPr sz="1125" baseline="-39215">
                <a:latin typeface="Arial MT"/>
                <a:cs typeface="Arial MT"/>
              </a:endParaRPr>
            </a:p>
          </p:txBody>
        </p:sp>
        <p:sp>
          <p:nvSpPr>
            <p:cNvPr id="403" name="object 403">
              <a:extLst>
                <a:ext uri="{FF2B5EF4-FFF2-40B4-BE49-F238E27FC236}">
                  <a16:creationId xmlns:a16="http://schemas.microsoft.com/office/drawing/2014/main" id="{CFB4E334-3572-4FE0-BAC3-3952D38A00DC}"/>
                </a:ext>
              </a:extLst>
            </p:cNvPr>
            <p:cNvSpPr txBox="1"/>
            <p:nvPr/>
          </p:nvSpPr>
          <p:spPr>
            <a:xfrm>
              <a:off x="3036461" y="4000683"/>
              <a:ext cx="371884" cy="392648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lnSpc>
                  <a:spcPts val="869"/>
                </a:lnSpc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Ca</a:t>
              </a:r>
              <a:endParaRPr sz="750">
                <a:latin typeface="Arial MT"/>
                <a:cs typeface="Arial MT"/>
              </a:endParaRPr>
            </a:p>
            <a:p>
              <a:pPr marL="214044">
                <a:lnSpc>
                  <a:spcPts val="833"/>
                </a:lnSpc>
                <a:defRPr/>
              </a:pPr>
              <a:r>
                <a:rPr sz="750" spc="-22" dirty="0">
                  <a:latin typeface="Arial MT"/>
                  <a:cs typeface="Arial MT"/>
                </a:rPr>
                <a:t>Cr</a:t>
              </a:r>
              <a:endParaRPr sz="750">
                <a:latin typeface="Arial MT"/>
                <a:cs typeface="Arial MT"/>
              </a:endParaRPr>
            </a:p>
            <a:p>
              <a:pPr marL="81247">
                <a:lnSpc>
                  <a:spcPts val="865"/>
                </a:lnSpc>
                <a:defRPr/>
              </a:pPr>
              <a:r>
                <a:rPr sz="750" spc="-22" dirty="0">
                  <a:latin typeface="Arial MT"/>
                  <a:cs typeface="Arial MT"/>
                </a:rPr>
                <a:t>Ti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404" name="object 404">
              <a:extLst>
                <a:ext uri="{FF2B5EF4-FFF2-40B4-BE49-F238E27FC236}">
                  <a16:creationId xmlns:a16="http://schemas.microsoft.com/office/drawing/2014/main" id="{D61B5D7C-D96C-4817-A810-8DE670575FCC}"/>
                </a:ext>
              </a:extLst>
            </p:cNvPr>
            <p:cNvSpPr txBox="1"/>
            <p:nvPr/>
          </p:nvSpPr>
          <p:spPr>
            <a:xfrm>
              <a:off x="4016467" y="4594187"/>
              <a:ext cx="160033" cy="146487"/>
            </a:xfrm>
            <a:prstGeom prst="rect">
              <a:avLst/>
            </a:prstGeom>
          </p:spPr>
          <p:txBody>
            <a:bodyPr lIns="0" tIns="13447" rIns="0" bIns="0">
              <a:spAutoFit/>
            </a:bodyPr>
            <a:lstStyle/>
            <a:p>
              <a:pPr marL="11206">
                <a:spcBef>
                  <a:spcPts val="106"/>
                </a:spcBef>
                <a:defRPr/>
              </a:pPr>
              <a:r>
                <a:rPr sz="750" spc="-22" dirty="0">
                  <a:latin typeface="Arial MT"/>
                  <a:cs typeface="Arial MT"/>
                </a:rPr>
                <a:t>Se</a:t>
              </a:r>
              <a:endParaRPr sz="750">
                <a:latin typeface="Arial MT"/>
                <a:cs typeface="Arial MT"/>
              </a:endParaRPr>
            </a:p>
          </p:txBody>
        </p:sp>
        <p:sp>
          <p:nvSpPr>
            <p:cNvPr id="405" name="object 405">
              <a:extLst>
                <a:ext uri="{FF2B5EF4-FFF2-40B4-BE49-F238E27FC236}">
                  <a16:creationId xmlns:a16="http://schemas.microsoft.com/office/drawing/2014/main" id="{06F0A8A6-AB87-489F-A9E7-E154B91EFEF5}"/>
                </a:ext>
              </a:extLst>
            </p:cNvPr>
            <p:cNvSpPr txBox="1"/>
            <p:nvPr/>
          </p:nvSpPr>
          <p:spPr>
            <a:xfrm>
              <a:off x="1394988" y="6590651"/>
              <a:ext cx="7318806" cy="579911"/>
            </a:xfrm>
            <a:prstGeom prst="rect">
              <a:avLst/>
            </a:prstGeom>
          </p:spPr>
          <p:txBody>
            <a:bodyPr lIns="0" tIns="14007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ts val="113"/>
                </a:spcBef>
              </a:pPr>
              <a:r>
                <a:rPr lang="en-US" altLang="en-US" sz="1200">
                  <a:latin typeface="Arial MT"/>
                  <a:ea typeface="Arial MT"/>
                  <a:cs typeface="Arial MT"/>
                </a:rPr>
                <a:t>Z (atomic number)</a:t>
              </a:r>
            </a:p>
            <a:p>
              <a:pPr>
                <a:lnSpc>
                  <a:spcPts val="888"/>
                </a:lnSpc>
                <a:spcBef>
                  <a:spcPts val="613"/>
                </a:spcBef>
              </a:pPr>
              <a:r>
                <a:rPr lang="en-US" altLang="en-US" sz="700">
                  <a:latin typeface="Arial MT"/>
                  <a:ea typeface="Arial MT"/>
                  <a:cs typeface="Arial MT"/>
                </a:rPr>
                <a:t>Cosmic abundances are from Ahrens, L.H., 1965, </a:t>
              </a:r>
              <a:r>
                <a:rPr lang="en-US" altLang="en-US" sz="700" i="1">
                  <a:cs typeface="Arial" panose="020B0604020202020204" pitchFamily="34" charset="0"/>
                </a:rPr>
                <a:t>Distribution of the Elements in our Planet: </a:t>
              </a:r>
              <a:r>
                <a:rPr lang="en-US" altLang="en-US" sz="700">
                  <a:latin typeface="Arial MT"/>
                  <a:ea typeface="Arial MT"/>
                  <a:cs typeface="Arial MT"/>
                </a:rPr>
                <a:t>New York, McGraw-Hill, 110 p.; Crustal abundances are from Krauskopf, K.B., 1979, </a:t>
              </a:r>
              <a:r>
                <a:rPr lang="en-US" altLang="en-US" sz="700" i="1">
                  <a:cs typeface="Arial" panose="020B0604020202020204" pitchFamily="34" charset="0"/>
                </a:rPr>
                <a:t>Introduction to Geochemistry </a:t>
              </a:r>
              <a:r>
                <a:rPr lang="en-US" altLang="en-US" sz="700">
                  <a:latin typeface="Arial MT"/>
                  <a:ea typeface="Arial MT"/>
                  <a:cs typeface="Arial MT"/>
                </a:rPr>
                <a:t>(2nd edn.): New York, McGraw Hill, 617 p.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>
            <a:extLst>
              <a:ext uri="{FF2B5EF4-FFF2-40B4-BE49-F238E27FC236}">
                <a16:creationId xmlns:a16="http://schemas.microsoft.com/office/drawing/2014/main" id="{B1756CB3-1BF6-4043-835D-5237CED01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17525"/>
            <a:ext cx="8001000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3C22EC-6267-41A9-A604-2F65A70A8B6F}"/>
              </a:ext>
            </a:extLst>
          </p:cNvPr>
          <p:cNvSpPr txBox="1"/>
          <p:nvPr/>
        </p:nvSpPr>
        <p:spPr>
          <a:xfrm>
            <a:off x="685800" y="6340475"/>
            <a:ext cx="655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Mantle: 83% of the volume and 68.3% of the mass of the Earth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>
            <a:extLst>
              <a:ext uri="{FF2B5EF4-FFF2-40B4-BE49-F238E27FC236}">
                <a16:creationId xmlns:a16="http://schemas.microsoft.com/office/drawing/2014/main" id="{508198FD-4F8E-497F-B7C6-8867B134D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75" y="708025"/>
            <a:ext cx="6156325" cy="588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6893DAC-7913-4F0F-87CD-DEA029E12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6750" y="444500"/>
            <a:ext cx="7772400" cy="1143000"/>
          </a:xfrm>
          <a:noFill/>
          <a:ln/>
        </p:spPr>
        <p:txBody>
          <a:bodyPr lIns="92075" tIns="46038" rIns="92075" bIns="46038"/>
          <a:lstStyle/>
          <a:p>
            <a:r>
              <a:rPr lang="en-US" altLang="en-US" sz="4000">
                <a:solidFill>
                  <a:schemeClr val="tx1"/>
                </a:solidFill>
              </a:rPr>
              <a:t>Lherzolite: A type of peridotite with Olivine &gt; Opx + Cpx</a:t>
            </a:r>
          </a:p>
        </p:txBody>
      </p:sp>
      <p:sp>
        <p:nvSpPr>
          <p:cNvPr id="13315" name="Freeform 3">
            <a:extLst>
              <a:ext uri="{FF2B5EF4-FFF2-40B4-BE49-F238E27FC236}">
                <a16:creationId xmlns:a16="http://schemas.microsoft.com/office/drawing/2014/main" id="{EB947208-B537-41CD-89EC-6FC1FA079CB5}"/>
              </a:ext>
            </a:extLst>
          </p:cNvPr>
          <p:cNvSpPr>
            <a:spLocks/>
          </p:cNvSpPr>
          <p:nvPr/>
        </p:nvSpPr>
        <p:spPr bwMode="auto">
          <a:xfrm>
            <a:off x="2765425" y="2338388"/>
            <a:ext cx="3897313" cy="3462337"/>
          </a:xfrm>
          <a:custGeom>
            <a:avLst/>
            <a:gdLst>
              <a:gd name="T0" fmla="*/ 1215 w 2455"/>
              <a:gd name="T1" fmla="*/ 0 h 2181"/>
              <a:gd name="T2" fmla="*/ 0 w 2455"/>
              <a:gd name="T3" fmla="*/ 2180 h 2181"/>
              <a:gd name="T4" fmla="*/ 2454 w 2455"/>
              <a:gd name="T5" fmla="*/ 2180 h 2181"/>
              <a:gd name="T6" fmla="*/ 1215 w 2455"/>
              <a:gd name="T7" fmla="*/ 0 h 2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55" h="2181">
                <a:moveTo>
                  <a:pt x="1215" y="0"/>
                </a:moveTo>
                <a:lnTo>
                  <a:pt x="0" y="2180"/>
                </a:lnTo>
                <a:lnTo>
                  <a:pt x="2454" y="2180"/>
                </a:lnTo>
                <a:lnTo>
                  <a:pt x="1215" y="0"/>
                </a:lnTo>
              </a:path>
            </a:pathLst>
          </a:custGeom>
          <a:solidFill>
            <a:srgbClr val="FFC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16" name="AutoShape 4">
            <a:extLst>
              <a:ext uri="{FF2B5EF4-FFF2-40B4-BE49-F238E27FC236}">
                <a16:creationId xmlns:a16="http://schemas.microsoft.com/office/drawing/2014/main" id="{CA0FAE75-759A-4AE7-89D1-5FEFA4C26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725" y="2728913"/>
            <a:ext cx="2079625" cy="1817687"/>
          </a:xfrm>
          <a:prstGeom prst="triangle">
            <a:avLst>
              <a:gd name="adj" fmla="val 49995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7" name="Freeform 5">
            <a:extLst>
              <a:ext uri="{FF2B5EF4-FFF2-40B4-BE49-F238E27FC236}">
                <a16:creationId xmlns:a16="http://schemas.microsoft.com/office/drawing/2014/main" id="{35B05214-EF70-4D07-AB66-8C807C128E1A}"/>
              </a:ext>
            </a:extLst>
          </p:cNvPr>
          <p:cNvSpPr>
            <a:spLocks/>
          </p:cNvSpPr>
          <p:nvPr/>
        </p:nvSpPr>
        <p:spPr bwMode="auto">
          <a:xfrm>
            <a:off x="2760663" y="2332038"/>
            <a:ext cx="3906837" cy="3473450"/>
          </a:xfrm>
          <a:custGeom>
            <a:avLst/>
            <a:gdLst>
              <a:gd name="T0" fmla="*/ 1221 w 2461"/>
              <a:gd name="T1" fmla="*/ 0 h 2188"/>
              <a:gd name="T2" fmla="*/ 1216 w 2461"/>
              <a:gd name="T3" fmla="*/ 0 h 2188"/>
              <a:gd name="T4" fmla="*/ 0 w 2461"/>
              <a:gd name="T5" fmla="*/ 2180 h 2188"/>
              <a:gd name="T6" fmla="*/ 0 w 2461"/>
              <a:gd name="T7" fmla="*/ 2187 h 2188"/>
              <a:gd name="T8" fmla="*/ 2460 w 2461"/>
              <a:gd name="T9" fmla="*/ 2187 h 2188"/>
              <a:gd name="T10" fmla="*/ 2460 w 2461"/>
              <a:gd name="T11" fmla="*/ 2180 h 2188"/>
              <a:gd name="T12" fmla="*/ 1221 w 2461"/>
              <a:gd name="T13" fmla="*/ 0 h 2188"/>
              <a:gd name="T14" fmla="*/ 1216 w 2461"/>
              <a:gd name="T15" fmla="*/ 6 h 2188"/>
              <a:gd name="T16" fmla="*/ 2453 w 2461"/>
              <a:gd name="T17" fmla="*/ 2187 h 2188"/>
              <a:gd name="T18" fmla="*/ 2456 w 2461"/>
              <a:gd name="T19" fmla="*/ 2180 h 2188"/>
              <a:gd name="T20" fmla="*/ 3 w 2461"/>
              <a:gd name="T21" fmla="*/ 2180 h 2188"/>
              <a:gd name="T22" fmla="*/ 6 w 2461"/>
              <a:gd name="T23" fmla="*/ 2187 h 2188"/>
              <a:gd name="T24" fmla="*/ 1221 w 2461"/>
              <a:gd name="T25" fmla="*/ 6 h 2188"/>
              <a:gd name="T26" fmla="*/ 1216 w 2461"/>
              <a:gd name="T27" fmla="*/ 6 h 2188"/>
              <a:gd name="T28" fmla="*/ 1221 w 2461"/>
              <a:gd name="T29" fmla="*/ 0 h 2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461" h="2188">
                <a:moveTo>
                  <a:pt x="1221" y="0"/>
                </a:moveTo>
                <a:lnTo>
                  <a:pt x="1216" y="0"/>
                </a:lnTo>
                <a:lnTo>
                  <a:pt x="0" y="2180"/>
                </a:lnTo>
                <a:lnTo>
                  <a:pt x="0" y="2187"/>
                </a:lnTo>
                <a:lnTo>
                  <a:pt x="2460" y="2187"/>
                </a:lnTo>
                <a:lnTo>
                  <a:pt x="2460" y="2180"/>
                </a:lnTo>
                <a:lnTo>
                  <a:pt x="1221" y="0"/>
                </a:lnTo>
                <a:lnTo>
                  <a:pt x="1216" y="6"/>
                </a:lnTo>
                <a:lnTo>
                  <a:pt x="2453" y="2187"/>
                </a:lnTo>
                <a:lnTo>
                  <a:pt x="2456" y="2180"/>
                </a:lnTo>
                <a:lnTo>
                  <a:pt x="3" y="2180"/>
                </a:lnTo>
                <a:lnTo>
                  <a:pt x="6" y="2187"/>
                </a:lnTo>
                <a:lnTo>
                  <a:pt x="1221" y="6"/>
                </a:lnTo>
                <a:lnTo>
                  <a:pt x="1216" y="6"/>
                </a:lnTo>
                <a:lnTo>
                  <a:pt x="1221" y="0"/>
                </a:lnTo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18" name="Freeform 6">
            <a:extLst>
              <a:ext uri="{FF2B5EF4-FFF2-40B4-BE49-F238E27FC236}">
                <a16:creationId xmlns:a16="http://schemas.microsoft.com/office/drawing/2014/main" id="{32C82D6C-51A1-4DC7-A299-16983EBA843A}"/>
              </a:ext>
            </a:extLst>
          </p:cNvPr>
          <p:cNvSpPr>
            <a:spLocks/>
          </p:cNvSpPr>
          <p:nvPr/>
        </p:nvSpPr>
        <p:spPr bwMode="auto">
          <a:xfrm>
            <a:off x="3051175" y="5613400"/>
            <a:ext cx="3308350" cy="42863"/>
          </a:xfrm>
          <a:custGeom>
            <a:avLst/>
            <a:gdLst>
              <a:gd name="T0" fmla="*/ 3 w 2084"/>
              <a:gd name="T1" fmla="*/ 0 h 27"/>
              <a:gd name="T2" fmla="*/ 0 w 2084"/>
              <a:gd name="T3" fmla="*/ 0 h 27"/>
              <a:gd name="T4" fmla="*/ 0 w 2084"/>
              <a:gd name="T5" fmla="*/ 15 h 27"/>
              <a:gd name="T6" fmla="*/ 3 w 2084"/>
              <a:gd name="T7" fmla="*/ 15 h 27"/>
              <a:gd name="T8" fmla="*/ 2079 w 2084"/>
              <a:gd name="T9" fmla="*/ 26 h 27"/>
              <a:gd name="T10" fmla="*/ 2083 w 2084"/>
              <a:gd name="T11" fmla="*/ 26 h 27"/>
              <a:gd name="T12" fmla="*/ 2083 w 2084"/>
              <a:gd name="T13" fmla="*/ 10 h 27"/>
              <a:gd name="T14" fmla="*/ 2079 w 2084"/>
              <a:gd name="T15" fmla="*/ 10 h 27"/>
              <a:gd name="T16" fmla="*/ 3 w 2084"/>
              <a:gd name="T17" fmla="*/ 0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84" h="27">
                <a:moveTo>
                  <a:pt x="3" y="0"/>
                </a:moveTo>
                <a:lnTo>
                  <a:pt x="0" y="0"/>
                </a:lnTo>
                <a:lnTo>
                  <a:pt x="0" y="15"/>
                </a:lnTo>
                <a:lnTo>
                  <a:pt x="3" y="15"/>
                </a:lnTo>
                <a:lnTo>
                  <a:pt x="2079" y="26"/>
                </a:lnTo>
                <a:lnTo>
                  <a:pt x="2083" y="26"/>
                </a:lnTo>
                <a:lnTo>
                  <a:pt x="2083" y="10"/>
                </a:lnTo>
                <a:lnTo>
                  <a:pt x="2079" y="10"/>
                </a:lnTo>
                <a:lnTo>
                  <a:pt x="3" y="0"/>
                </a:lnTo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19" name="Freeform 7">
            <a:extLst>
              <a:ext uri="{FF2B5EF4-FFF2-40B4-BE49-F238E27FC236}">
                <a16:creationId xmlns:a16="http://schemas.microsoft.com/office/drawing/2014/main" id="{E0FC6010-02DB-4812-9E43-18D2EE25E942}"/>
              </a:ext>
            </a:extLst>
          </p:cNvPr>
          <p:cNvSpPr>
            <a:spLocks/>
          </p:cNvSpPr>
          <p:nvPr/>
        </p:nvSpPr>
        <p:spPr bwMode="auto">
          <a:xfrm>
            <a:off x="6270625" y="5435600"/>
            <a:ext cx="185738" cy="369888"/>
          </a:xfrm>
          <a:custGeom>
            <a:avLst/>
            <a:gdLst>
              <a:gd name="T0" fmla="*/ 116 w 117"/>
              <a:gd name="T1" fmla="*/ 3 h 233"/>
              <a:gd name="T2" fmla="*/ 116 w 117"/>
              <a:gd name="T3" fmla="*/ 0 h 233"/>
              <a:gd name="T4" fmla="*/ 109 w 117"/>
              <a:gd name="T5" fmla="*/ 0 h 233"/>
              <a:gd name="T6" fmla="*/ 109 w 117"/>
              <a:gd name="T7" fmla="*/ 3 h 233"/>
              <a:gd name="T8" fmla="*/ 0 w 117"/>
              <a:gd name="T9" fmla="*/ 228 h 233"/>
              <a:gd name="T10" fmla="*/ 0 w 117"/>
              <a:gd name="T11" fmla="*/ 232 h 233"/>
              <a:gd name="T12" fmla="*/ 4 w 117"/>
              <a:gd name="T13" fmla="*/ 232 h 233"/>
              <a:gd name="T14" fmla="*/ 4 w 117"/>
              <a:gd name="T15" fmla="*/ 228 h 233"/>
              <a:gd name="T16" fmla="*/ 116 w 117"/>
              <a:gd name="T17" fmla="*/ 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7" h="233">
                <a:moveTo>
                  <a:pt x="116" y="3"/>
                </a:moveTo>
                <a:lnTo>
                  <a:pt x="116" y="0"/>
                </a:lnTo>
                <a:lnTo>
                  <a:pt x="109" y="0"/>
                </a:lnTo>
                <a:lnTo>
                  <a:pt x="109" y="3"/>
                </a:lnTo>
                <a:lnTo>
                  <a:pt x="0" y="228"/>
                </a:lnTo>
                <a:lnTo>
                  <a:pt x="0" y="232"/>
                </a:lnTo>
                <a:lnTo>
                  <a:pt x="4" y="232"/>
                </a:lnTo>
                <a:lnTo>
                  <a:pt x="4" y="228"/>
                </a:lnTo>
                <a:lnTo>
                  <a:pt x="116" y="3"/>
                </a:lnTo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0" name="Freeform 8">
            <a:extLst>
              <a:ext uri="{FF2B5EF4-FFF2-40B4-BE49-F238E27FC236}">
                <a16:creationId xmlns:a16="http://schemas.microsoft.com/office/drawing/2014/main" id="{19B5D0BD-28FA-442A-AA35-6660A4A98A91}"/>
              </a:ext>
            </a:extLst>
          </p:cNvPr>
          <p:cNvSpPr>
            <a:spLocks/>
          </p:cNvSpPr>
          <p:nvPr/>
        </p:nvSpPr>
        <p:spPr bwMode="auto">
          <a:xfrm>
            <a:off x="2957513" y="5446713"/>
            <a:ext cx="184150" cy="354012"/>
          </a:xfrm>
          <a:custGeom>
            <a:avLst/>
            <a:gdLst>
              <a:gd name="T0" fmla="*/ 6 w 116"/>
              <a:gd name="T1" fmla="*/ 1 h 223"/>
              <a:gd name="T2" fmla="*/ 6 w 116"/>
              <a:gd name="T3" fmla="*/ 0 h 223"/>
              <a:gd name="T4" fmla="*/ 0 w 116"/>
              <a:gd name="T5" fmla="*/ 0 h 223"/>
              <a:gd name="T6" fmla="*/ 0 w 116"/>
              <a:gd name="T7" fmla="*/ 1 h 223"/>
              <a:gd name="T8" fmla="*/ 108 w 116"/>
              <a:gd name="T9" fmla="*/ 218 h 223"/>
              <a:gd name="T10" fmla="*/ 108 w 116"/>
              <a:gd name="T11" fmla="*/ 222 h 223"/>
              <a:gd name="T12" fmla="*/ 115 w 116"/>
              <a:gd name="T13" fmla="*/ 222 h 223"/>
              <a:gd name="T14" fmla="*/ 115 w 116"/>
              <a:gd name="T15" fmla="*/ 218 h 223"/>
              <a:gd name="T16" fmla="*/ 6 w 116"/>
              <a:gd name="T17" fmla="*/ 1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6" h="223">
                <a:moveTo>
                  <a:pt x="6" y="1"/>
                </a:moveTo>
                <a:lnTo>
                  <a:pt x="6" y="0"/>
                </a:lnTo>
                <a:lnTo>
                  <a:pt x="0" y="0"/>
                </a:lnTo>
                <a:lnTo>
                  <a:pt x="0" y="1"/>
                </a:lnTo>
                <a:lnTo>
                  <a:pt x="108" y="218"/>
                </a:lnTo>
                <a:lnTo>
                  <a:pt x="108" y="222"/>
                </a:lnTo>
                <a:lnTo>
                  <a:pt x="115" y="222"/>
                </a:lnTo>
                <a:lnTo>
                  <a:pt x="115" y="218"/>
                </a:lnTo>
                <a:lnTo>
                  <a:pt x="6" y="1"/>
                </a:lnTo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1" name="Freeform 9">
            <a:extLst>
              <a:ext uri="{FF2B5EF4-FFF2-40B4-BE49-F238E27FC236}">
                <a16:creationId xmlns:a16="http://schemas.microsoft.com/office/drawing/2014/main" id="{CAF593FD-1E15-482E-B9C9-27CF24EBCB00}"/>
              </a:ext>
            </a:extLst>
          </p:cNvPr>
          <p:cNvSpPr>
            <a:spLocks/>
          </p:cNvSpPr>
          <p:nvPr/>
        </p:nvSpPr>
        <p:spPr bwMode="auto">
          <a:xfrm>
            <a:off x="3038475" y="2732088"/>
            <a:ext cx="1655763" cy="2890837"/>
          </a:xfrm>
          <a:custGeom>
            <a:avLst/>
            <a:gdLst>
              <a:gd name="T0" fmla="*/ 1042 w 1043"/>
              <a:gd name="T1" fmla="*/ 6 h 1821"/>
              <a:gd name="T2" fmla="*/ 1042 w 1043"/>
              <a:gd name="T3" fmla="*/ 0 h 1821"/>
              <a:gd name="T4" fmla="*/ 1035 w 1043"/>
              <a:gd name="T5" fmla="*/ 0 h 1821"/>
              <a:gd name="T6" fmla="*/ 0 w 1043"/>
              <a:gd name="T7" fmla="*/ 1815 h 1821"/>
              <a:gd name="T8" fmla="*/ 0 w 1043"/>
              <a:gd name="T9" fmla="*/ 1820 h 1821"/>
              <a:gd name="T10" fmla="*/ 6 w 1043"/>
              <a:gd name="T11" fmla="*/ 1820 h 1821"/>
              <a:gd name="T12" fmla="*/ 1042 w 1043"/>
              <a:gd name="T13" fmla="*/ 6 h 1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43" h="1821">
                <a:moveTo>
                  <a:pt x="1042" y="6"/>
                </a:moveTo>
                <a:lnTo>
                  <a:pt x="1042" y="0"/>
                </a:lnTo>
                <a:lnTo>
                  <a:pt x="1035" y="0"/>
                </a:lnTo>
                <a:lnTo>
                  <a:pt x="0" y="1815"/>
                </a:lnTo>
                <a:lnTo>
                  <a:pt x="0" y="1820"/>
                </a:lnTo>
                <a:lnTo>
                  <a:pt x="6" y="1820"/>
                </a:lnTo>
                <a:lnTo>
                  <a:pt x="1042" y="6"/>
                </a:lnTo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2" name="Freeform 10">
            <a:extLst>
              <a:ext uri="{FF2B5EF4-FFF2-40B4-BE49-F238E27FC236}">
                <a16:creationId xmlns:a16="http://schemas.microsoft.com/office/drawing/2014/main" id="{E8A67952-0EF0-4BB8-8543-A95649FFA308}"/>
              </a:ext>
            </a:extLst>
          </p:cNvPr>
          <p:cNvSpPr>
            <a:spLocks/>
          </p:cNvSpPr>
          <p:nvPr/>
        </p:nvSpPr>
        <p:spPr bwMode="auto">
          <a:xfrm>
            <a:off x="4687888" y="2727325"/>
            <a:ext cx="1674812" cy="2900363"/>
          </a:xfrm>
          <a:custGeom>
            <a:avLst/>
            <a:gdLst>
              <a:gd name="T0" fmla="*/ 4 w 1055"/>
              <a:gd name="T1" fmla="*/ 0 h 1827"/>
              <a:gd name="T2" fmla="*/ 0 w 1055"/>
              <a:gd name="T3" fmla="*/ 0 h 1827"/>
              <a:gd name="T4" fmla="*/ 0 w 1055"/>
              <a:gd name="T5" fmla="*/ 6 h 1827"/>
              <a:gd name="T6" fmla="*/ 1047 w 1055"/>
              <a:gd name="T7" fmla="*/ 1826 h 1827"/>
              <a:gd name="T8" fmla="*/ 1054 w 1055"/>
              <a:gd name="T9" fmla="*/ 1826 h 1827"/>
              <a:gd name="T10" fmla="*/ 1054 w 1055"/>
              <a:gd name="T11" fmla="*/ 1821 h 1827"/>
              <a:gd name="T12" fmla="*/ 4 w 1055"/>
              <a:gd name="T13" fmla="*/ 0 h 1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55" h="1827">
                <a:moveTo>
                  <a:pt x="4" y="0"/>
                </a:moveTo>
                <a:lnTo>
                  <a:pt x="0" y="0"/>
                </a:lnTo>
                <a:lnTo>
                  <a:pt x="0" y="6"/>
                </a:lnTo>
                <a:lnTo>
                  <a:pt x="1047" y="1826"/>
                </a:lnTo>
                <a:lnTo>
                  <a:pt x="1054" y="1826"/>
                </a:lnTo>
                <a:lnTo>
                  <a:pt x="1054" y="1821"/>
                </a:lnTo>
                <a:lnTo>
                  <a:pt x="4" y="0"/>
                </a:lnTo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23" name="Line 11">
            <a:extLst>
              <a:ext uri="{FF2B5EF4-FFF2-40B4-BE49-F238E27FC236}">
                <a16:creationId xmlns:a16="http://schemas.microsoft.com/office/drawing/2014/main" id="{7F0A3395-05B2-4189-841E-5BED053F76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2525713"/>
            <a:ext cx="407988" cy="93662"/>
          </a:xfrm>
          <a:prstGeom prst="line">
            <a:avLst/>
          </a:prstGeom>
          <a:noFill/>
          <a:ln w="12700">
            <a:solidFill>
              <a:srgbClr val="FF66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4" name="Line 12">
            <a:extLst>
              <a:ext uri="{FF2B5EF4-FFF2-40B4-BE49-F238E27FC236}">
                <a16:creationId xmlns:a16="http://schemas.microsoft.com/office/drawing/2014/main" id="{110CA5E9-2894-4697-9E97-6FC3881CE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1463" y="5276850"/>
            <a:ext cx="114300" cy="390525"/>
          </a:xfrm>
          <a:prstGeom prst="line">
            <a:avLst/>
          </a:prstGeom>
          <a:noFill/>
          <a:ln w="12700">
            <a:solidFill>
              <a:srgbClr val="FF66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830D263F-F172-4F04-B45D-F6B61FAB1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463" y="1946275"/>
            <a:ext cx="8620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600" b="1">
                <a:solidFill>
                  <a:srgbClr val="FF66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Olivine</a:t>
            </a:r>
          </a:p>
        </p:txBody>
      </p:sp>
      <p:sp>
        <p:nvSpPr>
          <p:cNvPr id="13326" name="Rectangle 14">
            <a:extLst>
              <a:ext uri="{FF2B5EF4-FFF2-40B4-BE49-F238E27FC236}">
                <a16:creationId xmlns:a16="http://schemas.microsoft.com/office/drawing/2014/main" id="{E019A527-5F31-42C1-BC7A-795FC18D5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842000"/>
            <a:ext cx="15954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600" b="1">
                <a:solidFill>
                  <a:srgbClr val="FF66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Clinopyroxene</a:t>
            </a:r>
          </a:p>
        </p:txBody>
      </p:sp>
      <p:sp>
        <p:nvSpPr>
          <p:cNvPr id="13327" name="Rectangle 15">
            <a:extLst>
              <a:ext uri="{FF2B5EF4-FFF2-40B4-BE49-F238E27FC236}">
                <a16:creationId xmlns:a16="http://schemas.microsoft.com/office/drawing/2014/main" id="{DDC5636D-0AFB-440D-84CD-0D8FE673B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5816600"/>
            <a:ext cx="1641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600" b="1">
                <a:solidFill>
                  <a:srgbClr val="FF66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Orthopyroxene</a:t>
            </a:r>
          </a:p>
        </p:txBody>
      </p:sp>
      <p:sp>
        <p:nvSpPr>
          <p:cNvPr id="13328" name="Rectangle 16">
            <a:extLst>
              <a:ext uri="{FF2B5EF4-FFF2-40B4-BE49-F238E27FC236}">
                <a16:creationId xmlns:a16="http://schemas.microsoft.com/office/drawing/2014/main" id="{C1D21FD5-DF2B-4831-AAA0-054F83F0D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963" y="3713163"/>
            <a:ext cx="11445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600" b="1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Lherzolite</a:t>
            </a:r>
          </a:p>
        </p:txBody>
      </p:sp>
      <p:sp>
        <p:nvSpPr>
          <p:cNvPr id="13329" name="Rectangle 17">
            <a:extLst>
              <a:ext uri="{FF2B5EF4-FFF2-40B4-BE49-F238E27FC236}">
                <a16:creationId xmlns:a16="http://schemas.microsoft.com/office/drawing/2014/main" id="{EB4BEEAC-2736-4AF3-B2A2-3A9CC937F399}"/>
              </a:ext>
            </a:extLst>
          </p:cNvPr>
          <p:cNvSpPr>
            <a:spLocks noChangeArrowheads="1"/>
          </p:cNvSpPr>
          <p:nvPr/>
        </p:nvSpPr>
        <p:spPr bwMode="auto">
          <a:xfrm rot="17925000">
            <a:off x="3414713" y="3748088"/>
            <a:ext cx="103028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Harzburgite</a:t>
            </a:r>
          </a:p>
        </p:txBody>
      </p:sp>
      <p:sp>
        <p:nvSpPr>
          <p:cNvPr id="13330" name="Rectangle 18">
            <a:extLst>
              <a:ext uri="{FF2B5EF4-FFF2-40B4-BE49-F238E27FC236}">
                <a16:creationId xmlns:a16="http://schemas.microsoft.com/office/drawing/2014/main" id="{C05A262D-75F8-4637-A653-E7C0845168DF}"/>
              </a:ext>
            </a:extLst>
          </p:cNvPr>
          <p:cNvSpPr>
            <a:spLocks noChangeArrowheads="1"/>
          </p:cNvSpPr>
          <p:nvPr/>
        </p:nvSpPr>
        <p:spPr bwMode="auto">
          <a:xfrm rot="3536250">
            <a:off x="4929188" y="3511550"/>
            <a:ext cx="7858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Wehrlite</a:t>
            </a:r>
          </a:p>
        </p:txBody>
      </p:sp>
      <p:sp>
        <p:nvSpPr>
          <p:cNvPr id="13331" name="Rectangle 19">
            <a:extLst>
              <a:ext uri="{FF2B5EF4-FFF2-40B4-BE49-F238E27FC236}">
                <a16:creationId xmlns:a16="http://schemas.microsoft.com/office/drawing/2014/main" id="{0B648E2F-8175-420D-ADDF-0EDE9BB5E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5578475"/>
            <a:ext cx="9636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Websterite</a:t>
            </a:r>
          </a:p>
        </p:txBody>
      </p:sp>
      <p:sp>
        <p:nvSpPr>
          <p:cNvPr id="13332" name="Rectangle 20">
            <a:extLst>
              <a:ext uri="{FF2B5EF4-FFF2-40B4-BE49-F238E27FC236}">
                <a16:creationId xmlns:a16="http://schemas.microsoft.com/office/drawing/2014/main" id="{0D88E546-713C-47ED-8E2E-E666623B5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4968875"/>
            <a:ext cx="1370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Orthopyroxenite</a:t>
            </a:r>
          </a:p>
        </p:txBody>
      </p:sp>
      <p:sp>
        <p:nvSpPr>
          <p:cNvPr id="13333" name="Rectangle 21">
            <a:extLst>
              <a:ext uri="{FF2B5EF4-FFF2-40B4-BE49-F238E27FC236}">
                <a16:creationId xmlns:a16="http://schemas.microsoft.com/office/drawing/2014/main" id="{C8AC9E13-7025-41FC-A8AE-49E09411F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575" y="5757863"/>
            <a:ext cx="13350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Clinopyroxenite</a:t>
            </a:r>
          </a:p>
        </p:txBody>
      </p:sp>
      <p:sp>
        <p:nvSpPr>
          <p:cNvPr id="13334" name="Rectangle 22">
            <a:extLst>
              <a:ext uri="{FF2B5EF4-FFF2-40B4-BE49-F238E27FC236}">
                <a16:creationId xmlns:a16="http://schemas.microsoft.com/office/drawing/2014/main" id="{AB8A7CE6-7596-4C25-8978-0740C02DF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388" y="4894263"/>
            <a:ext cx="15144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Olivine Websterite</a:t>
            </a:r>
          </a:p>
        </p:txBody>
      </p:sp>
      <p:sp>
        <p:nvSpPr>
          <p:cNvPr id="13335" name="Rectangle 23">
            <a:extLst>
              <a:ext uri="{FF2B5EF4-FFF2-40B4-BE49-F238E27FC236}">
                <a16:creationId xmlns:a16="http://schemas.microsoft.com/office/drawing/2014/main" id="{E76720AC-EA77-4B0B-8D0C-AB0AC619D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738" y="3176588"/>
            <a:ext cx="12350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Peridotites</a:t>
            </a:r>
          </a:p>
        </p:txBody>
      </p:sp>
      <p:sp>
        <p:nvSpPr>
          <p:cNvPr id="13336" name="Rectangle 24">
            <a:extLst>
              <a:ext uri="{FF2B5EF4-FFF2-40B4-BE49-F238E27FC236}">
                <a16:creationId xmlns:a16="http://schemas.microsoft.com/office/drawing/2014/main" id="{B1DFE428-ADA2-40D1-8E3C-EB7FDA689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1775" y="4846638"/>
            <a:ext cx="1336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Pyroxenites</a:t>
            </a:r>
          </a:p>
        </p:txBody>
      </p:sp>
      <p:sp>
        <p:nvSpPr>
          <p:cNvPr id="13337" name="Line 25">
            <a:extLst>
              <a:ext uri="{FF2B5EF4-FFF2-40B4-BE49-F238E27FC236}">
                <a16:creationId xmlns:a16="http://schemas.microsoft.com/office/drawing/2014/main" id="{CABFA46E-ADAB-431C-8488-D28BF89FE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7425" y="2332038"/>
            <a:ext cx="3201988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8" name="Line 26">
            <a:extLst>
              <a:ext uri="{FF2B5EF4-FFF2-40B4-BE49-F238E27FC236}">
                <a16:creationId xmlns:a16="http://schemas.microsoft.com/office/drawing/2014/main" id="{AE059693-A67F-4AF8-87B5-AAD19EC410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5838" y="4546600"/>
            <a:ext cx="1970087" cy="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39" name="Line 27">
            <a:extLst>
              <a:ext uri="{FF2B5EF4-FFF2-40B4-BE49-F238E27FC236}">
                <a16:creationId xmlns:a16="http://schemas.microsoft.com/office/drawing/2014/main" id="{4BB8B9E4-5A7E-4A86-BDCA-61EE965190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24650" y="5791200"/>
            <a:ext cx="1316038" cy="3175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0" name="Line 28">
            <a:extLst>
              <a:ext uri="{FF2B5EF4-FFF2-40B4-BE49-F238E27FC236}">
                <a16:creationId xmlns:a16="http://schemas.microsoft.com/office/drawing/2014/main" id="{8C87EC9B-78BA-4AE6-90BF-688E991F8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3763" y="4551363"/>
            <a:ext cx="0" cy="395287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1" name="Freeform 29">
            <a:extLst>
              <a:ext uri="{FF2B5EF4-FFF2-40B4-BE49-F238E27FC236}">
                <a16:creationId xmlns:a16="http://schemas.microsoft.com/office/drawing/2014/main" id="{7EF58AF4-39FC-4B4D-B649-1CD646F42D1B}"/>
              </a:ext>
            </a:extLst>
          </p:cNvPr>
          <p:cNvSpPr>
            <a:spLocks/>
          </p:cNvSpPr>
          <p:nvPr/>
        </p:nvSpPr>
        <p:spPr bwMode="auto">
          <a:xfrm>
            <a:off x="7216775" y="4551363"/>
            <a:ext cx="63500" cy="66675"/>
          </a:xfrm>
          <a:custGeom>
            <a:avLst/>
            <a:gdLst>
              <a:gd name="T0" fmla="*/ 39 w 40"/>
              <a:gd name="T1" fmla="*/ 41 h 42"/>
              <a:gd name="T2" fmla="*/ 17 w 40"/>
              <a:gd name="T3" fmla="*/ 0 h 42"/>
              <a:gd name="T4" fmla="*/ 0 w 40"/>
              <a:gd name="T5" fmla="*/ 41 h 42"/>
              <a:gd name="T6" fmla="*/ 17 w 40"/>
              <a:gd name="T7" fmla="*/ 19 h 42"/>
              <a:gd name="T8" fmla="*/ 39 w 40"/>
              <a:gd name="T9" fmla="*/ 41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2">
                <a:moveTo>
                  <a:pt x="39" y="41"/>
                </a:moveTo>
                <a:lnTo>
                  <a:pt x="17" y="0"/>
                </a:lnTo>
                <a:lnTo>
                  <a:pt x="0" y="41"/>
                </a:lnTo>
                <a:lnTo>
                  <a:pt x="17" y="19"/>
                </a:lnTo>
                <a:lnTo>
                  <a:pt x="39" y="41"/>
                </a:lnTo>
              </a:path>
            </a:pathLst>
          </a:custGeom>
          <a:solidFill>
            <a:srgbClr val="FFFF00"/>
          </a:solidFill>
          <a:ln w="12700" cap="rnd" cmpd="sng">
            <a:solidFill>
              <a:srgbClr val="FFFF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2" name="Line 30">
            <a:extLst>
              <a:ext uri="{FF2B5EF4-FFF2-40B4-BE49-F238E27FC236}">
                <a16:creationId xmlns:a16="http://schemas.microsoft.com/office/drawing/2014/main" id="{6F8E8404-723C-4C44-951F-FC6ED06DA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3763" y="5108575"/>
            <a:ext cx="0" cy="682625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3" name="Freeform 31">
            <a:extLst>
              <a:ext uri="{FF2B5EF4-FFF2-40B4-BE49-F238E27FC236}">
                <a16:creationId xmlns:a16="http://schemas.microsoft.com/office/drawing/2014/main" id="{24424DCD-ED80-43E8-B85B-254686A4EAFB}"/>
              </a:ext>
            </a:extLst>
          </p:cNvPr>
          <p:cNvSpPr>
            <a:spLocks/>
          </p:cNvSpPr>
          <p:nvPr/>
        </p:nvSpPr>
        <p:spPr bwMode="auto">
          <a:xfrm>
            <a:off x="7216775" y="5727700"/>
            <a:ext cx="63500" cy="65088"/>
          </a:xfrm>
          <a:custGeom>
            <a:avLst/>
            <a:gdLst>
              <a:gd name="T0" fmla="*/ 39 w 40"/>
              <a:gd name="T1" fmla="*/ 0 h 41"/>
              <a:gd name="T2" fmla="*/ 17 w 40"/>
              <a:gd name="T3" fmla="*/ 40 h 41"/>
              <a:gd name="T4" fmla="*/ 0 w 40"/>
              <a:gd name="T5" fmla="*/ 0 h 41"/>
              <a:gd name="T6" fmla="*/ 17 w 40"/>
              <a:gd name="T7" fmla="*/ 20 h 41"/>
              <a:gd name="T8" fmla="*/ 39 w 40"/>
              <a:gd name="T9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1">
                <a:moveTo>
                  <a:pt x="39" y="0"/>
                </a:moveTo>
                <a:lnTo>
                  <a:pt x="17" y="40"/>
                </a:lnTo>
                <a:lnTo>
                  <a:pt x="0" y="0"/>
                </a:lnTo>
                <a:lnTo>
                  <a:pt x="17" y="20"/>
                </a:lnTo>
                <a:lnTo>
                  <a:pt x="39" y="0"/>
                </a:lnTo>
              </a:path>
            </a:pathLst>
          </a:custGeom>
          <a:solidFill>
            <a:srgbClr val="000000"/>
          </a:solidFill>
          <a:ln w="12700" cap="rnd" cmpd="sng">
            <a:solidFill>
              <a:srgbClr val="FFFF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4" name="Line 32">
            <a:extLst>
              <a:ext uri="{FF2B5EF4-FFF2-40B4-BE49-F238E27FC236}">
                <a16:creationId xmlns:a16="http://schemas.microsoft.com/office/drawing/2014/main" id="{43336AEA-A1C0-459E-83BC-D3AAB90270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3763" y="3455988"/>
            <a:ext cx="0" cy="1095375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5" name="Freeform 33">
            <a:extLst>
              <a:ext uri="{FF2B5EF4-FFF2-40B4-BE49-F238E27FC236}">
                <a16:creationId xmlns:a16="http://schemas.microsoft.com/office/drawing/2014/main" id="{7130B798-E5BC-4F70-9270-D4405A8C7D96}"/>
              </a:ext>
            </a:extLst>
          </p:cNvPr>
          <p:cNvSpPr>
            <a:spLocks/>
          </p:cNvSpPr>
          <p:nvPr/>
        </p:nvSpPr>
        <p:spPr bwMode="auto">
          <a:xfrm>
            <a:off x="7216775" y="4487863"/>
            <a:ext cx="63500" cy="65087"/>
          </a:xfrm>
          <a:custGeom>
            <a:avLst/>
            <a:gdLst>
              <a:gd name="T0" fmla="*/ 39 w 40"/>
              <a:gd name="T1" fmla="*/ 0 h 41"/>
              <a:gd name="T2" fmla="*/ 17 w 40"/>
              <a:gd name="T3" fmla="*/ 40 h 41"/>
              <a:gd name="T4" fmla="*/ 0 w 40"/>
              <a:gd name="T5" fmla="*/ 0 h 41"/>
              <a:gd name="T6" fmla="*/ 17 w 40"/>
              <a:gd name="T7" fmla="*/ 19 h 41"/>
              <a:gd name="T8" fmla="*/ 39 w 40"/>
              <a:gd name="T9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1">
                <a:moveTo>
                  <a:pt x="39" y="0"/>
                </a:moveTo>
                <a:lnTo>
                  <a:pt x="17" y="40"/>
                </a:lnTo>
                <a:lnTo>
                  <a:pt x="0" y="0"/>
                </a:lnTo>
                <a:lnTo>
                  <a:pt x="17" y="19"/>
                </a:lnTo>
                <a:lnTo>
                  <a:pt x="39" y="0"/>
                </a:lnTo>
              </a:path>
            </a:pathLst>
          </a:custGeom>
          <a:solidFill>
            <a:srgbClr val="FFFF00"/>
          </a:solidFill>
          <a:ln w="12700" cap="rnd" cmpd="sng">
            <a:solidFill>
              <a:srgbClr val="FFFF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6" name="Line 34">
            <a:extLst>
              <a:ext uri="{FF2B5EF4-FFF2-40B4-BE49-F238E27FC236}">
                <a16:creationId xmlns:a16="http://schemas.microsoft.com/office/drawing/2014/main" id="{D69D25BC-8BA4-4B11-BAA0-B00355B33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6938" y="2338388"/>
            <a:ext cx="0" cy="885825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47" name="Freeform 35">
            <a:extLst>
              <a:ext uri="{FF2B5EF4-FFF2-40B4-BE49-F238E27FC236}">
                <a16:creationId xmlns:a16="http://schemas.microsoft.com/office/drawing/2014/main" id="{C73C14A2-5C6D-48BD-B3F2-6E54EBB8844C}"/>
              </a:ext>
            </a:extLst>
          </p:cNvPr>
          <p:cNvSpPr>
            <a:spLocks/>
          </p:cNvSpPr>
          <p:nvPr/>
        </p:nvSpPr>
        <p:spPr bwMode="auto">
          <a:xfrm>
            <a:off x="7221538" y="2338388"/>
            <a:ext cx="63500" cy="65087"/>
          </a:xfrm>
          <a:custGeom>
            <a:avLst/>
            <a:gdLst>
              <a:gd name="T0" fmla="*/ 39 w 40"/>
              <a:gd name="T1" fmla="*/ 40 h 41"/>
              <a:gd name="T2" fmla="*/ 17 w 40"/>
              <a:gd name="T3" fmla="*/ 0 h 41"/>
              <a:gd name="T4" fmla="*/ 0 w 40"/>
              <a:gd name="T5" fmla="*/ 40 h 41"/>
              <a:gd name="T6" fmla="*/ 17 w 40"/>
              <a:gd name="T7" fmla="*/ 17 h 41"/>
              <a:gd name="T8" fmla="*/ 39 w 40"/>
              <a:gd name="T9" fmla="*/ 4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1">
                <a:moveTo>
                  <a:pt x="39" y="40"/>
                </a:moveTo>
                <a:lnTo>
                  <a:pt x="17" y="0"/>
                </a:lnTo>
                <a:lnTo>
                  <a:pt x="0" y="40"/>
                </a:lnTo>
                <a:lnTo>
                  <a:pt x="17" y="17"/>
                </a:lnTo>
                <a:lnTo>
                  <a:pt x="39" y="40"/>
                </a:lnTo>
              </a:path>
            </a:pathLst>
          </a:custGeom>
          <a:solidFill>
            <a:srgbClr val="000000"/>
          </a:solidFill>
          <a:ln w="12700" cap="rnd" cmpd="sng">
            <a:solidFill>
              <a:srgbClr val="FFFF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348" name="Rectangle 36">
            <a:extLst>
              <a:ext uri="{FF2B5EF4-FFF2-40B4-BE49-F238E27FC236}">
                <a16:creationId xmlns:a16="http://schemas.microsoft.com/office/drawing/2014/main" id="{0B2DA910-6049-4CA0-9BC5-BF60745C0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488" y="2589213"/>
            <a:ext cx="311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900" b="1">
                <a:solidFill>
                  <a:srgbClr val="FFFF00"/>
                </a:solidFill>
                <a:latin typeface="Arial" panose="020B0604020202020204" pitchFamily="34" charset="0"/>
              </a:rPr>
              <a:t>90</a:t>
            </a:r>
          </a:p>
        </p:txBody>
      </p:sp>
      <p:sp>
        <p:nvSpPr>
          <p:cNvPr id="13349" name="Rectangle 37">
            <a:extLst>
              <a:ext uri="{FF2B5EF4-FFF2-40B4-BE49-F238E27FC236}">
                <a16:creationId xmlns:a16="http://schemas.microsoft.com/office/drawing/2014/main" id="{F430D258-411B-45A0-9502-E24EA6F59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4408488"/>
            <a:ext cx="311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900" b="1">
                <a:solidFill>
                  <a:srgbClr val="FFFF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13350" name="Rectangle 38">
            <a:extLst>
              <a:ext uri="{FF2B5EF4-FFF2-40B4-BE49-F238E27FC236}">
                <a16:creationId xmlns:a16="http://schemas.microsoft.com/office/drawing/2014/main" id="{014CC3D1-35AF-420E-B9A7-A8745DEAB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5138738"/>
            <a:ext cx="311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900" b="1">
                <a:solidFill>
                  <a:srgbClr val="FFFF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3351" name="Rectangle 39">
            <a:extLst>
              <a:ext uri="{FF2B5EF4-FFF2-40B4-BE49-F238E27FC236}">
                <a16:creationId xmlns:a16="http://schemas.microsoft.com/office/drawing/2014/main" id="{2A88D641-107D-4C0D-A97C-9485F04CE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25" y="5700713"/>
            <a:ext cx="311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900" b="1">
                <a:solidFill>
                  <a:srgbClr val="FFFF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3352" name="Line 40">
            <a:extLst>
              <a:ext uri="{FF2B5EF4-FFF2-40B4-BE49-F238E27FC236}">
                <a16:creationId xmlns:a16="http://schemas.microsoft.com/office/drawing/2014/main" id="{0106D738-062C-4860-B013-C46E0A1D6B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2350" y="5721350"/>
            <a:ext cx="311150" cy="168275"/>
          </a:xfrm>
          <a:prstGeom prst="line">
            <a:avLst/>
          </a:prstGeom>
          <a:noFill/>
          <a:ln w="12700">
            <a:solidFill>
              <a:srgbClr val="FF66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3" name="Rectangle 41">
            <a:extLst>
              <a:ext uri="{FF2B5EF4-FFF2-40B4-BE49-F238E27FC236}">
                <a16:creationId xmlns:a16="http://schemas.microsoft.com/office/drawing/2014/main" id="{E0ED6C30-0F59-41A4-B25A-F049A97D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2330450"/>
            <a:ext cx="6588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Dunite</a:t>
            </a:r>
          </a:p>
        </p:txBody>
      </p:sp>
      <p:sp>
        <p:nvSpPr>
          <p:cNvPr id="13354" name="Line 42">
            <a:extLst>
              <a:ext uri="{FF2B5EF4-FFF2-40B4-BE49-F238E27FC236}">
                <a16:creationId xmlns:a16="http://schemas.microsoft.com/office/drawing/2014/main" id="{1939B6B8-0394-494E-8A95-D97DFD7CDA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3925" y="4538663"/>
            <a:ext cx="2481263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5" name="Line 43">
            <a:extLst>
              <a:ext uri="{FF2B5EF4-FFF2-40B4-BE49-F238E27FC236}">
                <a16:creationId xmlns:a16="http://schemas.microsoft.com/office/drawing/2014/main" id="{E4B01BD2-9153-4760-861D-B733CB05E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1513" y="2728913"/>
            <a:ext cx="43815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6" name="Rectangle 44">
            <a:extLst>
              <a:ext uri="{FF2B5EF4-FFF2-40B4-BE49-F238E27FC236}">
                <a16:creationId xmlns:a16="http://schemas.microsoft.com/office/drawing/2014/main" id="{F7E0F291-870C-459E-B21B-36865A965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38" y="6296025"/>
            <a:ext cx="2482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800">
                <a:solidFill>
                  <a:srgbClr val="FF5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Figure 2-2 C After IUGS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2">
            <a:extLst>
              <a:ext uri="{FF2B5EF4-FFF2-40B4-BE49-F238E27FC236}">
                <a16:creationId xmlns:a16="http://schemas.microsoft.com/office/drawing/2014/main" id="{0AEF5383-8248-4EFC-AD4E-777FF1C22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432" y="1219200"/>
            <a:ext cx="4114800" cy="529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 descr="File:Ophiolite Formation.pdf - Wikimedia Commons">
            <a:extLst>
              <a:ext uri="{FF2B5EF4-FFF2-40B4-BE49-F238E27FC236}">
                <a16:creationId xmlns:a16="http://schemas.microsoft.com/office/drawing/2014/main" id="{8F2726DF-13BB-4E30-B779-3BBBC3ECC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48" y="4670641"/>
            <a:ext cx="3227832" cy="218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51" name="Picture 7">
            <a:extLst>
              <a:ext uri="{FF2B5EF4-FFF2-40B4-BE49-F238E27FC236}">
                <a16:creationId xmlns:a16="http://schemas.microsoft.com/office/drawing/2014/main" id="{68C45BFC-6455-48CE-A68E-73EFE8398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68" y="304800"/>
            <a:ext cx="207137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282A64-EE90-46F4-822A-EF9427A6B1F1}"/>
              </a:ext>
            </a:extLst>
          </p:cNvPr>
          <p:cNvSpPr/>
          <p:nvPr/>
        </p:nvSpPr>
        <p:spPr>
          <a:xfrm>
            <a:off x="536448" y="2971800"/>
            <a:ext cx="606552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C8E3F-E2F2-4CE5-ACC9-5897C4039317}"/>
              </a:ext>
            </a:extLst>
          </p:cNvPr>
          <p:cNvSpPr/>
          <p:nvPr/>
        </p:nvSpPr>
        <p:spPr>
          <a:xfrm>
            <a:off x="475488" y="685800"/>
            <a:ext cx="606552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E11B7B-457D-47B5-B2C2-A434ED75B363}"/>
              </a:ext>
            </a:extLst>
          </p:cNvPr>
          <p:cNvSpPr/>
          <p:nvPr/>
        </p:nvSpPr>
        <p:spPr>
          <a:xfrm>
            <a:off x="536448" y="1143000"/>
            <a:ext cx="606552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5F9CA0-A8E6-4DC8-8006-8C2F135DEDDB}"/>
              </a:ext>
            </a:extLst>
          </p:cNvPr>
          <p:cNvSpPr/>
          <p:nvPr/>
        </p:nvSpPr>
        <p:spPr>
          <a:xfrm>
            <a:off x="536448" y="1773384"/>
            <a:ext cx="606552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D4117C-8596-4D06-BF3F-8EDB41413D24}"/>
              </a:ext>
            </a:extLst>
          </p:cNvPr>
          <p:cNvSpPr/>
          <p:nvPr/>
        </p:nvSpPr>
        <p:spPr>
          <a:xfrm>
            <a:off x="393192" y="3962400"/>
            <a:ext cx="893064" cy="3602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idx="10"/>
          </p:nvPr>
        </p:nvSpPr>
        <p:spPr>
          <a:xfrm>
            <a:off x="0" y="5994400"/>
            <a:ext cx="7677150" cy="86360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lIns="180000" tIns="0" rIns="180000" bIns="0" anchor="ctr" anchorCtr="0">
            <a:noAutofit/>
          </a:bodyPr>
          <a:lstStyle>
            <a:lvl1pPr marL="342900" indent="-3429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defRPr kumimoji="0" lang="en-US" altLang="en-US" sz="16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defRPr kumimoji="0" lang="en-US" altLang="en-US"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defRPr kumimoji="0" lang="en-US" altLang="en-US"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–"/>
              <a:defRPr kumimoji="0" lang="en-US" altLang="en-US" sz="1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»"/>
              <a:defRPr kumimoji="0" lang="en-US" altLang="en-US" sz="11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lang="en-US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1000" i="1">
                <a:solidFill>
                  <a:srgbClr val="333333"/>
                </a:solidFill>
              </a:rPr>
              <a:t>J Petrology</a:t>
            </a:r>
            <a:r>
              <a:rPr lang="en-US" altLang="en-US" sz="1000">
                <a:solidFill>
                  <a:srgbClr val="333333"/>
                </a:solidFill>
              </a:rPr>
              <a:t>, Volume 45, Issue 5, May 2004, Pages 1045–1067, </a:t>
            </a:r>
            <a:r>
              <a:rPr lang="en-US" altLang="en-US" sz="1000">
                <a:solidFill>
                  <a:srgbClr val="333333"/>
                </a:solidFill>
                <a:hlinkClick r:id="rId3"/>
              </a:rPr>
              <a:t>https://doi.org/10.1093/petrology/egh003</a:t>
            </a:r>
            <a:endParaRPr lang="en-US" altLang="en-US" sz="1000">
              <a:solidFill>
                <a:srgbClr val="333333"/>
              </a:solidFill>
            </a:endParaRPr>
          </a:p>
          <a:p>
            <a:pPr marL="0" lvl="0" indent="0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800">
                <a:solidFill>
                  <a:srgbClr val="2A2A2A"/>
                </a:solidFill>
              </a:rPr>
              <a:t>The content of this slide may be subject to copyright: please see the slide notes for details.</a:t>
            </a:r>
            <a:endParaRPr lang="en-US" altLang="en-US" sz="800">
              <a:solidFill>
                <a:srgbClr val="333333"/>
              </a:solidFill>
            </a:endParaRPr>
          </a:p>
        </p:txBody>
      </p:sp>
      <p:sp>
        <p:nvSpPr>
          <p:cNvPr id="5123" name="Title 1"/>
          <p:cNvSpPr>
            <a:spLocks noGrp="1"/>
          </p:cNvSpPr>
          <p:nvPr>
            <p:ph type="title"/>
          </p:nvPr>
        </p:nvSpPr>
        <p:spPr>
          <a:xfrm>
            <a:off x="457200" y="425450"/>
            <a:ext cx="8077200" cy="6127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0" tIns="0" rIns="0" bIns="0" anchor="t" anchorCtr="0">
            <a:noAutofit/>
          </a:bodyPr>
          <a:lstStyle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en-US" sz="1600" b="1" i="0" u="none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1600" b="1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lang="en-US" altLang="en-US" sz="4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itchFamily="34" charset="-128"/>
              </a:defRPr>
            </a:lvl9pPr>
          </a:lstStyle>
          <a:p>
            <a:pPr lvl="0"/>
            <a:r>
              <a:rPr lang="en-US" altLang="en-US" dirty="0"/>
              <a:t>Fig. 2. </a:t>
            </a:r>
            <a:r>
              <a:rPr lang="en-US" altLang="en-US" b="0" dirty="0"/>
              <a:t>Microphotographs showing textures of the SE Slave xenoliths. </a:t>
            </a:r>
          </a:p>
        </p:txBody>
      </p:sp>
      <p:pic>
        <p:nvPicPr>
          <p:cNvPr id="5124" name="Picture 4" descr="Oxford University Pr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162" y="6294438"/>
            <a:ext cx="1058862" cy="244475"/>
          </a:xfrm>
          <a:prstGeom prst="rect">
            <a:avLst/>
          </a:prstGeom>
          <a:noFill/>
          <a:ln>
            <a:noFill/>
            <a:miter lim="800000"/>
          </a:ln>
        </p:spPr>
      </p:pic>
      <p:pic>
        <p:nvPicPr>
          <p:cNvPr id="5125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2552700" y="1371600"/>
            <a:ext cx="4043489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4">
            <a:extLst>
              <a:ext uri="{FF2B5EF4-FFF2-40B4-BE49-F238E27FC236}">
                <a16:creationId xmlns:a16="http://schemas.microsoft.com/office/drawing/2014/main" id="{D4FB9EF5-E724-4E4A-AB4E-769A51CBF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r="842"/>
          <a:stretch>
            <a:fillRect/>
          </a:stretch>
        </p:blipFill>
        <p:spPr bwMode="auto">
          <a:xfrm>
            <a:off x="2590800" y="-20027"/>
            <a:ext cx="6553200" cy="712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53E623AB-FF07-470F-BFF3-69FC147D1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N" altLang="en-US"/>
          </a:p>
        </p:txBody>
      </p:sp>
      <p:pic>
        <p:nvPicPr>
          <p:cNvPr id="33795" name="Picture 4">
            <a:extLst>
              <a:ext uri="{FF2B5EF4-FFF2-40B4-BE49-F238E27FC236}">
                <a16:creationId xmlns:a16="http://schemas.microsoft.com/office/drawing/2014/main" id="{75C82116-B735-422F-8A35-F298CDBA7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3175"/>
            <a:ext cx="8991600" cy="401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4">
            <a:extLst>
              <a:ext uri="{FF2B5EF4-FFF2-40B4-BE49-F238E27FC236}">
                <a16:creationId xmlns:a16="http://schemas.microsoft.com/office/drawing/2014/main" id="{4F1B944B-3240-4396-9E6A-2644FC7A9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8"/>
          <a:stretch>
            <a:fillRect/>
          </a:stretch>
        </p:blipFill>
        <p:spPr bwMode="auto">
          <a:xfrm>
            <a:off x="3509963" y="228600"/>
            <a:ext cx="4652962" cy="625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0017C8-1D87-4545-93BF-5146A606165E}"/>
              </a:ext>
            </a:extLst>
          </p:cNvPr>
          <p:cNvSpPr txBox="1"/>
          <p:nvPr/>
        </p:nvSpPr>
        <p:spPr>
          <a:xfrm>
            <a:off x="0" y="2209800"/>
            <a:ext cx="3124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Earth’s core comprises about 16% of the Earth’s volume and 31% of the Earth’s mass.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2B079-E961-4C97-B869-A5BE72BD4034}"/>
              </a:ext>
            </a:extLst>
          </p:cNvPr>
          <p:cNvSpPr txBox="1"/>
          <p:nvPr/>
        </p:nvSpPr>
        <p:spPr>
          <a:xfrm>
            <a:off x="0" y="3810000"/>
            <a:ext cx="3200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composition for the core (in wt%): Fe – 85.55, O – 5.18, Ni – 4.88, S – 2.69, Cr – 0.45, Mn – 0.41, P – 0.35, Co – 0.22, Cl – 0.07, and possibly K – 0.02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1007</Words>
  <Application>Microsoft Office PowerPoint</Application>
  <PresentationFormat>On-screen Show (4:3)</PresentationFormat>
  <Paragraphs>197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Times New Roman</vt:lpstr>
      <vt:lpstr>Arial MT</vt:lpstr>
      <vt:lpstr>Wingdings</vt:lpstr>
      <vt:lpstr>Times</vt:lpstr>
      <vt:lpstr>Default Design</vt:lpstr>
      <vt:lpstr>EES203: Geochemistry </vt:lpstr>
      <vt:lpstr>Properties of the elements   </vt:lpstr>
      <vt:lpstr>Cosmochemistry  </vt:lpstr>
      <vt:lpstr>The Big Bang</vt:lpstr>
      <vt:lpstr>Galaxies and Stars</vt:lpstr>
      <vt:lpstr>The Solar System</vt:lpstr>
      <vt:lpstr>PowerPoint Presentation</vt:lpstr>
      <vt:lpstr>PowerPoint Presentation</vt:lpstr>
      <vt:lpstr>Solar system abundance of the Elements   </vt:lpstr>
      <vt:lpstr>Information on elemental abundance   </vt:lpstr>
      <vt:lpstr>Bulk Earth = chondritic</vt:lpstr>
      <vt:lpstr>Earth‘s interior</vt:lpstr>
      <vt:lpstr>Seismic Constraints on the Earth‘s interior</vt:lpstr>
      <vt:lpstr>PowerPoint Presentation</vt:lpstr>
      <vt:lpstr>Based on mechanical behaviour</vt:lpstr>
      <vt:lpstr>PowerPoint Presentation</vt:lpstr>
      <vt:lpstr>Abundance of the Elements   The diagram below shows the relative abundance of the elements in the cosmos and in Earth’s crust. </vt:lpstr>
      <vt:lpstr>PowerPoint Presentation</vt:lpstr>
      <vt:lpstr>PowerPoint Presentation</vt:lpstr>
      <vt:lpstr>Lherzolite: A type of peridotite with Olivine &gt; Opx + Cpx</vt:lpstr>
      <vt:lpstr>PowerPoint Presentation</vt:lpstr>
      <vt:lpstr>Fig. 2. Microphotographs showing textures of the SE Slave xenoliths. </vt:lpstr>
      <vt:lpstr>PowerPoint Presentation</vt:lpstr>
      <vt:lpstr>PowerPoint Presentation</vt:lpstr>
      <vt:lpstr>PowerPoint Presentation</vt:lpstr>
    </vt:vector>
  </TitlesOfParts>
  <Company>njcu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dfreile</dc:creator>
  <cp:lastModifiedBy>Dell</cp:lastModifiedBy>
  <cp:revision>52</cp:revision>
  <dcterms:created xsi:type="dcterms:W3CDTF">2005-10-26T18:01:58Z</dcterms:created>
  <dcterms:modified xsi:type="dcterms:W3CDTF">2025-01-22T12:25:31Z</dcterms:modified>
</cp:coreProperties>
</file>