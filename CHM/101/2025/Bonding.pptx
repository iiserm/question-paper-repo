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6" r:id="rId3"/>
    <p:sldId id="267" r:id="rId4"/>
    <p:sldId id="257" r:id="rId5"/>
    <p:sldId id="259" r:id="rId6"/>
    <p:sldId id="260" r:id="rId7"/>
    <p:sldId id="265" r:id="rId8"/>
    <p:sldId id="256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DC233-AFFC-0C62-37F0-E1319A1D1D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BCF37E-274D-CF55-43CF-D740080380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8520C8-7BEA-8025-D69D-440A472EE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187-0BC9-4922-A96B-B2F4BB8C0B6F}" type="datetimeFigureOut">
              <a:rPr lang="en-US" smtClean="0"/>
              <a:t>05-Sep-24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8A36F-B284-22A2-B350-C9717ED87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D16FAE-8B52-71A7-03AE-33133D626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BD3835-F95F-4EE6-A886-CD06D0CB2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134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4407A-C9CA-D434-DEDA-5FD154618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5075A-FC6F-9D94-65EC-80CEA941A6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FD5741-201A-9B67-5BB0-A50C7081E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187-0BC9-4922-A96B-B2F4BB8C0B6F}" type="datetimeFigureOut">
              <a:rPr lang="en-US" smtClean="0"/>
              <a:t>05-Sep-24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648D1-A400-CA27-6B11-74964963D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AE685-FBA6-2437-34A9-C2054D907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BD3835-F95F-4EE6-A886-CD06D0CB2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8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F6EA-3FD4-3F2E-EEBC-2CDDB5B3A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E1DEFB-1046-F634-D29D-97A797486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DA15B-8ECA-D5A2-904A-8462888C0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187-0BC9-4922-A96B-B2F4BB8C0B6F}" type="datetimeFigureOut">
              <a:rPr lang="en-US" smtClean="0"/>
              <a:t>05-Sep-24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C6A0D-B628-DA99-AC8A-D13096B5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B1001D-A828-E034-8BEF-4459579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BD3835-F95F-4EE6-A886-CD06D0CB2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085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69A8A-B549-7228-6D99-BA18831F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ED98E9-88E9-B3F1-ED39-12ED81AA4F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D23C93-E503-F528-8D34-510A150851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46D37D-40F6-777C-CE27-89F95EF4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187-0BC9-4922-A96B-B2F4BB8C0B6F}" type="datetimeFigureOut">
              <a:rPr lang="en-US" smtClean="0"/>
              <a:t>05-Sep-24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B873B5-3162-AD2E-B771-1173FB3CA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1E2E5F-C494-E08D-6601-6C024658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BD3835-F95F-4EE6-A886-CD06D0CB2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749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E87E0-D3D1-DD3C-6DB5-A25A1B42E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A10EF5-29BF-241F-1671-D303DBC96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F24158-0767-C826-B9A6-F2E5CD0B9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A1E4A-7DBD-BF15-5FD4-7D682B797E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E58858-9860-6D14-6625-8ACFADC5F7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F0585B-6507-7CBE-8369-0C268352A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187-0BC9-4922-A96B-B2F4BB8C0B6F}" type="datetimeFigureOut">
              <a:rPr lang="en-US" smtClean="0"/>
              <a:t>05-Sep-24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37BB15-79CE-68DB-C85A-9D4818587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F654C0-B7D7-7A4E-D001-40BD9101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BD3835-F95F-4EE6-A886-CD06D0CB2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06404-E37C-A276-9A39-61B08AEC2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ED75AB-E229-CC85-10F7-8BC5F4DFA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187-0BC9-4922-A96B-B2F4BB8C0B6F}" type="datetimeFigureOut">
              <a:rPr lang="en-US" smtClean="0"/>
              <a:t>05-Sep-24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AEF46B-5E4A-D2ED-F6ED-C23CC9EB5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AB9311-44EA-20EE-D57A-B799D0A9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BD3835-F95F-4EE6-A886-CD06D0CB2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990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9428FA-349C-DBA3-7606-73E582E62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187-0BC9-4922-A96B-B2F4BB8C0B6F}" type="datetimeFigureOut">
              <a:rPr lang="en-US" smtClean="0"/>
              <a:t>05-Sep-24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4A870F-1FD5-D341-4958-96EC6DC4B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AAE155-B16B-A2C9-5ADE-66057C5AE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BD3835-F95F-4EE6-A886-CD06D0CB2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475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95662-FB1A-46CE-FE12-61AC37200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36C46-EBAF-FFE1-219E-92959A187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792C82-9822-099D-0A7D-9818D49FF3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370622-DC19-305F-1CF6-E9BF62A6F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187-0BC9-4922-A96B-B2F4BB8C0B6F}" type="datetimeFigureOut">
              <a:rPr lang="en-US" smtClean="0"/>
              <a:t>05-Sep-24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761AD-F18C-7B2C-FD67-8D7111E00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E84D5-A3D9-80C1-3C1E-29465BE70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BD3835-F95F-4EE6-A886-CD06D0CB2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419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DF6CC-78E8-50BA-4E7A-C081046EC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816A15-62AE-1FFB-7AA1-DE644F20A9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0EFFA6-0C48-AECE-EA5A-0D2EF0397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CFF72A-25BC-DD93-CD4D-F3904B4E9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187-0BC9-4922-A96B-B2F4BB8C0B6F}" type="datetimeFigureOut">
              <a:rPr lang="en-US" smtClean="0"/>
              <a:t>05-Sep-24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F4C173-8AB3-40AD-B2BB-DE773C598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C28875-F400-2F1E-B738-C1226E6CC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BD3835-F95F-4EE6-A886-CD06D0CB2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631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1B047-7DEB-ACCD-EAD0-DBCD862D4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8BC4D9-6A17-B309-36C3-F87E052CD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2FD08-E0A0-B00A-5925-001858327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187-0BC9-4922-A96B-B2F4BB8C0B6F}" type="datetimeFigureOut">
              <a:rPr lang="en-US" smtClean="0"/>
              <a:t>05-Sep-24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A439A-84D5-9610-716A-EDEE9D34A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5D90B-A502-7751-882D-352396916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BD3835-F95F-4EE6-A886-CD06D0CB2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93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0107D2-C993-0B2D-6A54-9E3B11FEA1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D51480-1EF3-9FDC-4217-38F03E1BA8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2828B-9EAD-CAA3-21CF-DCFC31B39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187-0BC9-4922-A96B-B2F4BB8C0B6F}" type="datetimeFigureOut">
              <a:rPr lang="en-US" smtClean="0"/>
              <a:t>05-Sep-24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8E9548-7DF8-6F71-0D94-077D4DE8A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65C66-08EC-F665-8563-D280CDC36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BD3835-F95F-4EE6-A886-CD06D0CB2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21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6C11D9-B728-1059-4D30-11E189D38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4CF0A0-A61B-563E-80D7-3271DBEAF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953D0-743A-B36B-AE65-F79D4A4B36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D1F187-0BC9-4922-A96B-B2F4BB8C0B6F}" type="datetimeFigureOut">
              <a:rPr lang="en-US" smtClean="0"/>
              <a:t>05-Sep-24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7D205-B94F-F3EE-5367-719C9B9D4A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B71B6-E5FD-3D3C-7207-5B6222E9A4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D3835-F95F-4EE6-A886-CD06D0CB2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288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E1A26-998F-2F3B-A23B-B9FC2E0A9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8455" y="75593"/>
            <a:ext cx="5999428" cy="1325563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H</a:t>
            </a:r>
            <a:r>
              <a:rPr lang="en-US" baseline="-25000" dirty="0">
                <a:solidFill>
                  <a:srgbClr val="FF0000"/>
                </a:solidFill>
              </a:rPr>
              <a:t>2</a:t>
            </a:r>
            <a:r>
              <a:rPr lang="en-US" dirty="0">
                <a:solidFill>
                  <a:srgbClr val="FF0000"/>
                </a:solidFill>
              </a:rPr>
              <a:t> molecule</a:t>
            </a:r>
          </a:p>
        </p:txBody>
      </p:sp>
      <p:pic>
        <p:nvPicPr>
          <p:cNvPr id="1026" name="Picture 2" descr="Explain the formation of H(2) molecule on the basis of valence bond Th">
            <a:extLst>
              <a:ext uri="{FF2B5EF4-FFF2-40B4-BE49-F238E27FC236}">
                <a16:creationId xmlns:a16="http://schemas.microsoft.com/office/drawing/2014/main" id="{2E75F643-1549-B403-CA7D-30C8F22BAC5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6755" y="2330970"/>
            <a:ext cx="4932572" cy="3125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E0AA081E-A087-5C51-1DF9-C85C183445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355" y="738187"/>
            <a:ext cx="4724400" cy="575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91753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72BB-368D-8328-2FAD-D797AF37C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en-US" baseline="-25000" dirty="0"/>
              <a:t>2</a:t>
            </a:r>
            <a:r>
              <a:rPr lang="en-US" dirty="0"/>
              <a:t> Molecule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C505B9-7F86-05FA-D82B-6A1A9B45EE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424" y="1909514"/>
            <a:ext cx="6199627" cy="46512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49B7D-8F00-1130-5029-9FF74494F9B8}"/>
              </a:ext>
            </a:extLst>
          </p:cNvPr>
          <p:cNvSpPr txBox="1"/>
          <p:nvPr/>
        </p:nvSpPr>
        <p:spPr>
          <a:xfrm>
            <a:off x="9051721" y="6191401"/>
            <a:ext cx="2569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Huheey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Ed. Figure 5.1</a:t>
            </a:r>
          </a:p>
        </p:txBody>
      </p:sp>
    </p:spTree>
    <p:extLst>
      <p:ext uri="{BB962C8B-B14F-4D97-AF65-F5344CB8AC3E}">
        <p14:creationId xmlns:p14="http://schemas.microsoft.com/office/powerpoint/2010/main" val="2571647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F676D-BC56-9ABE-BA6F-58407BE13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Improvements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E68C763-5945-95BE-368B-7D84917D06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8420571"/>
              </p:ext>
            </p:extLst>
          </p:nvPr>
        </p:nvGraphicFramePr>
        <p:xfrm>
          <a:off x="838200" y="1825625"/>
          <a:ext cx="1051559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2534735097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58752029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1674698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Type of wave </a:t>
                      </a:r>
                      <a:r>
                        <a:rPr lang="en-US" dirty="0" err="1"/>
                        <a:t>Fubction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Energy (KJ mol-1)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Distance (pm)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203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Uncorrected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594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Heitler</a:t>
                      </a:r>
                      <a:r>
                        <a:rPr lang="en-US" dirty="0"/>
                        <a:t>-London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86.9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5868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Addition of shielding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74.3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4220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Add ionic 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74.9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7696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Observed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74.1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7765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1751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E596C-24BE-A92A-A7EC-3BD1E0B12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3218" y="357763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Carbonate Resonance</a:t>
            </a:r>
          </a:p>
        </p:txBody>
      </p:sp>
      <p:pic>
        <p:nvPicPr>
          <p:cNvPr id="2050" name="Picture 2" descr="Explain the structure of CO(3)^(2-) ion in terms of resonance.">
            <a:extLst>
              <a:ext uri="{FF2B5EF4-FFF2-40B4-BE49-F238E27FC236}">
                <a16:creationId xmlns:a16="http://schemas.microsoft.com/office/drawing/2014/main" id="{62CCF393-3431-85FC-9FAE-C57CB227F5F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3973" y="2676106"/>
            <a:ext cx="8544053" cy="2498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9259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44A2C-5A40-9827-31F0-EC2B0CB40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A97F69E-D0A6-C74E-5558-0858F045C9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0636" y="834806"/>
            <a:ext cx="4156868" cy="5188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CF9D061-9499-5256-969F-753D253EF1C7}"/>
              </a:ext>
            </a:extLst>
          </p:cNvPr>
          <p:cNvSpPr txBox="1"/>
          <p:nvPr/>
        </p:nvSpPr>
        <p:spPr>
          <a:xfrm>
            <a:off x="7231309" y="6207541"/>
            <a:ext cx="2324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Source: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Chem.libretext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936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66FE0-DFD8-657D-4B70-E949EC26D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61F9A7B-7435-F79D-02B2-106FBAB76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10372" y="1027906"/>
            <a:ext cx="3483113" cy="4351338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DCAE49CB-F855-88ED-9719-E06551267C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5656" y="1165879"/>
            <a:ext cx="4540409" cy="4526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037F81C2-5DB2-662D-BD47-5DCFB282E7CE}"/>
              </a:ext>
            </a:extLst>
          </p:cNvPr>
          <p:cNvSpPr/>
          <p:nvPr/>
        </p:nvSpPr>
        <p:spPr>
          <a:xfrm>
            <a:off x="2977950" y="2116712"/>
            <a:ext cx="880986" cy="107110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B706B25-25ED-66AD-F818-ABFFDF9AE72C}"/>
              </a:ext>
            </a:extLst>
          </p:cNvPr>
          <p:cNvSpPr/>
          <p:nvPr/>
        </p:nvSpPr>
        <p:spPr>
          <a:xfrm>
            <a:off x="7790019" y="2116712"/>
            <a:ext cx="1091681" cy="141825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539825-A52D-7841-3DD9-206E8BF87A97}"/>
              </a:ext>
            </a:extLst>
          </p:cNvPr>
          <p:cNvSpPr txBox="1"/>
          <p:nvPr/>
        </p:nvSpPr>
        <p:spPr>
          <a:xfrm>
            <a:off x="7099184" y="6216701"/>
            <a:ext cx="2749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Source: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Chem.libretext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40613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2C417-D940-C68C-5B95-064F93D45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81C39C74-02F0-FF1C-5BF7-B448ECBBFC8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1061" y="2037407"/>
            <a:ext cx="4529878" cy="3524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538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B440A57-3CF9-0AAB-F8CA-DCBE8F6E9F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7288" y="753584"/>
            <a:ext cx="8792055" cy="610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E5EFB0-C605-ED2C-EA0B-D0765D7FC0CF}"/>
              </a:ext>
            </a:extLst>
          </p:cNvPr>
          <p:cNvSpPr txBox="1"/>
          <p:nvPr/>
        </p:nvSpPr>
        <p:spPr>
          <a:xfrm>
            <a:off x="9380989" y="6341969"/>
            <a:ext cx="23971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Source: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Chem.libretext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622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BB53A-4AB2-5D81-A8EF-420EB83A5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 of Carbon Monoxide</a:t>
            </a:r>
          </a:p>
        </p:txBody>
      </p:sp>
      <p:pic>
        <p:nvPicPr>
          <p:cNvPr id="1026" name="Picture 2" descr="Molecular orbitals in Carbon Monoxide">
            <a:extLst>
              <a:ext uri="{FF2B5EF4-FFF2-40B4-BE49-F238E27FC236}">
                <a16:creationId xmlns:a16="http://schemas.microsoft.com/office/drawing/2014/main" id="{236959D3-F1E6-FCBB-AFC3-4EA0C5D0D2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317" y="1475188"/>
            <a:ext cx="5263185" cy="4833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A2CD5F-6284-286B-3FB2-F986A5CC54D0}"/>
              </a:ext>
            </a:extLst>
          </p:cNvPr>
          <p:cNvSpPr txBox="1"/>
          <p:nvPr/>
        </p:nvSpPr>
        <p:spPr>
          <a:xfrm>
            <a:off x="9142041" y="6123543"/>
            <a:ext cx="2178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Chemtube3D</a:t>
            </a:r>
          </a:p>
        </p:txBody>
      </p:sp>
      <p:pic>
        <p:nvPicPr>
          <p:cNvPr id="1028" name="Picture 4" descr="Molecular orbital diagram of CO and NO | PPT">
            <a:extLst>
              <a:ext uri="{FF2B5EF4-FFF2-40B4-BE49-F238E27FC236}">
                <a16:creationId xmlns:a16="http://schemas.microsoft.com/office/drawing/2014/main" id="{0D3A08FE-879D-5A7C-D7CD-114A350856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7181" y="1916883"/>
            <a:ext cx="5016619" cy="3762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0547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1286</TotalTime>
  <Words>69</Words>
  <Application>Microsoft Office PowerPoint</Application>
  <PresentationFormat>Widescreen</PresentationFormat>
  <Paragraphs>28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H2 molecule</vt:lpstr>
      <vt:lpstr>H2 Molecule</vt:lpstr>
      <vt:lpstr>Improvements</vt:lpstr>
      <vt:lpstr>Carbonate Resonance</vt:lpstr>
      <vt:lpstr>PowerPoint Presentation</vt:lpstr>
      <vt:lpstr>PowerPoint Presentation</vt:lpstr>
      <vt:lpstr>PowerPoint Presentation</vt:lpstr>
      <vt:lpstr>PowerPoint Presentation</vt:lpstr>
      <vt:lpstr>MO of Carbon Monoxide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8</cp:revision>
  <dcterms:created xsi:type="dcterms:W3CDTF">2023-09-14T09:17:14Z</dcterms:created>
  <dcterms:modified xsi:type="dcterms:W3CDTF">2024-09-06T08:13:07Z</dcterms:modified>
</cp:coreProperties>
</file>